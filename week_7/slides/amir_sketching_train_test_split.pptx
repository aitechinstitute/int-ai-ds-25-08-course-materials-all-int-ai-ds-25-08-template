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78" r:id="rId4"/>
    <p:sldId id="279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80" r:id="rId23"/>
    <p:sldId id="282" r:id="rId24"/>
    <p:sldId id="281" r:id="rId25"/>
    <p:sldId id="283" r:id="rId26"/>
    <p:sldId id="284" r:id="rId27"/>
    <p:sldId id="285" r:id="rId28"/>
    <p:sldId id="28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35"/>
    <p:restoredTop sz="94632"/>
  </p:normalViewPr>
  <p:slideViewPr>
    <p:cSldViewPr snapToGrid="0">
      <p:cViewPr varScale="1">
        <p:scale>
          <a:sx n="93" d="100"/>
          <a:sy n="93" d="100"/>
        </p:scale>
        <p:origin x="202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20:26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03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4045 24575,'9'0'0,"1"0"0,-1 0 0,1 0 0,-1 0 0,1 0 0,-1 0 0,1 0 0,-1 0 0,1-5 0,-1 4 0,5-7 0,-3 2 0,7-3 0,6-3 0,-2-2 0,7 1 0,-10 0 0,10 1 0,-7-2 0,7 1 0,42-33 0,-29 21 0,31-19 0,-43 26 0,40-23 0,-42 23 0,50-32 0,-65 38 0,24-14 0,-24 14 0,11-5 0,-11 7 0,-2 0 0,3-4 0,3-11 0,-5 4 0,10-8 0,-8 9 0,1 1 0,3 0 0,-5-10 0,5 7 0,-3-17 0,43-23 0,-34 13 0,34-12 0,-45 31 0,5 11 0,-8 0 0,12-10 0,-10 7 0,14-17 0,-10 17 0,4-17 0,3 7 0,-2-10 0,7 0 0,20-40 0,-15 30 0,-6 1 0,1 0 0,1 4 0,14-37 0,-16 16 0,8 0 0,-13-16 0,6 37 0,-6-36 0,6 35 0,-6-35 0,-1 36 0,11-37 0,-15 37 0,10-16 0,-7 21 0,-1-21 0,3 16 0,-5-16 0,-1 31 0,-1-7 0,-1 17 0,-1-17 0,-3 17 0,16-36 0,-13 32 0,13-33 0,-14 28 0,8-11 0,-5 0 0,4 10 0,-6-8 0,-3 19 0,3-19 0,-3 19 0,2-9 0,-1 1 0,-1 7 0,2-7 0,-1 0 0,3 7 0,1-17 0,7 7 0,-4 0 0,3-7 0,-3 17 0,-5-7 0,0 10 0,5-11 0,-6 9 0,10-9 0,-12 11 0,4 0 0,0 0 0,-4 4 0,8-3 0,-7 3 0,2-4 0,1 4 0,1-3 0,8-7 0,-7 4 0,5-9 0,-6 11 0,4 0 0,0 0 0,0 0 0,0 0 0,10 2 0,-7-2 0,7 2 0,-10 3 0,-4-4 0,3 7 0,-3-3 0,-1 4 0,4 5 0,-3-3 0,4 2 0,0-3 0,10-3 0,3 6 0,10-6 0,21 10 0,-16-10 0,36 10 0,-15-4 0,21 6 0,0 0 0,-35 6 0,1 0 0,39-3 0,-39 9 0,-2 0 0,14-9 0,-17 14 0,-10-10 0,12 9 0,-5-1 0,37 16 0,-16-10 0,0 7 0,-5-4 0,-32-11 0,9 7 0,-9-2 0,32 11 0,-16 1 0,16 5 0,-21-7 0,-11-4 0,-1-5 0,-11-1 0,0-4 0,0 5 0,0 0 0,4 11 0,1 1 0,21 22 0,-13-8 0,2-4 0,1 0 0,-2 9 0,19 21 0,-17-8 0,-5-16 0,-1-2 0,1 2 0,11 23 0,13 7 0,-12 7 0,-5-17 0,-12-13 0,-1 2 0,-1-9 0,0 0 0,1 9 0,0-2 0,13 14 0,-4 15 0,-6-36 0,6 37 0,4-16 0,-3 20 0,1-20 0,-2 16 0,-4-37 0,14 37 0,-13-37 0,-1 15 0,-3-20 0,-4 0 0,29 30 0,-17-23 0,12 22 0,-20-29 0,13 11 0,0 13 0,25 3 0,-17 17 0,17-17 0,-24-4 0,22-1 0,-38-34 0,15 10 0,-24-30 0,0 4 0,3 0 0,-4-4 0,5 8 0,0-7 0,11 4 0,1-3 0,11 8 0,0-4 0,0 4 0,0 0 0,0-5 0,0 6 0,-11-10 0,9-3 0,-19 0 0,19-1 0,-19-1 0,18 7 0,-7-12 0,10 11 0,0-4 0,0 6 0,0 0 0,-11-2 0,-1-5 0,-11 2 0,0-4 0,0 0 0,0-1 0,0 1 0,0 0 0,0 0 0,0-1 0,0 1 0,0-4 0,0 7 0,0-7 0,0 8 0,0-4 0,0 0 0,0 4 0,0-8 0,8 11 0,-10-10 0,9 11 0,-11-12 0,4 8 0,-4-8 0,3 7 0,-3-7 0,4 3 0,0 1 0,-4-4 0,3 7 0,-8-7 0,4 3 0,-5-4 0,1 5 0,-1-4 0,1 3 0,-1-4 0,1 0 0,-5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11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3842 24575,'10'0'0,"-1"0"0,1 0 0,-1 0 0,1 0 0,12 0 0,-5 0 0,20-6 0,-15 5 0,17-12 0,-17 12 0,7-6 0,-10 3 0,4 3 0,-7-8 0,6 8 0,-11-3 0,3 4 0,-1-4 0,-2 3 0,3-8 0,-1 8 0,2-7 0,4 2 0,0 1 0,0-4 0,-4 8 0,3-7 0,-8 3 0,8-1 0,-3-2 0,4 2 0,0-3 0,0-1 0,10-1 0,-7 0 0,17-8 0,-7 5 0,18-10 0,-16 6 0,4 1 0,-23 4 0,2 3 0,-2 0 0,4 1 0,-4-5 0,3 3 0,-3-3 0,4 1 0,-4-2 0,3-4 0,-4-1 0,5 6 0,0-4 0,0 3 0,0-4 0,-4-1 0,3 1 0,-3 0 0,4 0 0,0 0 0,0 0 0,-4 0 0,3 0 0,-4-1 0,5 1 0,4-10 0,-3 7 0,7-17 0,-7 17 0,7-17 0,-7 17 0,7-17 0,-3 7 0,28-40 0,-19 23 0,2 7 0,-1 1 0,-2-3 0,14-9 0,-19 11 0,1 0 0,-4 10 0,3-7 0,-3 7 0,4-10 0,0 0 0,0 0 0,-4 10 0,-4-7 0,-1 17 0,-5-18 0,0 19 0,6-19 0,-8 19 0,13-19 0,-13 19 0,8-19 0,-6 18 0,0-17 0,5 17 0,-7-7 0,2 10 0,4-10 0,-5-3 0,14-10 0,-6 0 0,14-21 0,-5 16 0,13-37 0,-20 37 0,18-37 0,-26 47 0,11-13 0,-17 31 0,1 4 0,-1-3 0,1 7 0,-5-7 0,7-5 0,-5 2 0,7-3 0,-5 6 0,1 3 0,-1-4 0,3-10 0,6-1 0,-3-12 0,12 2 0,-13 8 0,11-7 0,-11 7 0,4 0 0,-6 3 0,-3 10 0,1 0 0,-1 0 0,1 4 0,-1-3 0,1 3 0,-1-4 0,1-1 0,-1 1 0,5-8 0,-4 6 0,4-7 0,-4 9 0,-1 0 0,5 4 0,1-12 0,4 10 0,-5-10 0,8-3 0,-10 9 0,10-9 0,-12 11 0,8 0 0,-7 4 0,3-3 0,-1 8 0,-2-8 0,3 7 0,-5-3 0,5 0 0,-4 4 0,8-4 0,-7 0 0,7 3 0,-8-3 0,8 1 0,-3 2 0,4-3 0,0 0 0,0 4 0,0-4 0,10 2 0,-7 2 0,17-3 0,-7 0 0,10 0 0,0-1 0,0 6 0,-11 2 0,-2 6 0,-10 0 0,0 0 0,-4 0 0,3 0 0,-7 0 0,7 0 0,-4 0 0,16 6 0,1 1 0,11 7 0,0 0 0,-10-2 0,7 2 0,-7-3 0,0 1 0,-3-4 0,-14 0 0,3-3 0,-4 5 0,5 4 0,11-2 0,-9 7 0,18 1 0,-7 4 0,10 4 0,0 0 0,0 0 0,0 0 0,0 0 0,-1-1 0,-9-7 0,7 6 0,-17-10 0,7 3 0,0 2 0,-7-5 0,17 11 0,-7-3 0,0 0 0,18 20 0,-26-20 0,37 38 0,-32-28 0,33 30 0,-30-20 0,9-1 0,-7 17 0,-8-23 0,9 26 0,1 0 0,11-5 0,-1 28 0,9-7 0,-18-11 0,5 15 0,5-25 0,-17-5 0,-1-1 0,21 11 0,-22-13 0,-1 2 0,27 25 0,-13-7 0,-11-24 0,-1 0 0,8 22 0,17 11 0,-7 8 0,0-29 0,-16-6 0,-12-23 0,3-1 0,-6-11 0,3 9 0,-1-11 0,-3 4 0,4 0 0,0 0 0,0 0 0,0 0 0,0 0 0,4 10 0,7-3 0,-5 4 0,26 14 0,-6 1 0,1 1 0,15 15 0,-37-37 0,16 16 0,-21-21 0,0 0 0,0-4 0,0-1 0,0 0 0,0 0 0,10 9 0,-7-3 0,17 7 0,-7-3 0,10 4 0,0-6 0,0 4 0,0-4 0,-1-1 0,1 6 0,0-12 0,0 11 0,0-10 0,-10 2 0,28-1 0,-23 2 0,25 0 0,1 5 0,5-5 0,21 3 0,0 0 0,-1 0 0,-20-4 0,-5 0 0,-21-4 0,0-6 0,0 4 0,8-4 0,-6-1 0,6 6 0,-8-12 0,0 12 0,0-12 0,0 12 0,-10-12 0,-3 5 0,-10-6 0,-4 0 0,3 4 0,-8-2 0,8 2 0,-7-4 0,2 0 0,-7 0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18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4076 10430,'19'9'0,"-4"-4"5056,3 0-5056,-3-1 2460,4-3-2460,-5 3 1422,4 0-1422,-7-3 5207,3 4-5207,9-5 0,-5 0 0,21 0 0,-7 0 0,10 0 0,0 0 0,-15 0 0,1-5 0,-3-2 0,7-5 0,0 4 0,7-4 0,34-14 0,-31 14 0,29-17 0,0 4 0,-39 15 0,29-14 0,1 0 0,-30 13 0,29-13 0,0-1 0,-29 10 0,49-16 0,-59 21 0,3-2 0,-7 3 0,-8-1 0,4 0 0,0-3 0,-4 2 0,4-7 0,-5 7 0,9-17 0,-2 11 0,3-8 0,26-33 0,-27 33 0,23-30 0,-31 37 0,-1 3 0,29-64 0,-17 45 0,20-56 0,-27 68 0,1-7 0,-4 10 0,35-40 0,-29 30 0,25-30 0,-33 40 0,1 0 0,1-10 0,-1 7 0,2-7 0,-1-1 0,14-22 0,-7 5 0,7-6 0,-13 24 0,-7 10 0,3-1 0,-7 6 0,8-5 0,-4 5 0,1-6 0,2 1 0,-3 0 0,1-10 0,2 7 0,-3-7 0,5 10 0,-5 0 0,3 0 0,0-11 0,2 9 0,1-9 0,1 1 0,-2 8 0,3-19 0,-3 18 0,1-7 0,1 0 0,6-3 0,-4 0 0,5-7 0,-7 7 0,8-10 0,-4 0 0,2 10 0,-5-7 0,-1 7 0,0 0 0,8-7 0,-7 7 0,5 0 0,-4-7 0,-4 17 0,3-17 0,-1 7 0,4 0 0,-1-8 0,1 9 0,-4-1 0,1-8 0,5 9 0,-4-1 0,6-8 0,-9 8 0,10-10 0,-6 0 0,5 0 0,0 1 0,-4-1 0,6 10 0,-7-8 0,7 8 0,-7-10 0,12 0 0,-10 11 0,10-9 0,5-12 0,-3 4 0,7-14 0,-1-1 0,12 5 0,0-29 0,12 10 0,-25 20 0,-3 9 0,-17 29 0,-4 4 0,-1 1 0,1 5 0,-1-1 0,1-4 0,3 4 0,-2-4 0,3 0 0,-1 3 0,2-3 0,0 5 0,-1-1 0,-1 1 0,6-5 0,1 3 0,-1-3 0,-1 4 0,-3 1 0,4-1 0,0 1 0,0 3 0,-4-2 0,-1 7 0,-1-4 0,-2 5 0,3 0 0,-5 0 0,1 0 0,3 0 0,2 0 0,4 0 0,0 5 0,10 2 0,-7 3 0,17 10 0,14-3 0,-6 10 0,37 6 0,4 8-665,-42-18 0,2-1 665,17 5 0,1 0 0,-20-4 0,2-1 0,17-1 0,0-1 0,-18 2 0,0-1-88,9-8 0,-3 0 88,15 22 0,-5-16 0,-21 1 0,0-12 0,-10 2 1317,-3-4-1317,-14 3 189,2 1-189,-2 3 0,4-2 0,10 5 0,-7-2 0,7 2 0,-10-1 0,10 7 0,-7-6 0,11 17 0,-13-11 0,13 11 0,10 8 0,19 27 0,6 3-797,-31-29 0,-1 1 797,1 1 0,-1-3 0,22 13 0,-5 16 0,-2-23 0,-19-2 0,20 1 0,-23-5 0,29 24 0,-7-5 0,-12-9 0,2 2 0,-4-8 0,0 0 0,5 9 0,-2 0 895,17 25-895,-19-27 0,0-3 0,13 12 0,-11-10 0,-1 1 0,12 9 0,-13-12 0,0 3 0,19 27 0,-17-26 0,2 2-820,-1-1 0,-1 1 820,1-1 0,0 0 0,-1 1 0,1-1 0,-3-8 0,-1-2 0,19 30 0,-11-21 641,-11-18-641,-5 6 0,1-16 0,14 25 1698,-15-15-1698,33 29 0,-34-30 0,33 27 0,-36-36 0,15 15 0,-17-11 0,15 1 0,-10 1 0,20 0 0,13 17 0,9-7 0,-18 2 0,3 3 0,0-12 0,1 0 0,0 12 0,0 2 0,4-6 0,0-3 0,-8-6 0,-4-1 0,29 21 0,-14-24 0,-32-11 0,9-4 0,-19-4 0,8-3 0,0-3 0,3-4 0,10 0 0,0 0 0,0 0 0,0 0 0,20 0 0,-14 0 0,14 0 0,-30 5 0,7-4 0,-17 3 0,3-4 0,-11 0 0,-5 0 0,-4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29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4051 24575,'4'6'0,"1"-2"0,5-4 0,-1 0 0,1 0 0,4 0 0,-4 0 0,8-4 0,-7 3 0,7-4 0,-4 1 0,5 3 0,-4-7 0,-1 6 0,-4-2 0,13-2 0,-9 4 0,9-8 0,-13 9 0,-1-3 0,1-1 0,14-2 0,-7-3 0,22-4 0,-17 4 0,42-11 0,-36 13 0,22-10 0,-32 12 0,-7 1 0,7-4 0,-8 8 0,4-7 0,0 2 0,-4 1 0,8-3 0,-3-2 0,4-1 0,0-2 0,0 3 0,0 0 0,0 1 0,19-11 0,-4-1 0,6-5 0,-1-1 0,-7 3 0,10-4 0,20-7 0,-15 5 0,9-5 0,-1-2 0,-1 0 0,26-19 0,-47 24 0,-13 19 0,24-37 0,-23 34 0,12-21 0,0-4 0,-11 11 0,25-30 0,-1-3 0,-24 34 0,24-30 0,-20 9 0,-4 23 0,6-33 0,-14 38 0,6-17 0,11-34 0,-8 30 0,10-28 0,-2 0 0,-13 39 0,16-39 0,-22 42 0,3 8 0,0-9 0,4 1 0,29-44 0,-23 30 0,25-38 0,-30 49 0,-1 1 0,7-9 0,-6 8 0,0 1 0,6-9 0,-15 18 0,15-17 0,-10 17 0,4-17 0,27-35 0,-20 22 0,17-21 0,-18 33 0,-11 18 0,6-17 0,1 7 0,0-10 0,0 0 0,0 10 0,-1-7 0,3 7 0,4-10 0,-1 0 0,1 0 0,0 0 0,-4 10 0,3-7 0,-7 17 0,7-17 0,-7 17 0,3-7 0,0 0 0,7 3 0,-4-4 0,7-3 0,-13 11 0,13-11 0,-12 13 0,8-3 0,12-18 0,-7 13 0,9-13 0,7-3 0,-16 15 0,19-16 0,-11 17 0,-10 4 0,-3 5 0,0-3 0,-7 6 0,36-23 0,-1 4 0,9-7 0,-4 7 0,-20 13 0,21-12 0,-16 11 0,37-10 0,-16-2 0,0 14 0,15-10 0,-36 16 0,16 4 0,-21 4 0,-10 7 0,7 0 0,-7 0 0,9 0 0,1 7 0,0 0 0,21 21 0,5-7 0,21 21 0,-35-23 0,1 0 0,-8 4 0,0 0 0,7 1 0,2 1-513,-1-2 0,-1 2 513,-4 5 0,3 2-134,5-2 0,6 1 0,-5 2 134,3 10 0,-1 1 0,26 9 0,-5-1 0,-35-14 0,-4-1 0,0 0 0,-1-1 0,1 1 0,-1 0 0,30 31 0,-8-16 0,-3 9 0,-37-37 1005,20 27-1005,-24-30 423,7 18-423,14 4 0,-9 2 0,14 8 0,-1-1 0,-13-7 0,30 19 0,-34-30 0,33 27 0,-32-26 0,8 8 0,-15-14 0,-4 0 0,6 3 0,4 10 0,0-1 0,24 31 0,-1-11 0,3 5 0,-8-6 0,2 1 0,-2-13 0,4 1 0,-4-2-2483,-3 8 1,-2-4 2482,3-12 0,-1 0 0,-6 3 0,-1 1-246,30 23 246,1 1 0,-1-1 0,1 1 0,-25-31 0,1 1 0,28 31-262,-18-27 0,-2-2 262,9 12 0,-10-14 0,2 1 0,26 20 0,1-1 0,-31-26 0,-3-3 0,2 2 4718,5 1-4718,-12-4 313,-9-3-313,11 4 0,0 0 0,0 0 0,0 0 704,0 0-704,0 0 0,0 0 0,-1-7 0,1 6 0,-10-14 0,7 7 0,-17-10 0,7 1 0,-10-1 0,0-5 0,0-1 0,10-4 0,-7 0 0,7 0 0,-10 4 0,10-3 0,-7 4 0,17-5 0,-17 0 0,7 0 0,-14 0 0,-2 0 0,-3 0 0,-1 0 0,1 0 0,-1 4 0,1-3 0,-1 3 0,-3-4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35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3851 24575,'9'0'0,"1"0"0,-1 0 0,-4-4 0,4 3 0,-4-3 0,5-1 0,-1 4 0,1-7 0,-5 2 0,3 1 0,-2-3 0,3 2 0,1 1 0,-1-4 0,1 0 0,3-6 0,2 0 0,4-3 0,-4 3 0,31-44 0,-25 30 0,13-9 0,0-4 0,2-13 0,28-14 0,-25 3 0,6 13 0,-25 21 0,2 3 0,-3 0 0,-3 7 0,1-3 0,-7 7 0,8-5 0,-11 6 0,14-10 0,-10 12 0,-1 0 0,11-13 0,-13 11 0,9-13 0,5-3 0,-9 10 0,14-41 0,-16 41 0,20-57 0,-18 57 0,12-27 0,-15 31 0,15-31 0,-12 23 0,20-33 0,-6 7 0,-3 6 0,1-6 0,-13 24 0,29-42 0,-21 29 0,23-42 0,1 0 0,-16 32 0,24-32 0,-31 42 0,13-20 0,-11 14 0,7-3 0,-1-2 0,-1 1 0,22-32 0,-34 42 0,6 10 0,-8-7 0,3 7 0,-1 0 0,1-19 0,1 0 0,6 14 0,9-55 0,-13 54 0,-9 15 0,5-15 0,-7 19 0,1 0 0,7-11 0,-5 9 0,6-9 0,-7 1 0,3 7 0,-1-3 0,16-24 0,-16 27 0,12-24 0,-15 28 0,-1 7 0,1-7 0,-1 7 0,1-2 0,-5-1 0,4 3 0,0-3 0,2 0 0,2 4 0,-3-4 0,-1 0 0,1 3 0,-1-2 0,5-1 0,-3 3 0,7-7 0,-4 3 0,5 0 0,-4 1 0,3 1 0,-3 2 0,4-3 0,0 0 0,0 4 0,0-9 0,10 7 0,-7-2 0,17 0 0,-7-4 0,-1 4 0,9-6 0,-19 10 0,19-3 0,-19 3 0,19-4 0,-9 2 0,20-6 0,-7 3 0,-4-1 0,-1 2 0,-7 8 0,10-6 0,0 4 0,0-6 0,-1 6 0,22-8 0,-16 7 0,37-12 0,-37 12 0,14-1 0,1 1 0,-5 0 0,-5 3 0,-2 0 0,-8 0 0,0 6 0,-11 0 0,9 0 0,-19 0 0,9 5 0,-11 0 0,10 6 0,-8-1 0,19 4 0,0 8 0,-6-7 0,13 15 0,-15-11 0,10 9 0,11 17 0,-9-13 0,20 31 0,-8-14 0,-14-13 0,1 1 0,28 31 0,-26-22 0,2 0 0,-3-8 0,-1 2 0,-2 13 0,2-1 0,10-9 0,0-1 0,-11 9 0,0 3 0,13 3 0,1 2 0,-4 6 0,0 3 0,8 7 0,2 2-1485,-1-2 0,0 2 1485,-19-20 0,0 2 0,-1-3 0,12 13 0,-1-1 0,-11-11 0,0 1 0,-2-6 0,1-3 0,0-3 0,9 16 0,-1-1 0,-10-15 0,-1-2 0,0 1 0,1 0 0,-1-2 0,-1-1 0,21 35 0,-16-40 0,0 1 0,-7 11 0,0-1 0,9-9 0,1 0 0,3 7 0,-2 0 0,26 22 0,-20-23 0,2 1 0,-8-1 0,0 0 0,8 9 0,2 1 0,9 2 0,0 0 0,-8-2 0,2 0 0,15 6 0,1-2 0,-17-9 0,-1-2 0,9 4 0,-2-4 2970,16 9-2970,-27-18 0,-3-2 0,0-4 0,-4-3 0,3-1 0,20 8 0,20 8 0,1-11 0,-34-11 0,0 1 0,-8-6 0,0-1 0,8 3 0,-1-1 0,35 13 0,0-10 0,0 0 0,-35-9 0,1-1 0,39 10 0,-30-14 0,2-1 0,-8 4 0,-1 0 0,11-9 0,0-1 0,-11 4 0,1 2 0,7-1 0,0 0 0,-8-5 0,1 1 0,19 4 0,2 0-853,-8-5 0,-1-2 853,8 1 0,0 0 0,-9 0 0,-2 0 0,2 0 0,-3 0 0,28 0 0,-10 0 0,-52 0 0,-3 0 0,-10 0 0,-4 0 0,-6 0 0,-5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43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1190 0 24575,'-29'54'0,"-11"26"0,24-48 0,-11 12 0,-3 5-2070,-5 21 2070,-3-17 0,-1 0 0,-3 17 0,9-28 0,-3-1 0,1-3 0,2-2 665,-8 10-665,-4 4 0,5-3 0,22-22 0,-15 15 0,-1 0 0,13-16 342,-39 37-342,40-36 0,-16 15 0,-3 0 0,15-6 0,-22 19 0,18-11 0,-6-6 0,-19 34 0,21-37 1063,-10 21-1063,33-36 0,-1-3 0,1-4 0,-1 5 0,0-9 0,1 7 0,3-5 0,-2-4 0,7 4 0,-8-4 0,8 5 0,-7-5 0,7 3 0,-8-2 0,8 3 0,-8-4 0,8-9 0,1-2 0,8-23 0,17-19 0,-4-20 0,1 14 0,2-2-615,-6 8 0,0 2 615,15-32-309,-6 17 309,-15 29 0,0 1 0,-5-9 0,2 23 0,-8-11 0,3 17 1209,0 1-1209,-3 2 330,3 2-330,-4 5 0,0 17 0,-13 74-899,9-12 899,-7-12 0,-1-2 0,10-6 0,-18 23 0,17-23 0,-11 0 0,13 2 0,-9-28 0,8-1 0,-8-1 0,8-16 899,-2 4-899,0-7 0,3 3 0,-3-1 0,-1-2 0,4 3 0,-3-5 0,8-4 0,2-5 0,3-1 0,44-27 0,-28 18 0,33-15 0,-39 16 0,61-16 0,-36 8-239,23-8 0,-1 0 239,-23 13 0,27-16 0,-51 27 0,-4-8 0,3 8 0,-7-3 0,2 0 119,-3 2 1,-5-2-1,-1 4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46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24575,'14'0'0,"-4"0"0,19 6 0,-8 0 0,9 5 0,-6-5 0,46 22 0,-7-12 0,26 16-1553,-6-2 0,1-2 1553,5-1 0,-17-1 0,13 4 0,-10-5 0,-22-11 0,-2-1 0,22 8 0,3 2-354,2 6 1,-5-2 353,11 0 0,-19 1 0,-5-4 0,-18-17 0,0 6 0,8-8 0,-16 7 0,34 3 2979,-41-8-2979,23 7 834,-31-13-834,-4 7 0,3-7 0,1 8 0,-3-8 0,2 3 0,-9-4 0,-3 4 0,2-3 0,-3 3 0,5-4 0,-1 0 0,1 0 0,3 0 0,-2 0 0,7 0 0,-3 0 0,4 0 0,0 0 0,-4 0 0,-2 5 0,-3-4 0,-1 3 0,-8-4 0,-2 0 0,-13-4 0,-11-10 0,-17-23 0,-3 5 0,-19-30-709,2-7 709,15 23 0,-4-22 0,27 41 0,0-5 0,-3-7 0,11 21 0,2-6 709,6 15-709,7-1 0,-4 0 0,10 5 0,0 1 0,9 8 0,30 35 0,-22-21 0,21 25 0,-8-8 0,-15-15 0,24 31 0,-28-30 0,10 18 0,-14-21 0,1 10 0,0-13 0,-7-1 0,16 15 0,-15-16 0,14 15 0,-15-18 0,8 4 0,-4 0 0,-1-8 0,1 7 0,-1-8 0,1 5 0,-5-1 0,3 1 0,-2-5 0,3 3 0,-4-2 0,4-1 0,-8 3 0,7-7 0,-7 8 0,4-4 0,-1 0 0,-3 4 0,-15 4 0,0 3 0,-15 3 0,-21 10 0,-29 4-420,33-15 0,-2 0 420,-8 1 0,3-2 0,-1 0 0,-5 0 0,31-11 0,1 4 0,-2-9 0,23 8 0,-7-8 840,8 3-840,-1 0 0,-2-3 0,7 3 0,-3-4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11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96 24575,'4'-9'0,"-2"-1"0,6 1 0,-7-1 0,7 0 0,-2 5 0,3-8 0,1 11 0,-1-11 0,1 12 0,3-7 0,-2 7 0,3-4 0,-5 5 0,1 0 0,-5 5 0,-1 0 0,1 4 0,0 1 0,4 8 0,-3-6 0,2 5 0,-7-7 0,3 0 0,-4 3 0,-6 12 0,-5 28 0,-22 23 0,13-16 0,-3-14 0,1-3 0,6-6 0,-9 12 0,13-21 0,7-18 0,-4 4 0,8-4 0,-7-5 0,2 3 0,1-2 0,1 3 0,0-4 0,7 0 0,-2-5 0,8 0 0,1 0 0,3 0 0,-2 0 0,3 0 0,-5 0 0,15 0 0,-11 0 0,11 0 0,-10 0 0,-4 0 0,4 0 0,-9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12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10803,'4'-10'0,"1"1"5013,5-1-5013,-1 5 2396,1-4-2396,-1 8 1376,-4-7-1376,4 7 4987,-4-4-4987,5 5 0,-1 0 0,1 5 0,-1-4 0,1 7 0,-5-3 0,3 1 0,-7 2 0,4-3 0,-5 9 0,0-3 0,4 2 0,-3-3 0,3 14 0,-4-11 0,0 11 0,0-10 0,0-4 0,0 4 0,0-5 0,0 1 0,0-1 0,0 1 0,-4-5 0,3 4 0,-8-4 0,8 4 0,-7-3 0,2-2 0,1 0 0,-4-3 0,4 3 0,-5-4 0,1 0 0,-1 0 0,1 0 0,-1-4 0,5-1 0,-4-5 0,8 1 0,-7-1 0,6 0 0,-2 1 0,0-1 0,3 1 0,-3-1 0,4 0 0,0 1 0,0-1 0,4 5 0,-3-4 0,7 4 0,-2-5 0,3 1 0,1-1 0,-1 5 0,-4 0 0,0 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12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73 24575,'13'-13'0,"-2"2"0,7-3 0,-3 0 0,0 8 0,-2-7 0,-3 12 0,-1 1 0,1 9 0,-1 10 0,1-3 0,-1 6 0,-3 3 0,2-7 0,-7 6 0,3-15 0,-4 1 0,0-1 0,0 1 0,0 3 0,0-2 0,0 7 0,0-8 0,-4 4 0,3-4 0,-8-1 0,8 1 0,-7-5 0,7 3 0,-8-7 0,4 8 0,-5-8 0,1 3 0,-5-4 0,-1 0 0,-4 0 0,0 0 0,4-4 0,1 3 0,4-3 0,1-1 0,-1 0 0,1-5 0,-5-8 0,3 7 0,1-8 0,2 10 0,7-1 0,-3 1 0,4-1 0,0 0 0,0 1 0,0-1 0,4 5 0,-3-4 0,3 8 0,-4-3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8:37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2:21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959 1 24575,'0'19'0,"10"39"0,5 23 0,-9-23 0,1 7 0,1 4 0,2 7 0,-3-4-2011,-5 6 0,-1 0 2011,7-6 0,2 4 0,-2-8 0,-6-7 0,-1-7 628,11 25-628,-12-19 792,0-28-792,0-1 0,0-2 0,0 1 2065,0-13-2065,0 7 537,0-10-537,0-4 0,0 18 0,0-10 0,0 11 0,0 21 0,0-28 0,0 37 0,0-31 0,0 35 0,0-16 0,0 15 0,0 1 0,0-30 0,0 47 0,0-47 0,0 19 0,0 8 0,0-2 0,0 31 0,0-31 0,0-8 0,0 0 0,0 28 0,0-15 0,-6 1 0,0-5 0,3-27 0,-4 28 0,2 2 0,5-19 0,0 30-429,-7-22 1,0 0 428,4 17 0,-11 16 0,1 4-1324,9 11 1324,-17-1 0,0-3 0,13-11 0,-10-24 0,1 5 0,15 10 0,2-4 0,-12-3 0,11 12 0,0 6 0,-8-18 0,-2-5 0,4-11 0,0 0 0,-1 14 0,-1-1 0,-11 18 0,19-29 0,0 2 0,-9-7 0,0 1 0,9 6 0,0-2-829,-15 8 829,7 1 0,1 0 0,-1-1 0,-3 2 0,3-3-210,7-19 210,-4 21 0,0-10 0,-2 4 0,2-8 0,-1 1 0,0 6 0,-2-3 754,-7 10-754,14-21 1303,-14 21-1303,14-16 0,-9 15 0,-2 1 917,4-6-917,1-3 0,1-3 0,0-9 0,1 0 246,5-1-246,-6 1 0,7 0 0,-6 0 0,6 18 0,-1 5-803,-15 19 803,15-19 0,-1 0 0,-18 19 0,18-16 0,-18 21 0,18-1 0,-18 1 0,13-15 0,2 1 0,-1-23 0,-1 0-295,-4 23 1,2-1 294,7 15 0,-8 0 0,0-1 0,8-20 0,-18 16 0,17-16 0,-13 0 0,15 15 0,-5-36 0,1 6 778,4-14-778,-3-7 0,4 0 0,-6 7 0,4-7 0,-4 10 0,6 20 0,0 6 0,-10 21 0,8 0-69,-9-35 0,0 1 69,8 39 0,-9-30 0,-1 3 0,5 10 0,1 0 0,0-16 0,-1 3-533,-1 6 0,-1 7 0,3-13 533,3 9-334,-6-13 0,1-7 334,8-24 666,-3 24-666,-6 15 0,7 8 0,-16 10 0,16 11 0,-13-24-350,15-21 0,1 0 350,-17 16 0,16-12 0,0-2 0,-9 5 0,4-9 0,2 0 0,2 4 0,-18 35 0,17-1-4744,-6-20 4744,1-4 0,2-2 0,3-15 215,-3 14 1,-2 1-216,-2-5 0,8 32 0,-8 0 0,0 0-319,7-1 319,-6-20 514,9-15-514,0-14 6592,0 14-6592,0-6 81,0 16-81,0-21 498,0-15-498,0 1 0,0-3 0,0-3 0,0 3 0,0 3 0,0-11 0,0 8 0,0-11 0,0-1 0,0-2 0,0 7 0,0-8 0,0 19 0,0-12 0,0 8 0,0-7 0,0 7 0,0-8 0,0 11 0,0-17 0,0 3 0,0-5 0,0 1 0,0-1 0,0 1 0,0-5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2:24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24575,'5'-5'0,"0"0"0,9 5 0,-4 0 0,4 0 0,-5 0 0,15 0 0,-6 0 0,21 0 0,-17 0 0,62 0 0,15 0 0,-11 0-2262,-18 0 1,11 0 0,0 0 2261,-6 0 0,-1 0 0,-4 0 0,10 0 0,2 0-606,-3 0 0,5 0 1,-8 0 605,-5 0 0,-6 0-562,3 6 1,0 0 561,-1-5 0,1 1 0,-2 10 0,4 0 0,0-9 0,6-4 0,-3 2-707,5 12 1,0-1 706,22-10 0,-2-1 0,-30 4 0,-6 2 0,32 2 0,-39-7 0,0-1 4628,34 9-4628,-28-9 0,6-2 0,-2 1 0,5 0 0,-2 0 324,19 0 1,1 0-325,13 0 0,-4 0 0,-30 0 0,-4 0 0,-6 0 0,1 0 0,10-1 0,0 2 0,-12 3 0,2 2 0,37-5 0,1 0 0,-32 4 0,2 0-169,4-4 0,6-2 0,-6 1 169,2 0 0,-3 0 0,10 0 0,-1 0 0,-10 0 0,-1 0 0,1 0 0,0 0 0,0 0 0,-1 0 0,1 0 0,0 0 0,0 0 0,-1 0 0,-8 0 0,-3 0 896,0 0 0,-2 0-896,35 0 0,-1 0 0,1 0 0,0 0 0,0 0 0,-1 0 0,-33 0 0,0 0-649,39 0 649,-30 0 0,2 0 0,-8 0 0,-1 0 0,0 0 0,1 0 0,7 0 0,0 0 0,-8 0 0,1 0 776,9 0 1,2 0-777,-2 0 0,1 0 0,0 0 0,0 0 370,-1 0 0,1 0-370,10 0 0,1 0-842,1-1 1,1 2 841,10 5 0,1 1 0,-1-5 0,0 0-2402,0 5 0,1-1 2402,-26-5 0,3-1 0,-1-1 0,1 1 0,0 0 0,1 0-716,6 0 0,1 0 0,0 0 716,-1 0 0,1 0 0,-1 0-247,1 0 1,-1 0-1,1 0 247,-1 0 0,0 0 0,1 0 0,-1 0 0,1 0 0,-1 0 0,1 0 0,-1 0 0,1 0 0,-1 1 0,0-1 0,1-1 0,6-3 0,1-2 0,-1 1 0,-5 3 0,-1 2 0,3-2 0,9-3 0,2-1 0,0 2 0,-6 3 0,-1 1 0,2 1-209,6-1 0,0 0 0,0 0 209,-6 0 0,-1 0 0,-1 0 0,0 0 0,0 0 0,-1 0 0,-6 0 0,-1 1 0,0-2 0,0-4 0,1 0 0,-1 0 0,1 3 0,-1 2 0,1-2 628,-1-2 1,0-2-1,1 2-628,-1 3 0,1 1 0,-1 1 0,1-1 0,-1 0 0,1 0 0,-1 0 0,1 0 0,-1 0 0,0 0 0,1 0 0,-1 0 0,1 0 0,-1 0 0,1 0 0,-1 0 0,1 0 0,-1 0-535,0 0 0,0 0 0,1 0 535,6 0 0,1 1 0,0-2 0,-6-3 0,-1-2 0,2 1 312,10 4 1,3 1-1,-2-2-312,-4-7 0,-1-3 0,-1 3 0,2 6 0,-1 3 0,0-1 249,-2-4 0,1-1 1,-1 2-250,1 2 0,-1 3 0,0 0-37,-4-1 1,-1 0 0,0 0 36,-2 0 0,1 1 0,-1-2 0,-1-4 0,0 0 0,-1 0 0,-4 3 0,-1 2 0,1-2 0,5-2 0,2-2 0,0 2 0,-1 3 0,0 1 0,1 1 397,6-1 0,1 0 1,-1 0-398,-4 0 0,-2 0 0,2 0 0,11 0 0,1 0 0,-1 0 22,-11 0 0,-2 0 0,1 0-22,6 0 0,0 0 0,-1 0 0,-6 0 0,0 0 0,-2 0-356,-5 0 1,0 0 0,-2 0 355,1 0 0,-1 0 0,-1 0 0,24 1 0,0-2 528,-24-3 0,1-2 1,1 1-529,-1 3 0,2 2 0,0-2 0,4-2 0,1-2 0,5 2 0,4 3 0,7 1 0,0 0 0,-5 1 624,3-1 1,-5 0 0,4 0-625,-7 0 0,5 0 0,-1 0 0,-6 0 0,0 0 0,-4 0 0,-5 0 0,5 0 0,-4 0 0,8 0 0,-7 0 0,-4 0 792,-15 0-792,7 0 3501,-33 0-3501,54 0 672,-55 0-672,24 0 2461,-31 0-2461,11 0 0,-13 0 0,7 0 0,-10 0 0,-4 0 0,0 0 0,-6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5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24575,'9'0'0,"1"0"0,-1 0 0,1 0 0,-1 0 0,1 0 0,-1 0 0,1 0 0,-1 0 0,1 0 0,-1 0 0,1 0 0,-1 0 0,1 0 0,-1 0 0,1 0 0,-1 0 0,1 0 0,-5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6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24575,'9'0'0,"1"0"0,-1 0 0,1 0 0,-1 0 0,1 0 0,-1 0 0,1 0 0,-1 0 0,1 0 0,-1 0 0,1 0 0,-5 4 0,-1-3 0,-4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7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12847,'9'0'0,"1"0"4636,3 0-4636,-2 0 2038,3 0-2038,-5 0 1132,1 0-1132,-1 0 3922,1 0-3922,-1 0 0,1 0 0,-1 0 0,-3 0 0,-2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8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24575,'9'0'0,"1"0"0,-1 0 0,1 0 0,-1 0 0,1 0 0,-1 0 0,1 0 0,-1 0 0,1 0 0,-1 0 0,-3-4 0,2 3 0,-7-3 0,4 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9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24575,'10'0'0,"-1"0"0,1 0 0,-1 0 0,1 0 0,-1 0 0,1 0 0,-1 0 0,-3-4 0,2 3 0,-3-3 0,9 4 0,-3 0 0,2 0 0,-3 0 0,-1 0 0,-3 0 0,-2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1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24575,'14'0'0,"1"0"0,4 0 0,0 0 0,0 0 0,-5 0 0,0 0 0,-4 0 0,-1 0 0,1 0 0,-1 0 0,1 0 0,-1 0 0,1 0 0,-1 0 0,1 0 0,-1 0 0,1 0 0,-1 0 0,-4 0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3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24575,'10'0'0,"-1"0"0,1 0 0,-1 0 0,1 0 0,-1 0 0,1 0 0,-1 0 0,1 0 0,-1 0 0,1 0 0,-1 0 0,1 0 0,-1 0 0,1 0 0,-1 0 0,1 0 0,-1 0 0,1 0 0,-1 0 0,1 0 0,-1 0 0,1 0 0,-1 0 0,1 0 0,-1 0 0,5 0 0,-3 0 0,2 0 0,1 0 0,-3 0 0,7 0 0,-4-4 0,1 3 0,-1-3 0,0 4 0,-4 0 0,4 0 0,-4 0 0,-1 0 0,1 0 0,-1 0 0,1 0 0,-1 0 0,-4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6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24575,'0'36'0,"0"25"0,0-20 0,0 30 0,0-41 0,0 2 0,0-18 0,0-3 0,0 2 0,0-3 0,0-1 0,0-3 0,0-2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7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24575,'0'14'0,"0"1"0,0 4 0,0-4 0,-5 3 0,4-3 0,-3 4 0,4 0 0,0 0 0,0-5 0,0 0 0,0-4 0,0-1 0,0 1 0,0-1 0,0 1 0,0-1 0,0-4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8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24575,'0'10'0,"-10"53"0,7-25 0,-7 33 0,10-42 0,0-14 0,0-2 0,0 1 0,0-3 0,0-2 0,0-5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8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24575,'0'19'0,"0"-4"0,0 13 0,0-1 0,-4 5 0,3-3 0,-3-14 0,4-1 0,0-5 0,0 1 0,0-5 0,0-1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9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24575,'0'9'0,"0"5"0,0 1 0,0 4 0,0 31 0,0 10 0,0 34-1262,1-8 1,-2 3 1261,-4-29 0,0-5 0,3 33 0,-8-25 600,10-21-600,0-10 0,4-12 0,1-15 0,1-6 0,-2-4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0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24575,'0'14'0,"0"0"0,0 10 0,0 3 0,5 5 0,-4-7 0,3-11 0,-4-5 0,4-3 0,-3 2 0,3-3 0,-4 5 0,0-1 0,5 5 0,-4 1 0,3 14 0,-4-7 0,0 7 0,0 62 0,0-43 0,0 46 0,0-65 0,0-10 0,0-4 0,0-6 0,0-4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1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24575,'0'32'0,"0"7"0,0-17 0,0 17 0,0-7 0,0-1 0,0 9 0,0-19 0,0 4 0,0-11 0,0-4 0,0-1 0,0 1 0,0-1 0,0-4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2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24575,'0'19'0,"-10"31"0,7-23 0,-7 23 0,10-31 0,0 0 0,0-4 0,0-1 0,0-5 0,0 1 0,0-1 0,0 1 0,0-1 0,0 1 0,0-1 0,0 1 0,4-1 0,-2 1 0,2-5 0,-4-1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8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60 24575,'5'-9'0,"0"-1"0,4 1 0,1 3 0,-1-2 0,1 7 0,-1-8 0,1 8 0,-1-3 0,1 4 0,-1 0 0,-3 4 0,-2 1 0,-4 5 0,4-1 0,-3 1 0,3-1 0,-4 1 0,0-1 0,0 5 0,0-3 0,0 2 0,0-3 0,-4-1 0,3 1 0,-7-1 0,6 1 0,-2-1 0,0-3 0,3 2 0,-8-7 0,8 8 0,-7-8 0,2 3 0,-3-4 0,-1 0 0,1 0 0,-1 0 0,0 0 0,1 0 0,-1 0 0,0 0 0,5-4 0,1-2 0,4-3 0,0-1 0,0 0 0,0 1 0,0-1 0,0 1 0,0-5 0,0 3 0,4-7 0,1 7 0,5-7 0,-1 8 0,1-4 0,-1 4 0,1 1 0,-1 3 0,1 2 0,-1 4 0,1 0 0,-5 4 0,4-3 0,-8 8 0,7-8 0,-7 7 0,8-7 0,-8 8 0,3-4 0,-4 4 0,0 5 0,0-3 0,4 3 0,-3-5 0,3 1 0,-4 3 0,0-2 0,0 3 0,0-5 0,0 1 0,0-1 0,0 1 0,-4-1 0,3 1 0,-7-5 0,2-1 0,-3-4 0,-1 0 0,5-4 0,-4 3 0,8-8 0,-3 4 0,4-5 0,0 1 0,0-1 0,4 5 0,-3-4 0,3 12 0,-4-2 0,0 9 0,0-1 0,0 1 0,0-1 0,-4 1 0,3-1 0,-8-3 0,4-2 0,-5-4 0,1 0 0,4-4 0,0-2 0,5-3 0,0-1 0,0 0 0,0 1 0,4 3 0,2-2 0,3 7 0,1-8 0,3 4 0,-2 0 0,3-4 0,-5 8 0,1-3 0,-5 8 0,-1 1 0,-4 5 0,0-1 0,0 1 0,0-1 0,-4 1 0,3-1 0,-8 5 0,4-8 0,0 7 0,-4-12 0,8 8 0,-7-8 0,2 3 0,-3-4 0,-1 0 0,0 0 0,1-4 0,-1 2 0,1-6 0,-5-6 0,3 2 0,-3-6 0,9 9 0,-4-1 0,8 0 0,-3 1 0,4-5 0,0 3 0,0-3 0,0 5 0,0-1 0,0 1 0,4 3 0,1 2 0,5 4 0,-1 0 0,-3 4 0,2-3 0,-3 4 0,5-1 0,-1 1 0,1 0 0,-5 4 0,4-4 0,-8 5 0,7-1 0,-7 1 0,3-1 0,-4 1 0,0-1 0,0 1 0,0-1 0,-4-4 0,3 4 0,-7-8 0,7-1 0,-4-5 0,5-5 0,0 0 0,5 1 0,0 3 0,4-2 0,1 7 0,-5-4 0,-1 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5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14783,'5'10'0,"-1"3"4107,2 12-4107,-4 28 0,14 15 0,-14 0 0,8 15 1694,-10-46-1694,0 13 918,0 0-918,-12 29 0,5-16 0,-12 18 0,3-29 3073,7-19-3073,-5 16 0,13-34 0,-8-1 0,8 0 0,-3-4 0,4-1 0,0 1 0,0-1 0,0-4 0,0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5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24575,'0'10'0,"4"-5"0,-3 3 0,12-7 0,-7 8 0,8-8 0,10 9 0,3-8 0,36 4 0,26 6 0,5-9 0,-38 8 0,-3 0 0,1-9 0,5 8 0,-32-10 0,15 0 0,-14 0 0,-4 0 0,-15 0 0,1 0 0,-1 0 0,1 0 0,-5 0 0,-1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6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1 165 12302,'5'4'0,"3"1"4757,-7 5-4757,8-5 2135,-8 3-2135,7-6 1195,-2 2-1195,3-4 4186,-4 4-4186,4-3 0,0 3 0,6-4 0,4 0 0,10 0 0,-11-4 0,10 3 0,17-23 0,-8 13 0,26-23 0,-35 20 0,0-3 0,-22 7 0,7 0 0,-12 1 0,3-1 0,-8 1 0,3-1 0,-12-4 0,7 3 0,-8-2 0,0 7 0,3 2 0,-3 4 0,5 0 0,3 4 0,2 1 0,4 5 0,0-1 0,0 1 0,0 0 0,0-1 0,0 5 0,0-4 0,6 18 0,-4-14 0,8 5 0,-9-10 0,8-4 0,-8 4 0,20 9 0,-4-2 0,7-1 0,-2-2 0,-11-12 0,7 7 0,-8-7 0,8 8 0,-3-8 0,14 9 0,-7-4 0,17 1 0,-7 4 0,18-10 0,-16 5 0,-5-6 0,-20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7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1 24575,'-15'0'0,"2"0"0,3 4 0,0-3 0,1 7 0,-1-2 0,1-1 0,-1 3 0,0-2 0,1-1 0,-1 3 0,5-2 0,1 3 0,4 1 0,0-1 0,0 1 0,0 3 0,4-2 0,1 3 0,5-5 0,13 3 0,5 6 0,14-3 0,0 5 0,0 0 0,-1-4 0,-13 2 0,10-5 0,-10 6 0,34 0 0,-14 2 0,14 2 0,-30-9 0,-7-1 0,-11-4 0,-5-4 0,-4 5 0,0-1 0,-5 1 0,0-1 0,0 1 0,0-1 0,-5 1 0,-4 3 0,-2-2 0,-7 3 0,7-5 0,-2-4 0,-1 4 0,-1-8 0,-4 3 0,4-4 0,1 0 0,4 0 0,-3 0 0,2 0 0,-7 0 0,7-4 0,-17-10 0,19 7 0,-10-5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8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24575,'9'19'0,"16"45"0,2 6 0,-12-23-1229,20 43 1,0 5 1228,-17-11 31,2-37 1,0 0-32,1 37 570,-7-53-570,-3-2 0,-6-14 0,4-5 1232,1-6-1232,-1-4 592,1 0-592,-1 0 0,1 0 0,-1 0 0,1 0 0,-1 0 0,-3-4 0,2 3 0,-7-4 0,3 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8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14067,'4'-5'0,"1"0"4318,5 5-4318,-1 0 1822,1 0-1822,4 0 995,-4 0-995,18 0 3373,-15 5-3373,26-4 0,-26 7 0,11-7 0,-11 8 0,2-8 0,14 9 0,-11-8 0,20 10 0,-21-6 0,8 1 0,-11-3 0,0 0 0,31-3 0,-18 8 0,54 2 0,-54-5 0,19 9 0,-28-14 0,-8 3 0,8 0 0,-7-3 0,2 3 0,-3-4 0,-1 0 0,1 0 0,0 0 0,-1 0 0,1 0 0,-5 0 0,-1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24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24575,'10'0'0,"-1"0"0,1 0 0,-1 0 0,1 0 0,-1 0 0,1 0 0,-1 0 0,1 0 0,-1 0 0,-3-4 0,2 3 0,-3-3 0,5 4 0,-1 0 0,1 0 0,-1 0 0,1 0 0,-1-5 0,1 4 0,-1-3 0,-3 4 0,-2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26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0 24575,'10'0'0,"-1"0"0,1 0 0,-1 0 0,1 0 0,-1 0 0,1 0 0,-1 0 0,1 0 0,-24 0 0,10 0 0,-24 0 0,13 0 0,0 0 0,1 0 0,4 0 0,1 0 0,-1 0 0,0 0 0,1 0 0,-1 0 0,1 0 0,-1 0 0,5 0 0,0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5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15 24575,'5'-5'0,"0"1"0,0-1 0,4 4 0,-8 1 0,3 6 0,-4 3 0,0 1 0,0-1 0,0 1 0,0-1 0,0 1 0,0-1 0,-4-4 0,3 4 0,-8-8 0,4 3 0,-5-4 0,0 0 0,1 0 0,-1 0 0,5-4 0,1-1 0,4-5 0,4 0 0,1 5 0,0-4 0,4 4 0,-4-4 0,5 3 0,-1-2 0,1 7 0,-1-4 0,1 5 0,-1 0 0,1 0 0,-1 0 0,1 0 0,-1 0 0,-4 5 0,4 0 0,-8 4 0,7 1 0,-7-1 0,4 1 0,-5-1 0,0 5 0,-5-3 0,0 2 0,0-3 0,-4-1 0,4-3 0,-5-2 0,-4-4 0,8-4 0,2 3 0,5 5 0,3 2 0,-4 8 0,0-5 0,0 1 0,0-1 0,0 1 0,0-1 0,0 1 0,-4-5 0,-6-1 0,-1-4 0,-7-4 0,4-1 0,-6-5 0,6 0 0,4-3 0,1 2 0,8-3 0,-3 5 0,8 3 0,2 2 0,3 4 0,1 0 0,-1 0 0,1 0 0,-1 0 0,1 0 0,-1 0 0,5 0 0,-4 4 0,8-3 0,-7 8 0,3-8 0,-5 3 0,1 0 0,-1-3 0,-4 8 0,-5-8 0,-9-6 0,2-1 0,-1-8 0,8 5 0,0-1 0,0 5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8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24575,'9'0'0,"1"0"0,4 0 0,-4 0 0,8 0 0,-7 0 0,11 0 0,-6 0 0,3 0 0,-6 0 0,-3 0 0,-1 0 0,5 0 0,-8 0 0,3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8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24575,'10'0'0,"-1"0"0,1 0 0,3 0 0,2 0 0,0 0 0,-1 0 0,-5 0 0,1 0 0,-1 0 0,1 0 0,-1 0 0,1 0 0,-5 0 0,-1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9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24575,'0'9'0,"0"36"0,0-12 0,0 30 0,-12 20 0,3 9 0,-5 1 0,8-26 0,6-29 0,0-20 0,-4 11 0,3-14 0,-4-2 0,5-3 0,0-5 0,0-1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0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1 164 9527,'5'-10'0,"-1"0"5115,1 5-5115,-4-3 2611,7 2-2611,-7-3 1539,8-1-1539,-8-4 5783,7 4-5783,-2-4 0,3 4 0,1 0 0,-1 5 0,-4-3 0,4 2 0,-4 1 0,5-4 0,-1 8 0,-4-7 0,4 7 0,-4-4 0,5 10 0,-5 0 0,3 9 0,-2 0 0,-1 5 0,-1 0 0,-4 0 0,0 0 0,0 0 0,0 11 0,-6 1 0,0 1 0,-6-7 0,7-11 0,-3-5 0,7 5 0,-8-3 0,8 2 0,-8-7 0,4 2 0,0-3 0,-4 5 0,8-1 0,-7-3 0,2-2 0,1-4 0,1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1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24575,'0'13'0,"12"54"0,-9-6 0,9 12 0,-12-16 0,0-39 0,0 11 0,0-10 0,0-4 0,0-2 0,0-12 0,0-16 0,13-13 0,-6-4 0,17-15 0,-11 13 0,3-7 0,-3-2 0,-3 20 0,-3-6 0,2 10 0,-4 9 0,0-4 0,4 9 0,-8-4 0,3 4 0,0-1 0,2 2 0,-1 0 0,-1 3 0,-4-3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2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 22088,'0'10'0,"0"-1"1203,4-4-1203,-3 4 419,3-4-419,0 5 213,-3-1-213,8 1 652,-4-1-652,5 1 0,-1-5 0,-4 3 0,4-2 0,0-1 0,-2 3 0,10-2 0,-11-1 0,12 3 0,-3-7 0,4 8 0,-5-8 0,15 9 0,-16-8 0,11 4 0,-15-6 0,1 0 0,-1 0 0,5 0 0,-4 0 0,8 0 0,-7 0 0,3-4 0,-9-2 0,-1-7 0,-8-2 0,-3-15 0,-4 9 0,0-8 0,1 14 0,5-3 0,-4 7 0,4-3 0,0 4 0,-4 1 0,8-1 0,-7 5 0,6-4 0,-2 4 0,0 0 0,-1 5 0,-1 5 0,-10 19 0,12-11 0,-20 25 0,1 15 0,-14 16 0,12-7 0,-1-2 0,24-43 0,-4 11 0,6-13 0,-4 0 0,3 3 0,-4-8 0,5 4 0,0-4 0,5-5 0,-4 3 0,7-7 0,-3 4 0,5-5 0,-1 4 0,1-3 0,-1 3 0,1-4 0,-1 0 0,1 0 0,-1 0 0,1 0 0,-1-4 0,1 3 0,-1-8 0,5 4 0,-3-5 0,3 5 0,-5-4 0,5 4 0,-4-4 0,4-1 0,-4 0 0,-5 5 0,-1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4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158 601 24575,'-9'-5'0,"-6"5"0,-15 1 0,4 7 0,-3-7 0,14 3 0,1 1 0,4-4 0,5 7 0,1-3 0,4 5 0,0-1 0,0 1 0,0-1 0,0 5 0,0-3 0,0 17 0,0-15 0,4 11 0,-3-15 0,3 1 0,1-5 0,-4 4 0,7-8 0,-3 3 0,1 0 0,-2-7 0,0 2 0,-3-9 0,8 1 0,-2-15 0,18-25 0,-4-19 0,8 0 0,-14 15 0,2-7 0,-4 23 0,3-16 0,-3 14 0,-1 7 0,0 0 0,-5 3 0,-3 14 0,1-3 0,-4 3 0,3-4 0,0 4 0,-3 1 0,3 0 0,-4 4 0,0-4 0,5 4 0,-4 1 0,3-1 0,-4 1 0,4-5 0,-3 3 0,3-3 0,-4 5 0,5-1 0,-4 9 0,3 6 0,-4 41 0,-11 18 0,-2 11 0,3 10 0,-1 1-901,-2-3 1,-2-1 900,2 2 0,0-1 0,4-14 0,0-3 0,1-4 0,0 1 0,0 15 0,2-4-396,6 15 396,0-22 0,0-18 0,0-11 0,0-25 0,0 11 1763,0-14-1763,0-1 0,0-4 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9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24575,'14'0'0,"0"0"0,1 0 0,3 0 0,-7 0 0,2 0 0,-3 0 0,-1 0 0,1 0 0,-1 0 0,1 0 0,-1 0 0,-3-5 0,-2 4 0,-4-3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0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24575,'14'4'0,"-4"-3"0,4 3 0,-4-4 0,3 4 0,-2-3 0,7 8 0,-3-8 0,12 3 0,-6 0 0,7-3 0,-9 4 0,-5-5 0,4 0 0,-3 0 0,4 4 0,9-3 0,-12 3 0,11-4 0,-17 0 0,4 0 0,-4 0 0,-1 0 0,1 0 0,-1 0 0,1 0 0,-5 0 0,-1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3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 24575,'-9'0'0,"-1"0"0,5 8 0,-4-1 0,8 6 0,-3 1 0,4-3 0,0 2 0,-4-3 0,2-1 0,2 1 0,1-1 0,4 1 0,-1 4 0,-3-4 0,7 4 0,-6-4 0,2-1 0,-4-4 0,0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4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24575,'5'10'0,"-4"3"0,3-2 0,-4 3 0,0-5 0,0 1 0,0-1 0,0 1 0,0-1 0,0 1 0,0-1 0,0-3 0,0-2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5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24575,'0'14'0,"0"-3"0,0 6 0,0 8 0,0-7 0,0 10 0,0-18 0,0 19 0,0-8 0,0 5 0,0-8 0,0-8 0,4-1 0,-3 1 0,4-5 0,-5-1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9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49 24575,'5'-10'0,"4"1"0,9-1 0,-1 1 0,10 3 0,-12 2 0,-1 4 0,-5 0 0,1 0 0,-5 8 0,-5-1 0,-5 11 0,-1-8 0,-2 8 0,2-7 0,-3 7 0,3-4 0,-2 5 0,7-4 0,-8 3 0,8-7 0,-3 7 0,0-8 0,-2 4 0,1-4 0,1-1 0,-1-4 0,4 4 0,-7-8 0,3-1 0,-1-6 0,2-7 0,4 2 0,0-3 0,-4 4 0,3-3 0,-4 2 0,10-11 0,0 10 0,4-6 0,1 8 0,-1-4 0,1 4 0,-5-4 0,4 9 0,-4 0 0,4 5 0,1 0 0,-1 0 0,1 4 0,-5 2 0,-1 3 0,1 1 0,-4 4 0,9 10 0,-8-6 0,4 6 0,-6-15 0,0 1 0,0-1 0,0 1 0,0-1 0,-5 1 0,0-1 0,-4 1 0,3-1 0,-2 5 0,-2 1 0,-1 0 0,2-2 0,0-7 0,4-2 0,-5-4 0,1-5 0,3-4 0,-2-2 0,7-7 0,-8 3 0,8 0 0,-3 2 0,4-1 0,0 3 0,0-3 0,0 0 0,0 4 0,0-8 0,0 7 0,0-3 0,0 4 0,4 1 0,1 4 0,5 0 0,-1 5 0,1 0 0,-1 0 0,5 0 0,5 5 0,-3 0 0,2 0 0,-13 4 0,-1 0 0,-4 2 0,0 7 0,0-4 0,0 1 0,0 3 0,-4-3 0,3 4 0,-7 0 0,7-4 0,-4-2 0,1-3 0,3-1 0,-8-3 0,4-2 0,-5-4 0,1-4 0,4-2 0,-4-3 0,8-5 0,-3 3 0,4-7 0,4 7 0,-3-2 0,7 3 0,-7 0 0,8 5 0,-8-3 0,7 6 0,-7 7 0,8 1 0,-8 8 0,3-1 0,-4-2 0,-4 7 0,-6 5 0,0-2 0,-4 7 0,0-13 0,3-2 0,-3-3 0,5-1 0,-1 1 0,1-1 0,-1-8 0,5-2 0,0-13 0,5 4 0,0-4 0,0 8 0,0 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56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 24575,'5'5'0,"0"-1"0,4-4 0,1 0 0,4 0 0,-4 0 0,4 0 0,-5 0 0,1 0 0,-1 0 0,1 0 0,-1 0 0,1 0 0,-1 0 0,-8 0 0,-6 0 0,-10 0 0,-4 0 0,4 0 0,-13 0 0,15 0 0,-11 0 0,14 0 0,0 0 0,1 0 0,-1 0 0,1 0 0,-1-4 0,0 3 0,1-3 0,3 4 0,2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59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97 24575,'-4'5'0,"-1"4"0,-5-4 0,0 0 0,1 4 0,-5-8 0,3 3 0,-3-4 0,5 0 0,-1 0 0,1 0 0,-1 0 0,0 0 0,1-4 0,-1 3 0,5-8 0,1 4 0,-1-1 0,4-2 0,-3 2 0,4-3 0,0-1 0,4 5 0,-3-4 0,8 4 0,-4-5 0,4 5 0,1-3 0,-1 6 0,1-2 0,-1 0 0,1 3 0,-5 1 0,4 1 0,-8 7 0,7-11 0,-7 2 0,12-9 0,-11 1 0,11 3 0,-8 2 0,4 8 0,-3 2 0,-2 3 0,-4 1 0,0-1 0,0 1 0,0-1 0,0 1 0,0-1 0,0 1 0,0-1 0,0 1 0,-4-1 0,3 1 0,-4-1 0,1-3 0,3 2 0,-3-3 0,-1 1 0,4 2 0,-7-7 0,3 3 0,-5-4 0,0 0 0,1 0 0,-1 0 0,0 0 0,5-4 0,1-1 0,0-5 0,3 0 0,-4 1 0,5-5 0,0 3 0,0-3 0,0 5 0,0-5 0,0 3 0,0-2 0,4 7 0,2 2 0,3 4 0,1 0 0,-1 0 0,-3 4 0,-2 1 0,-4 5 0,4 4 0,-3-4 0,3 4 0,-4-5 0,0 1 0,0-1 0,0 1 0,-4-5 0,3-5 0,-3-5 0,8-5 0,-3 1 0,7-5 0,2-1 0,0 4 0,4 3 0,-9 12 0,4 1 0,-8 5 0,3-1 0,0-3 0,-3 2 0,4-3 0,-5 5 0,0-1 0,0 1 0,-5-5 0,4 3 0,-3-6 0,4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4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22596,'4'-5'0,"1"1"964,5 4-964,-1 0 333,1 0-333,-1 0 168,1 0-168,-1 0 514,1 0-514,-5 4 0,4-3 0,-4 12 0,0-7 0,4 8 0,-8-5 0,3 1 0,-4-1 0,0 1 0,0-1 0,0 1 0,0-1 0,-4-4 0,-2 0 0,-3-5 0,-1 0 0,0 0 0,1 0 0,3-5 0,-2 4 0,3-7 0,-1 2 0,2 1 0,4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5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0 116 24575,'0'-10'0,"5"1"0,-4-1 0,7 0 0,-3 1 0,5-1 0,-1 1 0,1-5 0,-1 3 0,1-3 0,-1 9 0,1 1 0,-5 8 0,-1 1 0,-4 5 0,0-1 0,0 1 0,0-1 0,0 1 0,0-1 0,0-4 0,0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6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98 24575,'1'4'0,"-2"2"0,-9-1 0,5 3 0,7-25 0,-1 12 0,18-33 0,-7 20 0,6-7 0,-4 16 0,-4 0 0,-5 12 0,-1-2 0,-8 9 0,3-1 0,-4-3 0,5-2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7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641 912 24575,'-5'10'0,"-4"-5"0,0 3 0,-6-2 0,4 3 0,-2 1 0,4-1 0,-2-3 0,-7-2 0,7-13 0,-39-74 0,16 28 0,-4-6-1445,1-5 0,-3-7 0,0 1 1445,2 7 0,-1 0 0,2 0 0,3 0 0,1 1 0,4 5-37,1 3 1,5 7 36,-2-17 0,21 60 0,4 7 0,0 5 0,0-2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8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24 357 24575,'-12'-32'0,"4"-28"0,4 15 0,14-41 0,-1 30 0,11 3 0,-8 33 0,-2 15 0,-2 15 0,-7 15 0,3-4 0,-4 4 0,0-7 0,-4-3 0,3-9 0,-3-3 0,4-12 0,0 3 0,0 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8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 24575,'6'4'0,"-2"1"0,-4 5 0,0-1 0,0 36 0,0-12 0,0 29 0,0-30 0,0-3 0,0 0 0,-4-7 0,-2 3 0,-3-16 0,-1-9 0,0-9 0,1-6 0,-16-35 0,15 31 0,-9-20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9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476 295 12164,'-6'-5'0,"2"0"4786,0-5-4786,3 1 2159,-8 3-2159,8-2 1212,-12 3-1212,3-5 4254,-19-8-4254,-24-9 0,-36-15 0,16 4 0,4 7 0,30 11 0,22 6 0,-13 1 0,20-1 0,-3 9 0,12-4 0,-3 8 0,4-3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0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24575,'5'4'0,"4"6"0,-4 0 0,13 18 0,-11-15 0,5 11 0,-12-14 0,0-1 0,0 1 0,5-5 0,4-9 0,6 2 0,4-11 0,10 12 0,-12-4 0,7 5 0,-10 5 0,-4 4 0,4 2 0,-4 7 0,-1-8 0,-3 4 0,-2-4 0,-4-1 0,0-4 0,0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1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10 160 24575,'-4'-14'0,"3"-1"0,-4-4 0,5 4 0,0 1 0,0 4 0,5 5 0,0 1 0,0 8 0,4-3 0,-8 7 0,7-6 0,-7 6 0,3-11 0,-4-3 0,0-8 0,5-6 0,0 1 0,4 9 0,-3-3 0,2 12 0,-7 1 0,3 9 0,-4 2 0,0 3 0,-4-1 0,3-2 0,-8 3 0,8-9 0,-3-1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2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74 17363,'-14'-5'0,"3"4"3216,2-7-3216,4 2 1237,10-3-1237,0-5 653,0 3-653,-1-3 2106,1 9-2106,-4 5 0,3 1 0,-4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2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10 642 24575,'-5'10'0,"0"-9"0,5-7 0,5-9 0,-4-4 0,27-52 0,2-13-1373,18 12 0,7-4 1373,-17 11 0,2 3 0,22 7 0,-2 6 0,-10-4 0,-1 29 0,-34 22 0,-5 2 0,3 10 0,-12 5 0,3 14 0,-4 23 0,-12 37 658,-2-21 0,-2 0-658,4-18 0,-1-1 0,-8 7 0,1-8 0,6-20 0,-8 0 0,12-18 0,-4 0 0,4-6 0,1-4 1430,-1-8-1430,0-3 0,-1-18 0,5 16 0,0-6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3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0 330 8191,'30'-11'0,"-9"1"5063,4-2-5063,-11 7 2818,-9-4-2818,5-11 1719,-4 3-1719,38-64 6784,-10 30-6784,16-24 0,-23 45 0,-14 22 0,-3 12 0,-5 1 0,9 40 0,-1 13 0,-1 1 0,-2 5 0,-16-32 0,0-5 0,-2-3 0,0-19 0,7 0 0,-3-5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3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64 24575,'-1'5'0,"2"-5"0,8-6 0,1-7 0,-1 2 0,5-7 0,-8 7 0,7 2 0,-12 9 0,3 5 0,-4 4 0,0 1 0,0 4 0,-4 0 0,3 1 0,-8-5 0,8-2 0,-7-7 0,7 8 0,-4-8 0,5 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4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98 670 24575,'-19'0'0,"4"0"0,1 0 0,4 0 0,5-4 0,1-2 0,4-3 0,0-1 0,0 1 0,-14-78 0,11 58 0,-6-47 0,4-11 0,17 2 0,1 22 0,7 0 0,6 15 0,7 9 0,46 4 0,-11 16 0,-20 19 0,-10 12 0,-29-5 0,14 15 0,-22-7 0,3 4 0,0 0 0,-2-4 0,2-6 0,-4-5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52.7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9886 24575,'5'-5'0,"0"-4"0,4 8 0,15-9 0,-11 4 0,46-21 0,-26 11 0,20-9 0,28-7 0,-49 18 0,29-10 0,0-2 0,-29 7 0,29-6 0,1 0 0,-30 6 0,49-12 0,-29 5 0,-19 11 0,16-10 0,-3 0 0,-20 11 0,19-14 0,0-1 0,-16 11 0,30-27 0,-40 34 0,10-11 0,19-9 0,5-4-2501,17-21 2501,-14 12 0,11-6 0,-8 5 0,-13 11 0,-1 1 0,16-20 0,4-2 0,11 3 0,3 0 0,-19 11 0,2-3 0,0 1-1186,-1 0 1,0-1-1,4-2 1186,2-1 0,5-3 0,-1 1 0,-10 7 0,2 2 0,-5 0-865,-3-2 0,3-4 0,0 1 865,4 1 0,0 1 0,-8 4-903,-14 6 1,1-1 902,31-23 0,12-8 0,-16 12 766,-9 10-766,-3-3 0,11-10 0,-11 10 0,3 3 0,-7 1 0,7-7 0,-10 9 0,-5 6 0,1-1 0,-2 1 2642,-11 10-2642,12-9 0,3-3 0,18-20 1092,-20 20 0,3-2-1092,14-8 0,-2 1 0,10-12 0,-13 19 0,-1-2 0,8-22 0,10 6 0,0-1 0,2-1 0,-30 24 0,1 0 741,34-25 0,-2 2-741,0-1 0,0 0 0,2 1 0,-1-2 0,-5-2 0,-23 22 0,8-4 0,-9 5 0,9-13 0,-5 13 0,11-5 0,-7 4-397,-9 5 0,-1 0 397,11-6 0,7-4 0,-6 3 0,-5-1 0,-3 2 0,1 0 0,0-1 0,0 0 0,1 0 0,-1 0 0,0 1 0,-4 7 0,0 1 0,3-7 0,0 1 0,-2 4 0,-2 3 0,30-27 0,-31 21 0,5-2 0,25-11 0,2-1-976,-17 5 0,3 0 976,-2 5 0,7-2 0,-7 2 0,4-10 0,-5 2 0,0 6 0,0 0-379,7-6 1,0-1 378,-15 10 0,1-2 0,-1 4 0,3-2 0,-2 1 0,4-6 0,0-1 0,-4 7 0,2-1 0,-3 2 0,2-4 0,-2 2 0,5 0 0,0-1 0,5-9 0,-2 0 0,-7 7 0,1 0 0,10-5 0,6-3 0,-2 0 0,4-3 0,-2 1 0,-18 14 0,-1 1 0,3-3-418,5-3 1,6-3 0,-1-1 0,-5 3 417,0-4 0,-5 2 0,1 1 0,7 1 0,1 1 0,0-1 0,-1-4 0,1 0 0,-1 1 0,1 4 0,-1 1 0,1-1 0,-1-4 0,1-2 0,-1 2 0,1 2 0,0 2 0,-1-1 0,-1 2 0,0 1 0,-2-1 0,-3 2 0,-1 0 0,0 1 0,4 2 0,1 1 0,-2 0 0,14-16 0,-1 1 589,8-1 1,-1 2-590,-12 10 0,-2 1 0,-5-1 0,-1 0 84,0 0 0,-1 1-84,-10 7 0,0 1 0,3-8 0,0 2 312,-8 14 0,1 0-312,13-15 0,0 0 0,-12 15 0,0 0 0,12-14 0,0-2 0,-9 8 0,0-1 0,10-1 0,1-1 0,-5-5 0,-1 2 0,2 11 0,-2 1 0,-10-10 0,-2 1 0,43-12 0,-42 12 0,0-1 0,37-22 0,-34 27 0,1-2 0,-4-2 0,-1 0 0,39-24 0,-34 28 0,-1-1 0,22-32 0,-4 24 3176,-22 3-3176,-14 19 169,-14 9-169,-2 3 2123,-3-2-2123,-1 2 1117,1 1-1117,4-4 0,-4 4 0,4-4 0,-5-1 0,-3 5 0,-2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01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1657 24575,'18'23'0,"-3"-9"0,0 15 0,6-1 0,-10-11 0,12 12 0,-8-10 0,-1 1 0,8 13 0,-14-15 0,13 10 0,-20-18 0,7-5 0,-6 4 0,6-8 0,-3-1 0,5-10 0,8-13 0,25-50 0,-14 20 0,4-8-1690,11-11 0,6-10 0,0 0 1690,-2 6 0,-1 0 0,0 1 0,-3 0 0,0 0 0,4 3-667,11-2 1,4 2-1,-11 8 667,-21 13 0,0 0 0,23-12 0,9-5 0,-10 10 0,4-16-59,-16 24 0,6-7 0,-4 6 59,-3 6 0,-3 4 0,-1-3 0,-3 2 0,17-21 0,-36 50 4353,-3 2-4353,2-3 2623,-3 4-2623,-5 1 0,-1 4 0,-4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09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70 24575,'0'10'0,"4"22"0,-3-12 0,7 17 0,-7-18 0,8-8 0,-8 6 0,7-11 0,-7 8 0,8-5 0,-4 1 0,5 3 0,-1-6 0,1 10 0,8-3 0,-7 2 0,11 2 0,-3-4 0,-7-3 0,5-2 0,-12 0 0,5-8 0,-1 7 0,1-7 0,-1 8 0,1-8 0,-1 3 0,5 0 0,-3-3 0,2 3 0,-3-4 0,-1 0 0,-3-4 0,6-1 0,11-24 0,9 7 0,2-13 0,-9 17 0,14-22 0,-23 24 0,23-23 0,-28 29 0,7-13 0,-12 12 0,3-8 0,-5 6 0,-3 2 0,7-3 0,-7 5 0,4-1 0,-5 0 0,0 1 0,0-1 0,0 0 0,0 1 0,0-1 0,0 1 0,0-1 0,0 0 0,0 9 0,0 21 0,0-2 0,6 26 0,-5-12 0,5 10 0,1-1 0,-6 1 0,5 0 0,-6-10 0,7 7 0,-6 14 0,5 15 0,-6 20-441,0-32 1,0-2 440,0 19 0,0 11 0,0-42 0,-6 9 0,-1 2 0,3 4 0,-3-6 0,1 3 0,6 29 0,-6-30 0,4 30 0,-4-51 0,6 28 881,-6-23-881,4 46 0,-10-35 0,4 14 0,-6-20 0,2-14 0,-2 10 0,2-11 0,0 1 0,1-4 0,1-15 0,-4 1 0,8-1 0,-7-3 0,-7-2 0,7 0 0,-25-3 0,24 3 0,-14-4 0,-18 0 0,24 0 0,-58-10 0,57 8 0,-58-28 0,58 21 0,-36-24 0,46 25 0,-11-8 0,14 10 0,5-3 0,0-1 0,5 1 0,0-1 0,0-4 0,0 3 0,7-17 0,-6 15 0,10-11 0,19-11 0,-14 19 0,19-19 0,-26 26 0,-3-1 0,-2 5 0,-4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09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24575,'9'0'0,"1"0"0,-1 0 0,36 0 0,-12 6 0,29-4 0,-20 10 0,0-10-566,7 7-1,7 2 567,3-9 0,2-1 0,-3 6 0,4-1 0,25-5 0,-8-2 0,-21 1 0,-4 0 0,-4 0 0,-18 0 0,57 0 0,-44 0 0,36 0 0,-51 0 0,-16 0 0,-4 0 0,-6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0.8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12800,'3'0'0,"3"0"4647,44 0-4647,-13 7 2046,26-6-2046,-35 5 1138,10-6-1138,-21 0 3944,23 0-3944,-9 0 0,-3 0 0,0 0 0,-13 0 0,4 0 0,-5 0 0,4 0 0,-7 0 0,3 0 0,-5 0 0,1 0 0,-1 0 0,5 0 0,-3 0 0,6 0 0,-6 0 0,7 0 0,-7 0 0,6 0 0,8 0 0,-7 0 0,10 0 0,-18 0 0,0 0 0,-6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2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9224,'5'-5'0,"-4"5"5120,3 5-5120,-4 19 0,0 24 0,12 41 2660,-9 5-2660,9-5 0,-12-6 1579,0-36-1579,0 6 5992,0-14-5992,0-7 0,0 0 0,0-7 0,0-12 0,0-3 0,0-13 0,0-4 0,0-22 0,10-24 0,-1 6 0,9-14 0,4-1 0,4 5 0,11-31 0,-11 50 0,-14 20 0,7-21 0,-4 17 0,-3-3 0,-2 11 0,-2 9 0,-3 1 0,1 8 0,4 16 0,-8-7 0,11 49 0,4 16 0,1 16-641,-2-23 1,-1 2 640,-8-6 0,-1-11 0,3-24 0,-8 35 0,3-18 0,-4-31 0,4 31 0,-3-39 1281,8-9-1281,-8-3 0,7-16 0,23-18 0,0-13 0,5-6 0,4 6 0,0-1-337,-4-6 0,-3 3 337,17-16 0,-13 26 0,-5-1 0,13-9 0,-25 21 0,1 3 0,-14 14 0,5 1 0,-6 4 674,3 1-674,-4-1 0,4 5 0,-8 5 0,3 5 0,0 9 0,-3 1 0,10 14 0,0 23 0,8 16 0,-7 0 0,4-5 0,-14-21 0,4-11 0,-6-6 0,4-7 0,-3-3 0,3 0 0,-4-6 0,0-4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3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0 257 24575,'4'-10'0,"2"1"0,3-1 0,-3 1 0,2-1 0,-3 0 0,5 1 0,-1-5 0,9-1 0,-6-4 0,10 4 0,-11 1 0,7 0 0,-4 4 0,1 0 0,-1 2 0,-5 6 0,1-2 0,-5 8 0,4 2 0,-2 18 0,3-7 0,1 12 0,-6-10 0,6 10 0,0 32 0,4-11 0,-4 11 0,-4-37 0,-7 5 0,0-12 0,0 12 0,0-10 0,0 0 0,-5 0 0,4-4 0,-3-1 0,0-1 0,3 2 0,-8 0 0,4-1 0,-1-5 0,-2 5 0,3-4 0,-1 4 0,-2-4 0,2-1 0,-3 1 0,3-1 0,8-22 0,0 8 0,34-44 0,-17 18 0,26-22 0,-17 11 0,17-10 0,-21 17 0,11-1 0,-23 8 0,6 0 0,-5-4 0,5 3 0,-4 10 0,-8 0 0,7 4 0,-12 1 0,7 0 0,-2-1 0,-1 1 0,3-5 0,-2 5 0,-1-1 0,3 1 0,-7 4 0,4 1 0,-1-5 0,1 3 0,0-3 0,4 5 0,-8-5 0,3 12 0,-4-2 0,-10 49 0,3-22 0,-13 58 0,3-24 0,-5 32 0,8-39 0,1-3 0,0 13 0,-1-5 0,14-37 0,0-4 0,0 1 0,0-1 0,0-5 0,0 1 0,0-1 0,4-3 0,-3 2 0,7-7 0,-2 8 0,3-8 0,1 7 0,8-3 0,8 7 0,-1-2 0,5-3 0,-16 1 0,4-6 0,-7 2 0,3-4 0,-5 0 0,1 0 0,-5 0 0,-1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4.5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24575,'5'4'0,"-1"2"0,0 3 0,2 5 0,-1-4 0,-1 18 0,6 21 0,-8 19 0,8-10 0,-10 23 0,6-45 0,-4 17 0,4-14 0,-6-21 0,4 10 0,-3-18 0,4 4 0,-5-4 0,0-1 0,0 1 0,0-5 0,0-1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5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24575,'14'0'0,"32"0"0,12 0 0,10 0 0,4 0 0,-1 0 0,-8 0 0,0 0 0,-3 0 0,-29 0 0,-6 0 0,-11 0 0,-9 0 0,-1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6.6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24575,'0'24'0,"0"3"0,12 57-2027,-10-29 1,-1 4 2026,5 10 0,0 3 0,-6 7 0,0-1 0,6-8 0,0-5 0,-3 29 0,3-31 0,0-1 0,-6 32 0,0-10 0,0-31 0,0-4 1253,0-12-1253,0 11 662,0-24-662,0-10 0,0-4 0,0 4 2138,0-5-2138,0 1 0,0-1 0,0 1 0,0-1 0,0 1 0,0-1 0,0 1 0,0-1 0,0 1 0,0-1 0,4-8 0,-3-2 0,8-12 0,-2-13 0,7 5 0,7-19 0,-5 23 0,1-7 0,-7 10 0,-1 8 0,1-7 0,-1 12 0,-3-8 0,2 8 0,-3-3 0,5 4 0,-1 0 0,1 0 0,-1 0 0,1 0 0,-1 0 0,1 0 0,-1 0 0,-3 4 0,2-3 0,-2 4 0,-1-1 0,3 1 0,2 9 0,-4-4 0,7 4 0,-8-4 0,5 3 0,-5-2 0,3 7 0,-2-8 0,-1 4 0,3 0 0,-7-4 0,8 8 0,-8-7 0,3 7 0,0-8 0,-3 4 0,4-4 0,-5-1 0,0 1 0,0-1 0,0 1 0,-5-5 0,4 3 0,-7-7 0,7 8 0,-8-8 0,8 7 0,-8-7 0,4 8 0,-9-8 0,4 7 0,-19-7 0,16 4 0,-15-5 0,13 0 0,-4 0 0,0 0 0,0 0 0,0-5 0,-1 4 0,-9-9 0,12 4 0,-7-1 0,14 2 0,0 1 0,1 3 0,-1-3 0,1 4 0,-1-4 0,0 3 0,5-8 0,-3 4 0,7-5 0,-8 5 0,8 0 0,-3 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8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24575,'9'0'0,"1"0"0,4 0 0,-4 0 0,4 0 0,0 0 0,-4 0 0,4 0 0,0 0 0,1 0 0,14 0 0,2 0 0,11 0 0,0 0 0,-10 0 0,7 0 0,-7 0 0,10 0 0,21 0 0,-16 0 0,15 0 0,-20 0 0,0 0 0,0 0 0,0 0 0,-10 0 0,-3 0 0,0 0 0,-7 0 0,17 7 0,-18-6 0,19 5 0,-9-6 0,11 0 0,-10 0 0,-3 0 0,-10 0 0,10 0 0,-7 0 0,7 0 0,-10 0 0,0 0 0,-4 0 0,-1 0 0,-5 0 0,-4 0 0,0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9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24575,'15'0'0,"3"0"0,-4 0 0,1 0 0,3 0 0,-7 0 0,7 0 0,-8 0 0,4 0 0,0 0 0,-4 0 0,4 0 0,0 4 0,-4-3 0,4 4 0,10-5 0,-11 4 0,23-3 0,-23 7 0,14-7 0,-17 4 0,8-5 0,-7 0 0,7 0 0,6 0 0,6 0 0,2 0 0,-5 0 0,-12 4 0,-1-3 0,-5 3 0,1-4 0,-1 0 0,-3 0 0,-2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3.2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 24575,'14'0'0,"30"0"0,-18 0 0,73 0 0,-36 0-1700,1 0 1,3 0 1699,27 0 0,-40 0 0,1 0 284,2 0 0,-4 0-284,10 0 669,18 0-669,-29 0 0,-15 0 0,44 0 1740,-44 0-1740,26 0 422,-21 0-422,-15 5 0,12-4 0,9 3 0,-1-4 0,16 0 0,-3 0 0,-23 0 0,21 0 0,-6-10 0,-5 8 0,6-8 0,-14 10 0,-7 0 0,0 0 0,49 0 0,-49 0 0,25 0 0,8 0-967,19 0 967,-16 0 0,-1 0 0,17 0 0,-19 0 0,-7 0 0,-26 0 0,29 0 0,0 0 0,-29 0 0,17 0 0,4 0 0,5 0 0,0 0 0,23 0 0,-54 0 0,33 0 967,-8 0-967,-5 0 0,6 0 0,-1 0 0,-10 0 0,20 0 0,-2 0 0,-28 0 0,39 0 0,-52 0 0,10-7 0,-7 6 0,3-5 0,24 6 0,-31 0 0,31 0 0,-34 0 0,14 0 0,-12 0 0,12 0 0,-15 0 0,1 0 0,-1 0 0,-5 0 0,1 0 0,4 0 0,-4 0 0,8 0 0,-7 0 0,7 0 0,-8 0 0,4 0 0,-5 0 0,1 0 0,4 0 0,-4 0 0,4 0 0,-9 0 0,-1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5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24575,'0'9'0,"13"15"0,-6-7 0,15 17 0,-3-4 0,-4-4 0,3-1 0,-8-7 0,-1-3 0,-4-1 0,4-4 0,-8 3 0,7-7 0,-7 8 0,4-5 0,-1 1 0,-3-1 0,3 1 0,0-1 0,-3 1 0,4-1 0,-5 5 0,0-4 0,0 4 0,0-4 0,0 3 0,0 2 0,0 0 0,0 3 0,0-8 0,0 4 0,0-4 0,0-1 0,0 1 0,0-1 0,0 5 0,0-4 0,-5 8 0,4-3 0,-7 4 0,7-4 0,-8 3 0,8-7 0,-3 2 0,4-3 0,-4-5 0,2 3 0,-2 2 0,4 1 0,-4-2 0,3 0 0,-3-4 0,-1 4 0,4 13 0,-7-9 0,7 9 0,-8-12 0,8-1 0,-3 1 0,4-1 0,-5 1 0,4-1 0,-3 1 0,0-1 0,3 1 0,-8-1 0,8 5 0,-7-3 0,7 2 0,-4-3 0,5-5 0,0-1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7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1 423 24575,'6'-24'0,"-5"11"0,10-15 0,0-1 0,0 10 0,5-13 0,-11 17 0,4 4 0,-4-6 0,4 7 0,1-5 0,8-14 0,-7 16 0,7-15 0,-9 17 0,1-3 0,8-8 0,-7 9 0,7-9 0,-4 8 0,-8 4 0,7 0 0,-8 1 0,5 8 0,-5-7 0,4 7 0,-4-4 0,4 5 0,-3 5 0,2-4 0,-1 22 0,3-15 0,2 21 0,-7-15 0,4 1 0,2 18 0,0-15 0,1 11 0,-4-15 0,-7 0 0,7-4 0,-6 4 0,2 0 0,-4 0 0,4 1 0,-3 13 0,3-15 0,-4 11 0,0-14 0,0-1 0,0 1 0,0 3 0,0-2 0,0 3 0,0-5 0,0 1 0,0 3 0,-4-2 0,3 3 0,-3-5 0,-1 1 0,4 4 0,-7-4 0,7 4 0,-8 0 0,4-4 0,-1 4 0,-2-5 0,3 1 0,-1-1 0,-2-3 0,7 2 0,-8-3 0,4 5 0,-5-1 0,1 1 0,-1-5 0,5 4 0,-4-8 0,4 3 0,-5 0 0,1-3 0,-1 3 0,0-4 0,1 0 0,-1 0 0,0 0 0,1 0 0,-1 0 0,1 0 0,-1 0 0,5-4 0,-4 3 0,8-8 0,-3 4 0,0 0 0,-2-4 0,1 0 0,-4-2 0,8-3 0,-3 5 0,0-5 0,3 3 0,-8-7 0,8 7 0,-3-3 0,0 5 0,2-5 0,-2 3 0,4-7 0,0 3 0,0-4 0,0 0 0,0 0 0,0 0 0,4 4 0,-3 1 0,4 9 0,-5 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7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24575,'10'0'0,"-1"0"0,1 0 0,-1 0 0,1 0 0,3 0 0,-2 0 0,3 0 0,-5 0 0,1 0 0,4 0 0,-4 0 0,4 0 0,-5 0 0,1 0 0,-1 0 0,1 0 0,-1 0 0,1 0 0,-1 0 0,1 0 0,-1 0 0,1 0 0,4 0 0,-4 0 0,4 0 0,-5 0 0,1 0 0,-1-4 0,1 3 0,-1-3 0,1 4 0,-1 0 0,1 0 0,-1 0 0,1 0 0,-1 0 0,1 0 0,-1 0 0,1 0 0,-1 0 0,1 0 0,-1 0 0,-3 0 0,-2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1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0 24575,'-5'6'0,"4"2"0,-12-3 0,7 5 0,-8-1 0,5 1 0,3-1 0,-2-3 0,7 2 0,-8-7 0,4 8 0,-5-4 0,1 0 0,3 4 0,-2-8 0,2 7 0,-3-3 0,-1 5 0,0-5 0,5 4 0,-3-8 0,2 7 0,1-7 0,1 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2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212 0 12159,'-6'4'0,"-2"-3"4787,7 8-4787,-8-8 2160,8 7-2160,-7-7 1212,2 8-1212,-3 0 4257,-1-2-4257,1 5 0,-1-6 0,0 3 0,1 1 0,-1-1 0,-4 1 0,4-1 0,-4 1 0,4-1 0,0-4 0,1 4 0,-1-8 0,5 7 0,-4-7 0,8 8 0,-7-8 0,7 3 0,-4-4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2.6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282 0 24575,'-5'4'0,"-4"2"0,4-1 0,-5 3 0,1-7 0,4 8 0,-8-4 0,6 5 0,-6-5 0,7 3 0,-2-7 0,2 8 0,-3-8 0,3 7 0,-2-2 0,2 3 0,-3 1 0,-5-5 0,8 3 0,-22 6 0,20-3 0,-16 7 0,14-13 0,5 4 0,-4-4 0,4 0 0,-5 4 0,5-4 0,-4 0 0,4 4 0,0-8 0,0 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3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259 0 9968,'-9'5'0,"-1"4"5094,0-8-5094,1 7 2538,-1-2-2538,1-1 1482,-1 3-1482,0-2 5493,1-1-5493,-1 3 0,1-2 0,-1-1 0,5 3 0,-4-7 0,8 8 0,-8-8 0,0 7 0,3-2 0,-7-1 0,3 3 0,0-2 0,-4 3 0,-4 1 0,6-5 0,-2 3 0,5-7 0,8 4 0,-3-5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3.6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193 1 8191,'-19'9'0,"4"1"5063,-3-1-5063,11 1 2818,-5-5-2818,6-1 1719,1 0-1719,-4-3 6784,8 8-6784,-7-8 0,2 3 0,-3 0 0,-1-3 0,5 8 0,-4-8 0,4 7 0,-5-7 0,1 4 0,3-1 0,-2-3 0,3 7 0,-1-7 0,2 4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4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24575,'10'-6'0,"-1"2"0,1 4 0,8 0 0,8 0 0,31 0 0,-20 0 0,11 6 0,5 0 0,31-3 0,10 9 0,-21-8 0,-12-3 0,-35 4 0,20-5 0,-32 0 0,-5 0 0,1 0 0,-5 4 0,4-3 0,-4 3 0,4-4 0,1 0 0,-1 0 0,-3 4 0,-6-3 0,-6 4 0,-3-1 0,-5-3 0,3 3 0,-7-4 0,7 0 0,-2 0 0,3 0 0,0 0 0,1 0 0,-1 0 0,5 0 0,1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6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24575,'0'10'0,"0"-1"0,0 5 0,10 32 0,-1-9 0,8 26 0,-3-22 0,0 1 0,-2-10 0,1 7 0,-3-17 0,17 38 0,-17-37 0,13 26 0,-21-35 0,6 5 0,-7 0 0,7-4 0,-6 3 0,2-3 0,0 4 0,-3 0 0,3 0 0,-4 0 0,0-4 0,0 13 0,0-15 0,0 11 0,0-15 0,0 1 0,0-1 0,0 1 0,0-9 0,5-2 0,-4-44 0,9 12 0,1-51 0,2 47 0,4-23 0,-7 38 0,2-3 0,-3 7 0,1 8 0,-1-4 0,1 9 0,-1-4 0,1 4 0,-1-1 0,1 2 0,-1 4 0,1 0 0,-1 4 0,-3 2 0,6 7 0,-1 6 0,8 1 0,-4 4 0,-6-10 0,4 4 0,-11-3 0,6 0 0,-3-1 0,-4-5 0,3 1 0,-4 3 0,0 2 0,0 0 0,0-1 0,0-5 0,0 1 0,-4-1 0,2 1 0,-2-1 0,0 1 0,-1-1 0,-1 1 0,-2-5 0,2 3 0,-8-2 0,4-1 0,-4-1 0,4-4 0,1 0 0,-15-6 0,-4-2 0,1-4 0,-2 1 0,14 1 0,1 5 0,-5-4 0,5 8 0,3-3 0,2 4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51.3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24575,'9'0'0,"1"0"0,4 0 0,36 0 0,-27 0 0,30 0 0,-28 0 0,-3 0 0,7 0 0,0 0 0,3 0 0,0 0 0,-7 0 0,-7 0 0,-8 0 0,4 0 0,-5 0 0,1 0 0,-1 0 0,1 0 0,-1 0 0,1 0 0,-1 0 0,1 0 0,-5 0 0,-1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51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 11485,'4'-5'0,"6"1"4912,0 4-4912,8 0 2278,7 0-2278,-3 0 1293,17-6-1293,-17 4 4607,7-4-4607,-10 6 0,31 0 0,-28 0 0,27 0 0,-38 0 0,3 0 0,-5 0 0,1 0 0,-1 0 0,-4 0 0,0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3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24575,'0'24'0,"0"-11"0,0 11 0,0 0 0,0 24 0,6-1 0,-4 16 0,4-21 0,-2-10 0,3 7 0,-1-22 0,5 11 0,-10-17 0,7 7 0,-3-12 0,1 7 0,2-12 0,-3 3 0,5-4 0,-1-4 0,1 3 0,-1-8 0,1 8 0,4-7 0,0-2 0,1-1 0,-1-2 0,-5 3 0,1-4 0,-1 4 0,1-4 0,-1 0 0,3-11 0,-6 7 0,4-6 0,-3 0 0,-1 11 0,6-25 0,-6 25 0,8-26 0,-9 26 0,6-11 0,-10 14 0,15-14 0,-13 11 0,14-15 0,-12 17 0,1-3 0,2 9 0,-7 9 0,3 46 0,-4 31 0,0-31 0,0 2 0,0 4 0,0-2 0,0 35 0,0-31 0,0 2 0,0-29 0,0 11 0,0-10 0,0 28 0,-6-23 0,0 16 0,-7-14 0,3-17 0,2 3 0,0-8 0,3-2 0,-5-4 0,0 1 0,1-2 0,-5 1 0,3 2 0,-7-3 0,3-1 0,-4 1 0,4-5 0,1 4 0,1-8 0,-12 3 0,7-4 0,-10 0 0,17 0 0,-3 0 0,5-4 0,3-2 0,2-3 0,4-5 0,0 3 0,0-3 0,0 5 0,0 3 0,0 2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4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24575,'9'0'0,"1"0"0,-1 0 0,5 0 0,-3 0 0,7 0 0,-8 0 0,4 0 0,-5 0 0,1 0 0,-1 0 0,1 0 0,-1 0 0,1 0 0,-1 0 0,-3 0 0,-2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5.0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24575,'3'0'0,"-1"0"0,12 0 0,-4 0 0,-1 0 0,1 0 0,-1 0 0,1 0 0,-1 0 0,1 0 0,3 0 0,-2 0 0,3 0 0,-9 0 0,-1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6.5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7 24575,'0'9'0,"0"15"0,0 3 0,0 5 0,-4 2 0,2-14 0,-2 3 0,4-8 0,0-2 0,0-16 0,0 1 0,13-26 0,-2 10 0,10-21 0,-7 21 0,2-10 0,-6 13 0,8-4 0,-7 4 0,3 1 0,-5 9 0,-4 5 0,4 5 0,-2 19 0,-1-11 0,6 34 0,-4-17 0,0 6 0,-2 2 0,-2-17 0,-3 5 0,3-3 0,-4-13 0,0 4 0,4-13 0,2-2 0,3-13 0,1-1 0,3-4 0,6-10 0,-7 11 0,9-10 0,-11 13 0,5-4 0,-1 0 0,-1 0 0,-6 4 0,10-3 0,-15 7 0,10 2 0,-11 0 0,4 12 0,-1-6 0,-3 16 0,9 7 0,-8 2 0,8 7 0,-9-10 0,8 0 0,-8-4 0,7-1 0,-7-5 0,4 5 0,-1-4 0,-3 4 0,3-4 0,0-1 0,-3 1 0,4-1 0,-5-4 0,0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7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1 154 21193,'4'-5'0,"-3"-4"1615,7 8-1615,-7-7 571,8 7-571,-4-8 292,0 4-292,4-5 904,-4 5-904,5-4 0,-1 4 0,1-5 0,3 1 0,-2-1 0,3 0 0,-1 1 0,2-1 0,0 1 0,-1-1 0,-5 5 0,1 0 0,-1 10 0,1 0 0,-5 4 0,5 15 0,-4-6 0,8 29 0,-4-23 0,-3 24 0,-3-31 0,-4 7 0,0-10 0,0-4 0,0 8 0,-4 1 0,3-3 0,-8 2 0,8-8 0,-3-1 0,0-4 0,2 4 0,-2-4 0,4-4 0,4-6 0,2-10 0,3-4 0,9-10 0,-11 11 0,16-25 0,-16 29 0,4-18 0,-2 21 0,-8-7 0,7 12 0,-7-7 0,3 7 0,1 1 0,-4-3 0,3 2 0,0 1 0,-3-4 0,3 4 0,1 0 0,-4 5 0,3 5 0,-16 60 0,9-37 0,-9 53 0,12-55 0,0 0 0,0-8 0,4-9 0,-3 1 0,8 4 0,-4-8 0,0 7 0,4-8 0,-4 4 0,4-3 0,1 2 0,-1-3 0,1 1 0,-1-2 0,1-4 0,-5 0 0,-1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8.4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 9381,'5'-10'0,"-1"9"5119,-4 2-5119,7 23 2635,-6 4-2635,5 14 1558,-6-15-1558,0 32 5882,0-26-5882,0 30 0,0-21 0,0-15 0,6 11 0,-4-20 0,4 7 0,-6-7 0,0-8 0,0 4 0,0-5 0,0-3 0,0-2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9.1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24575,'18'-4'0,"8"3"0,-4-3 0,6-1 0,-17 4 0,2-3 0,-3 4 0,-1 0 0,1 0 0,-1 0 0,1 0 0,-1 0 0,1 0 0,-1 0 0,1 0 0,-1 0 0,1 0 0,-1 0 0,-3 0 0,-2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0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1 24575,'0'9'0,"0"15"0,0 4 0,0 21 0,0 4 0,0-11 0,0 16 0,0 4 0,0 12 0,0 20 0,-6-5-591,4-6 591,-4-15 0,-4 25 0,2-24 0,-4-2 0,6-35 0,6-3 0,0-10 0,-4-8 591,3 1-591,-4-19 0,5 5 0,19-45 0,-14 25 0,22-26 0,-19 19 0,6 11 0,6-20 0,-9 25 0,7-16 0,-4 15 0,-4-1 0,8-3 0,-7 11 0,2 7 0,-7 6 0,-2 12 0,0-3 0,1 4 0,1 0 0,2 0 0,-7 0 0,3-4 0,-4 3 0,0-7 0,0 2 0,0-3 0,0-1 0,0 5 0,-4 1 0,-1 0 0,-1-2 0,-2-7 0,7 2 0,-8-7 0,8 8 0,-7-8 0,2 7 0,-3-7 0,-1 3 0,1-4 0,-1 0 0,0-4 0,5-1 0,-4-1 0,8 2 0,-3 4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1.7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24575,'10'0'0,"8"-4"0,-7 3 0,21-3 0,-4 4 0,4 0 0,28 0 0,-33 0 0,54 0 0,-59 0 0,36 0 0,-11 0 0,-11 4 0,14-3 0,-31 3 0,0-4 0,0 0 0,10 0 0,3 0 0,10 0 0,-11 0 0,9 0 0,-23 0 0,21 0 0,-21 0 0,8 0 0,-7 0 0,-3 0 0,4 0 0,-4 0 0,-1 0 0,-5 0 0,1 0 0,-1 0 0,-4 0 0,0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2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24575,'3'0'0,"-1"0"0,12 0 0,-1 0 0,-2 0 0,7 0 0,-8 0 0,8 0 0,-3 4 0,4-3 0,-4 4 0,3-1 0,-3-3 0,4 3 0,0-4 0,10 0 0,23 0 0,-15 0 0,13 0 0,-31 0 0,0 0 0,0 0 0,0 0 0,0 0 0,0 0 0,0 0 0,0 0 0,0 0 0,0 0 0,-4 4 0,3-3 0,-7 4 0,7-5 0,-8 0 0,4 0 0,-5 0 0,1 0 0,4 0 0,-4 0 0,4 0 0,0 0 0,0 0 0,6 4 0,-6-3 0,4 3 0,-7-4 0,3 0 0,-5 0 0,1 0 0,-5 0 0,-1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3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495 0 24575,'32'24'0,"20"9"0,6 2 0,13 7-1871,-4-4 1,5 2 1870,-16-8 0,-3-3 0,-6-9 0,0-1 0,9 11 0,-2-2-400,14-7 400,-6 6 330,-30-15-330,7 2 0,-21-4 0,6-3 1769,-11 1-1769,-2-6 1309,3 6-1309,-13 1 0,-51 23 0,-24 8 0,24-1 0,-4 1-592,-17 0 0,-11 1 0,10-2 592,17 1 0,4-3 0,-22-2 0,-1-3 0,17-2 0,0-1 0,-12 6 0,-3 1 0,-9 1 0,5-1-327,28-11 1,2-1 326,-9 1 0,6-5 0,12-9 0,-13 17 0,35-26 0,1 7 604,8-5 1,2-3-1,4 3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8.4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1 24575,'0'53'0,"0"15"0,0 5 0,0 16-1594,0-29 0,0 3 1594,0 13 0,0-8 0,0-21-161,0 26 1,0 0 160,0-31 816,0 39-816,0-59 0,0 7 0,0-14 1570,0 2-1570,0-6 1123,0 3-1123,-4-5 0,3 1 0,-4-1 0,5 1 0,0-1 0,0 1 0,0-1 0,0-8 0,4-6 0,25-41 0,4-11 0,-10 16 0,15-18 0,-2 1 0,-19 22 0,3 3 0,-5 4 0,-9 15 0,2 9 0,-7-4 0,3 17 0,-8-6 0,3 16 0,-8-4 0,-21 76 0,14-54 0,-6 16 0,1-4 0,9-31 0,-8 22 0,10-26 0,-1 15 0,1-18 0,-4 8 0,3-3 0,2 0 0,0-6 0,4-13 0,0-2 0,-4-12 0,-12-28 0,0 9 0,-11-16 0,9 24 0,4 10 0,4 4 0,6 1 0,-4 4 0,11 1 0,-11-1 0,12 1 0,-8-1 0,4 0 0,-1 5 0,2 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2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0 24575,'0'10'0,"0"-1"0,-4 14 0,3-7 0,-4 12 0,5-9 0,0 0 0,-4 0 0,3 0 0,-3-4 0,4-2 0,0 1 0,0-3 0,-5 7 0,4-4 0,-3 1 0,4-1 0,0-5 0,0 5 0,-4 1 0,3 0 0,-4-2 0,5-3 0,0 0 0,0 3 0,0-2 0,0 3 0,0-5 0,0 1 0,0-1 0,0 1 0,0-1 0,0 1 0,0-1 0,0 1 0,0-1 0,0 1 0,0-1 0,0 1 0,0-1 0,0 1 0,0-1 0,0 1 0,0-1 0,0 1 0,0-1 0,0-8 0,5-6 0,-4-6 0,7 1 0,-7 2 0,8-2 0,-4-5 0,4-4 0,1 4 0,-1 2 0,1-1 0,-1 3 0,1-3 0,0 5 0,-5-1 0,3 5 0,-7-4 0,8 4 0,-8-5 0,7 5 0,-7-4 0,8 8 0,-12 1 0,1 10 0,-3 0 0,-3 8 0,2-3 0,-3 0 0,-1 3 0,0-4 0,1 1 0,3 3 0,-2-7 0,7 2 0,-3-3 0,-1-5 0,0-1 0,-28-18 0,22 6 0,-20-12 0,26 10 0,-5 1 0,0-1 0,5 0 0,-3 5 0,2-8 0,-3 7 0,3-8 0,-2 9 0,7-4 0,-4 4 0,1-1 0,3-2 0,-3 7 0,4-4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5.7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569 0 12392,'-10'0'0,"1"0"4738,-1 0-4738,0 0 2119,-3 0-2119,-12 0 1185,3 0-1185,-18 0 4141,23 0-4141,-7 0 0,14 0 0,1 0 0,-5 9 0,-1-3 0,-4 12 0,-10 1 0,7 1 0,-7 3 0,10-4 0,4-4 0,1-2 0,4-3 0,5-1 0,1 1 0,4-1 0,0 1 0,0 4 0,0-4 0,0 8 0,0-7 0,4 2 0,1-3 0,5-1 0,-1-3 0,1 2 0,-1-7 0,5 8 0,-4-4 0,8 4 0,-7 1 0,3-5 0,-9 4 0,3-8 0,-2 3 0,-1 0 0,3 1 0,-2 5 0,-1-1 0,3 1 0,-6-1 0,6 5 0,-7-3 0,7 2 0,-6 1 0,2-3 0,-4 2 0,4-3 0,-3-1 0,3 1 0,-4-1 0,0 1 0,0-1 0,0 1 0,0-1 0,-4 1 0,-3 14 0,1-11 0,-5 15 0,6-17 0,-5 7 0,-3-8 0,2 8 0,-17-5 0,10 5 0,-11-5 0,-42 20 0,43-18 0,-37 10 0,51-17 0,3-7 0,-3 3 0,5-4 0,-1 0 0,5 0 0,0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7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135 58 24575,'4'-5'0,"-3"-4"0,-1 8 0,-10-7 0,4 3 0,-7-1 0,8-2 0,-5 7 0,1-4 0,-1 5 0,0 0 0,5-4 0,-3 3 0,2-3 0,-3 4 0,-1 0 0,0 4 0,5 1 0,1 5 0,0-1 0,2 1 0,-2-1 0,4 1 0,0 3 0,0-2 0,4 3 0,-3-5 0,4 1 0,-1-1 0,-3 1 0,3-1 0,0-3 0,-2 2 0,6-7 0,-7 8 0,7-8 0,-2 3 0,3-4 0,1 0 0,-1 0 0,1 0 0,-1 0 0,1-4 0,-5-2 0,-1-3 0,0-20 0,2 11 0,-1-16 0,-1 15 0,0 4 0,-2 1 0,2 13 0,-4 7 0,0 8 0,0 5 0,0-4 0,0-1 0,0 0 0,0-4 0,0 4 0,4-9 0,-3 4 0,8-4 0,-8 4 0,7 1 0,-3-5 0,5 4 0,4-8 0,-4 7 0,4-7 0,-5 8 0,5-4 0,-3 0 0,-2-1 0,-5-4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7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40 24575,'0'-9'0,"0"-1"0,0 1 0,0-1 0,0 9 0,0 16 0,-7 13 0,6 34 0,-5-14 0,-1 14 0,6-30 0,-5 7 0,6-17 0,0 3 0,0-11 0,0-1 0,0-2 0,0 3 0,0-5 0,0 1 0,0-1 0,0 1 0,0-1 0,0 1 0,0-1 0,0 1 0,0-5 0,0-1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8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77 251 24575,'5'-4'0,"0"-1"0,-5-5 0,0 1 0,0-1 0,0 0 0,0-4 0,0 4 0,0-4 0,-5 0 0,4-1 0,-7 0 0,7 2 0,-4 3 0,1 0 0,3 9 0,-8-2 0,4 16 0,-5-3 0,5 5 0,-3-1 0,7-5 0,-8 5 0,8 1 0,-3 4 0,-1 0 0,4-4 0,-3-2 0,4 1 0,0 1 0,0 0 0,0-2 0,0-3 0,4-5 0,-3 4 0,8-8 0,-4 3 0,5-4 0,-1 0 0,1 0 0,-1 0 0,1 0 0,-1 0 0,1-4 0,-1-2 0,1-3 0,5-36 0,-2 12 0,4-30 0,-5 31 0,1-7 0,-7 21 0,5-10 0,-10 18 0,7-8 0,-7 7 0,8 1 0,-8 10 0,3 6 0,-4 7 0,0 2 0,0 14 0,0-11 0,6 38 0,-4-34 0,8 22 0,-9-26 0,9 7 0,-4-4 0,8 19 0,-4-23 0,-3 11 0,-3-21 0,-4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9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12234,'5'3'0,"-4"-1"4772,7 16-4772,-1 15 0,5 1 2146,2 16-2146,-6-18 1204,-2-7-1204,0 3 4219,-4-15-4219,4 11 0,-6-6 0,0-6 0,0 6 0,0-9 0,0-8 0,0-11 0,0-16 0,10-31 0,-2 10 0,8-5 0,-4 22 0,-3 11 0,1 4 0,-1 1 0,-4 5 0,4-1 0,-8 1 0,7 3 0,-7-2 0,8 7 0,-8-4 0,3 5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0.6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1134 30 10490,'4'-10'0,"-3"1"5049,8-1-5049,-8 13 2450,3-1-2450,8 68 0,-9-47 1415,20 66-1415,-15-60 5171,9 7-5171,-4 3 0,1-26 0,-6 11 0,5-15 0,-3 1 0,9-1 0,-4-4 0,3 0 0,-8-5 0,4-9 0,-8 3 0,15-23 0,-14 16 0,13-25 0,-8 10 0,-5-4 0,0-7 0,-7-1 0,0 10 0,0-7 0,0 26 0,-5-2 0,4 3 0,-7 0 0,7 9 0,-4 2 0,5 44 0,0 9 0,0 14 0,6-6 0,2 1-726,5 15 726,0-2 0,2-1 0,4-2 0,1 11 0,-3-21 0,4 25-901,-8-21 1,0 2 900,0-9 0,0 0 0,1 16 0,0-1 0,-1-17 0,-1-1 0,-4 11 0,-1 0 0,-1-11 0,0 0 0,-6 9 0,0-1 0,0 29 0,-6-28 0,-1-2 0,0-1 0,-14 4 0,6-54 0,-35-7 0,-8 8 0,-31-12-607,15-9 1,-4-5 606,17-1 0,-3-6 0,-9-10 0,-7-6 0,9 3 0,17 9 0,2 0 0,-32-24 0,-5-5-385,8 4 0,1 1 385,10 2 0,0-3 0,5 3 0,-2-3 0,11 4 0,-17-23 0,15-4 0,44 43 0,8 0 0,6 3 0,10-28 0,-8 25 0,8-12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1.7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24575,'9'0'0,"36"0"0,-23 0 0,59 0 0,-58 0 0,57 0 0,-26 0 0,-2 0 0,5 0 0,37 0 0,-37 0 0,-4 0 0,4 0 0,-7 0 0,-31 0 0,0 0 0,-4 0 0,-5 0 0,-6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2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10 23388,'-10'0'0,"0"0"584,1 0-584,-1 0 199,1 0-199,-1 0 100,0 0-100,5-4 304,-4 3-304,4-4 0,4 5 0,6 0 0,20 0 0,-8 0 0,12 0 0,-19 0 0,4 0 0,-5 0 0,1 0 0,-1 0 0,1 0 0,-1 0 0,1 0 0,-1 0 0,5 0 0,-3 0 0,2 0 0,-3 0 0,-1 0 0,1 0 0,-5 0 0,-1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7.1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0 145 24575,'0'-10'0,"4"1"0,2-1 0,-1 0 0,3 1 0,-2-1 0,3 5 0,-4-4 0,4 4 0,-4 0 0,5-4 0,-1 4 0,1-1 0,-1-2 0,1 7 0,-5-8 0,8 8 0,-7-3 0,8 0 0,-5 3 0,1-4 0,-1 5 0,1-4 0,-1 3 0,1-3 0,-1 4 0,1 0 0,3 4 0,-2-3 0,7 12 0,-3-11 0,4 10 0,10 2 0,-8-7 0,4 10 0,-11-16 0,0 7 0,-4-2 0,4-1 0,-9 3 0,4-7 0,-8 8 0,7-4 0,-2 5 0,3-1 0,1 5 0,-1 1 0,-4-1 0,0 4 0,1 7 0,-5-3 0,6 7 0,-17 21 0,3-23 0,-4 19 0,1-18 0,4-11 0,-6 12 0,-6 0 0,7-7 0,-15 17 0,14-21 0,-14 20 0,10-21 0,-11 23 0,7-23 0,-7 21 0,7-20 0,-3 6 0,8-10 0,-3 0 0,3 1 0,0-5 0,1 7 0,5-15 0,4 11 0,4-12 0,7 3 0,7-4 0,-2 0 0,3 0 0,-5 0 0,5-4 0,-3 3 0,2-3 0,1 4 0,-3 0 0,2 0 0,-3 0 0,-1 0 0,1 0 0,-1 0 0,1 0 0,-1 0 0,1 0 0,-1 0 0,1 0 0,14 0 0,-11 0 0,11 0 0,-11 0 0,2 0 0,0 4 0,3-3 0,-7 3 0,7-4 0,-8 4 0,8-3 0,-7 4 0,2-5 0,-3 0 0,-5 0 0,-1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8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 1 24575,'-13'36'0,"4"-3"0,-10 5 0,8-8 0,1-16 0,-8 14 0,7-10 0,-7 11 0,8-14 0,1-2 0,-1-3 0,5-1 0,-4 1 0,4-1 0,0 1 0,-4-5 0,8 4 0,-8-4 0,4 5 0,0-1 0,-4-4 0,8 4 0,-7-8 0,7 3 0,-4-4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8.5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24575,'10'8'0,"3"3"0,6 18 0,1-12 0,7 22 0,-7-22 0,24 33 0,-20-25 0,27 19 0,-30-24 0,4-2 0,-7-4 0,-3-4 0,0-1 0,-2-4 0,-3 4 0,-1-8 0,-3 7 0,2-7 0,-7 8 0,8-8 0,-8 7 0,3-7 0,-4 4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9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96 24575,'0'-15'0,"-4"-3"0,-2 8 0,-7-8 0,2 7 0,-3-3 0,5 9 0,-1 1 0,0 4 0,-4 4 0,4-3 0,-4 7 0,4-2 0,1-1 0,-1 3 0,0-2 0,-3 3 0,2 1 0,-3-1 0,0 1 0,4-1 0,-4 1 0,8-1 0,2 1 0,0-1 0,3 1 0,-3 3 0,4-2 0,0 3 0,0-5 0,0 1 0,4-1 0,-3 1 0,12-1 0,-11 1 0,15-1 0,-11 1 0,8-1 0,-5-4 0,1 0 0,3-1 0,2-3 0,0 3 0,-1-4 0,-5 0 0,1 0 0,-1 0 0,1-4 0,-1-1 0,5-5 0,-4 0 0,4 1 0,0-5 0,-4-1 0,8-4 0,-7 4 0,3-3 0,-5 7 0,1-7 0,-1 3 0,1-4 0,-5 4 0,3 1 0,-7 5 0,4 8 0,-5 2 0,0 8 0,0 1 0,4 3 0,-3-2 0,7 7 0,-7-7 0,8 2 0,-4-3 0,5 4 0,-1-4 0,-3 4 0,6-5 0,-10 1 0,11-5 0,-8 4 0,5-4 0,3 4 0,-2 1 0,3-1 0,-5-3 0,1 2 0,-1-3 0,1 1 0,-5-2 0,-1-4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1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728 87 24575,'0'-9'0,"0"-1"0,-9-4 0,3 3 0,-8 2 0,9 0 0,-4 8 0,4-7 0,-5 7 0,1-8 0,-1 8 0,0-3 0,1 4 0,-1 0 0,1 0 0,3 4 0,-2-3 0,7 7 0,-4-2 0,1-1 0,3 3 0,-3-2 0,4 3 0,0 1 0,0 3 0,0 2 0,4 4 0,-3-4 0,12 3 0,-7-7 0,8-2 0,-5 0 0,1-8 0,-1 3 0,1-4 0,-1 0 0,1 0 0,-1-4 0,1 2 0,-1-6 0,1 7 0,-1-8 0,1 8 0,-5-7 0,4 2 0,-8-3 0,3-5 0,0 3 0,-3-3 0,3 1 0,-4 2 0,0-3 0,0 0 0,0 4 0,6 19 0,-4-5 0,14 42 0,1 9 0,-10-22 0,11 26 0,1 5 0,-7-7-204,-6 7 1,0 3 203,10 11 0,-14 6 0,-2-1 0,6-5 0,-6 22-1540,0-19 1540,0 18 0,0 0 0,0-33 0,0-1 0,0 24-283,0-1 283,0-34 0,0 26 0,0-58 370,-6 39-370,0-40 0,-5 4 0,-3-11 1547,-1-5-1547,-4-3 313,-11 4-313,13-9 0,-82-4 0,57-6 0,-31-13 0,2-4 0,28 7 0,-1-11 0,-4-7-932,3-3 0,2-5 932,0-6 0,2-6 0,-15-17 0,6 0 0,22 26 0,7 2 0,-5-37 0,20 41 0,6 10 0,20-29 0,-15 43 0,15-21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2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1 175 24575,'9'0'0,"1"4"0,4-3 0,1 4 0,35-5 0,-24 0 0,24 0 0,0-10 0,-4 1 0,8-7 0,-16 5 0,-23 5 0,-2 2 0,-7 0 0,-2-1 0,-4-5 0,0 0 0,0 1 0,-4 3 0,-2-6 0,-7 5 0,2-2 0,-3 0 0,4 8 0,1-7 0,-15 0 0,11 2 0,-11-4 0,14 9 0,-4-3 0,4-1 0,-4 4 0,0-3 0,3 4 0,-3 0 0,5 0 0,-1 0 0,1 0 0,-1 0 0,0 0 0,1 4 0,-1-3 0,5 8 0,1-4 0,4 5 0,0-1 0,0 1 0,0-1 0,0 5 0,0-4 0,0 8 0,0 7 0,0-3 0,0 7 0,6 0 0,-5-7 0,10 7 0,-6-14 0,4 3 0,1-8 0,4 4 0,-4-5 0,4 1 0,-5-1 0,5-3 0,-3-2 0,7-4 0,7 0 0,-4 0 0,19 0 0,-19 0 0,18 0 0,-17 0 0,7 0 0,-6 0 0,-11 0 0,1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3.5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 24575,'0'94'0,"0"-7"0,-5-14 0,0-2 0,2 8 0,-7-19 0,10-28 0,0-5 0,0 1 0,0-13 0,0 0 0,0 3 0,0-8 0,0 4 0,0-4 0,0-1 0,0 1 0,0-5 0,0-1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4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 24575,'9'0'0,"1"0"0,3 0 0,-2 0 0,7 0 0,-3 0 0,4 0 0,-5 0 0,4 0 0,-7 0 0,7 0 0,-8 0 0,19 0 0,-16 0 0,11-4 0,-11 3 0,-2-4 0,3 5 0,-5 0 0,1 0 0,-1 0 0,1 0 0,-5 0 0,-1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7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0 24575,'-5'28'0,"0"0"0,-4-13 0,3 4 0,-2 0 0,2 0 0,-3-4 0,3-2 0,2 1 0,0-3 0,3 7 0,-8-4 0,8 1 0,-3 3 0,4-3 0,0 0 0,0-2 0,0 1 0,0 1 0,0 0 0,4-2 0,1-3 0,5-1 0,-1-3 0,1 2 0,-1-3 0,5 5 0,1-1 0,14 9 0,-12-11 0,7 10 0,-10-7 0,19 17 0,-13-9 0,16 12 0,-25-20 0,11 19 0,-11-16 0,15 25 0,-14-21 0,1 12 0,-9-9 0,-4-1 0,0-5 0,0 0 0,-4-4 0,3-1 0,-7-4 0,7 4 0,-8-8 0,4 3 0,-9-4 0,3 0 0,-3 0 0,5 0 0,-1 4 0,1-3 0,3 4 0,2-5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8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24575,'4'-5'0,"-3"-4"0,7 8 0,-2-3 0,3 4 0,1 0 0,3 0 0,2 0 0,56 0 0,-29 0 0,31 0 0,-44 0 0,-9 0 0,-1 0 0,0 0 0,10 0 0,-8 0 0,8-4 0,-14 3 0,3-4 0,-3 5 0,0 0 0,-2 0 0,1 0 0,1 0 0,0 0 0,-2 0 0,-3 0 0,-1 0 0,1 0 0,-1 0 0,1 0 0,-1 0 0,1 0 0,0 0 0,-5 0 0,-1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9.5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3 471 24575,'6'-15'0,"-2"-13"0,-4-60 0,6 31 0,-1 4 0,4 3 0,13 8 0,-3 11 0,-1 10 0,-4 4 0,-4 11 0,8-8 0,-7 0 0,7 7 0,-8-5 0,4 6 0,-4 1 0,-1 1 0,1 4 0,-1 0 0,1 0 0,-1 0 0,1 0 0,-1 0 0,1 4 0,-1-3 0,-4 7 0,4-6 0,-4 6 0,0-3 0,4 5 0,-8-1 0,9 15 0,-2 4 0,10 34 0,-10-25 0,6 13 0,-3 0 0,2-13 0,-2 12 0,0-21 0,-10-14 0,3 1 0,0-1 0,-3 0 0,4-4 0,-5 8 0,0-7 0,-5 7 0,0-8 0,-5 4 0,5-4 0,-8 3 0,7-2 0,-8-2 0,4-4 0,-3-5 0,-33 0 0,23 0 0,-36-7 0,31 0 0,-35-21 0,26 8 0,-8-6 0,31 8 0,4 7 0,5-2 0,-4 7 0,8-2 0,-3 2 0,0 1 0,3-3 0,-4 2 0,5-3 0,0-1 0,0 0 0,4 1 0,2-5 0,-1 7 0,-1-1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50.7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11 183 10002,'0'-9'0,"0"-5"5092,4 3-5092,-3-3 2532,7 5-2532,-7-1 1477,8 1-1477,-4-1 5472,5 0-5472,-1 1 0,1-1 0,-1 5 0,1-4 0,-1 8 0,-4-7 0,4 7 0,-4-8 0,5 8 0,3-8 0,-2 8 0,7-7 0,-3 7 0,-1-3 0,0-1 0,-4 4 0,-1-3 0,1 8 0,-1 1 0,1 5 0,-1-1 0,1 1 0,3 4 0,-2 0 0,3 5 0,-1 0 0,-2 0 0,11 11 0,-11-9 0,9 19 0,-10-10 0,-3-3 0,2-1 0,-8-15 0,3 2 0,-4-3 0,0-1 0,-4 1 0,3-1 0,-8 1 0,8-1 0,-8 1 0,8-1 0,-7 1 0,3-1 0,-1 1 0,-2-1 0,2-3 0,-18-2 0,-33-4 0,8 0 0,-12 0 0,36 0 0,11 0 0,4 0 0,1 0 0,-1 0 0,1 0 0,-1 0 0,5-4 0,-4 3 0,4-8 0,-5 4 0,1-9 0,3 3 0,-2-3 0,2 5 0,1-5 0,-4-1 0,8-4 0,-7 8 0,7-6 0,-4 11 0,5-8 0,0 4 0,0 1 0,0-1 0,0 1 0,0 3 0,0 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51.9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4 154 24575,'6'-4'0,"2"3"0,-3-8 0,5 4 0,-5-5 0,8-3 0,-7 2 0,12-7 0,-7 7 0,7-7 0,-4 7 0,1-2 0,-1 3 0,-5 5 0,1 0 0,-1 5 0,-3-4 0,2 3 0,-3-3 0,5 8 0,4 6 0,-4 0 0,4 4 0,0 0 0,0 0 0,1 1 0,-1 3 0,-5-7 0,1 2 0,-1 1 0,1-3 0,-5 7 0,4-8 0,-8 8 0,7-3 0,-7 4 0,3 0 0,-4 10 0,0-7 0,0 3 0,0-12 0,0 1 0,0-3 0,-4-2 0,3 0 0,-7-4 0,7 4 0,-8 1 0,4-1 0,-5 1 0,0-1 0,1 1 0,-1-1 0,1-3 0,-1 2 0,0-7 0,1 8 0,-1-8 0,5 7 0,-8-7 0,7 3 0,-8-4 0,0 0 0,-1 0 0,-4 0 0,4 0 0,-3-4 0,7 3 0,-3-3 0,5-1 0,-1 0 0,1 0 0,-1-8 0,0 11 0,1-15 0,-1 15 0,1-11 0,3 8 0,-2-9 0,7 3 0,-8-7 0,8-1 0,-3-1 0,4 1 0,0-30 0,0 30 0,4-30 0,-3 34 0,8-4 0,-2-14 0,-1 14 0,0-9 0,-6 18 0,4 5 0,-3 1 0,3 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0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10 24575,'-5'-5'0,"0"1"0,-4 4 0,-1 0 0,-4 0 0,3 0 0,-2 0 0,-1 0 0,-1 0 0,0 4 0,-3-3 0,7 7 0,-7-2 0,8 3 0,-9 5 0,9-4 0,-8 8 0,7-3 0,-3 0 0,5 3 0,-1-8 0,5 4 0,-4-4 0,8-1 0,-7 1 0,6-1 0,-2 5 0,4-4 0,0 4 0,0 0 0,4 1 0,2-1 0,3 4 0,1-7 0,3 3 0,-2-5 0,7 5 0,-3-4 0,4 4 0,0-9 0,10 6 0,-8-5 0,9 5 0,-11-1 0,-5-5 0,0 3 0,0-2 0,-4 3 0,4-4 0,-4 4 0,-1-4 0,5 5 0,-4-1 0,4 1 0,-4-1 0,-5 1 0,3-1 0,-6 1 0,6-1 0,-7 1 0,3 3 0,-4-2 0,0 7 0,0-8 0,0 8 0,-12 7 0,4-3 0,-9 3 0,3-7 0,-11 1 0,3 1 0,-7-2 0,14-4 0,-13-3 0,10-1 0,-42-2 0,33-4 0,-23-4 0,21 0 0,11 0 0,-6 0 0,15-4 0,-1 3 0,5-4 0,0 5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1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96 104 15484,'6'-10'0,"-2"1"3883,-4-1-3883,-4 5 1570,3-4-1570,-8 8 843,4-3-843,-5 4 2795,0 0-2795,5 4 0,-3 1 0,7 5 0,-8-1 0,4 9 0,-5-6 0,5 10 0,-4-7 0,8 0 0,-3-2 0,0-3 0,2-1 0,-2 1 0,4 4 0,0-4 0,0 18 0,0-10 0,0 7 0,4-12 0,-3-3 0,8-1 0,-8 1 0,7-5 0,-2 4 0,3-8 0,1 3 0,-1 0 0,5-3 0,-3 3 0,6 1 0,-6-4 0,3 3 0,-5-4 0,1 0 0,-5-40 0,-1 26 0,-14-66 0,-5 47 0,2-19 0,-5 12 0,12 19 0,-1-9 0,-2 15 0,8 2 0,-3 3 0,4 0 0,0 1 0,0-1 0,-4 5 0,2 5 0,-2 9 0,8 2 0,-3 2 0,18 41 0,-3-20 0,1 27 0,8-21 0,-18-19 0,11 9 0,-9-11 0,5 0 0,-4 0 0,4-5 0,-4 4 0,-1-7 0,1-2 0,-5 0 0,3-8 0,-2 7 0,3-2 0,-4-1 0,0-1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2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24575,'0'13'0,"0"-2"0,0 17 0,0-11 0,0 44 0,4-35 0,-3 25 0,-1 0 0,4-19 0,-4 20 0,0-2 0,4-23 0,-3 23 0,4-21 0,5 23 0,-8-19 0,8 16 0,-10-3 0,0-24 0,4 23 0,-3-31 0,3-4 0,-4 8 0,5-7 0,-4 3 0,3-5 0,-4 1 0,4-5 0,-3 3 0,3-2 0,1-1 0,-4-1 0,3-4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3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24575,'4'3'0,"-3"3"0,3 9 0,1 3 0,-4 7 0,3 7 0,-4 30 0,0 6 0,0 0 0,0-20 0,0 12 0,0-28 0,0 21 0,0-14 0,0-17 0,0 3 0,0-12 0,4-3 0,-3-5 0,3-1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4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1 258 18098,'12'-32'0,"-4"16"2931,5-20-2931,-4 25 1108,-4-7-1108,9 7 581,-4-7-581,4 8 0,0-4 0,40-28 1857,-25 29-1857,30-23 0,-40 36 0,0 0 0,0 0 0,0 0 0,0 0 0,10 0 0,-7 0 0,7 4 0,-10-3 0,0 7 0,0-7 0,-4 8 0,-2-8 0,-7 7 0,2 6 0,-3-2 0,5 10 0,-5-7 0,4-1 0,-8 0 0,3 0 0,-4-4 0,0 13 0,0-8 0,-4 4 0,-2-5 0,-3-4 0,-1-1 0,0 1 0,1-5 0,-1-1 0,-4-4 0,-11 0 0,-27 0 0,-16 0 0,-21 0 0,31 0 0,4 0 0,38 0 0,-3 0 0,10 0 0,-1 0 0,5 0 0,1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5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24575,'5'4'0,"-1"1"0,1 5 0,-4 4 0,3 0 0,-4 1 0,0 3 0,0-7 0,0 2 0,0-3 0,0-1 0,0 1 0,0-1 0,0 1 0,0-1 0,0 1 0,0 4 0,0-4 0,0 4 0,0-5 0,0-8 0,0-6 0,4-10 0,-3 0 0,8 1 0,-8 5 0,7-1 0,-3 1 0,5 3 0,4-2 0,-4 7 0,4-4 0,0 5 0,-4 0 0,4 0 0,-9 0 0,-1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6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17462,'4'14'0,"3"11"3178,3-8-3178,-2 11 1220,0-13-1220,-3 4 643,9-4-643,-3 3 2072,2-8-2072,-3 4 0,4-9 0,-4 4 0,4-8 0,-5 3 0,1-8 0,-5-1 0,4-9 0,-4 7 0,4-10 0,1 7 0,-5-9 0,4 4 0,-8-3 0,3 7 0,-4-7 0,0 3 0,0-4 0,-12-10 0,4 7 0,-14-3 0,16 11 0,-7 4 0,8 5 0,-5 1 0,0 4 0,5 4 0,1 1 0,4 5 0,-4-5 0,2 8 0,-2-7 0,0 8 0,3-5 0,-3 1 0,-1-1 0,4 1 0,-3-1 0,4 1 0,0 4 0,0-4 0,0 8 0,4-7 0,-3 7 0,8-8 0,-4 0 0,5-2 0,-1-7 0,1 3 0,-1 1 0,1-4 0,3 3 0,-2-4 0,3 0 0,-1 0 0,-2 0 0,38 10 0,-31-4 0,27 5 0,-36-6 0,-3-5 0,-2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6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24575,'0'9'0,"0"1"0,4-5 0,2-1 0,3-4 0,5 0 0,1 0 0,4 0 0,0 0 0,0 0 0,0 0 0,-4-4 0,-2 3 0,-7-3 0,-2 4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7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0 15636,'-8'7'0,"-3"1"3833,-4 11-3833,-13 3 1542,15-11-1542,-36 32 828,28-27-828,-40 44 2736,41-44-2736,-15 15 0,30-23 0,0-3 0,5 5 0,5 4 0,0-8 0,4 2 0,1-3 0,-1 0 0,15 0 0,-6 4 0,21-8 0,-22 3 0,22 2 0,-22 0 0,43 11 0,-37-6 0,26 4 0,-39-5 0,0-1 0,-2 1 0,-7-1 0,3 5 0,-4 1 0,0-1 0,0 4 0,-4-3 0,3 0 0,-8 3 0,4-8 0,0 4 0,-4-4 0,4-5 0,-5 3 0,1-2 0,-5-1 0,3-1 0,2-4 0,4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8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10 24575,'-10'0'0,"1"0"0,-1 0 0,1 0 0,-5 0 0,3-4 0,-3 3 0,0-3 0,-1 4 0,-4 0 0,-14 0 0,10 0 0,-6 0 0,15 0 0,4 0 0,-4 4 0,4 1 0,-4 5 0,0 3 0,-1 2 0,-15 35 0,16-13 0,-10 11 0,23-19 0,-3-15 0,4 1 0,0 3 0,0-7 0,0 7 0,8-8 0,-1 4 0,11-9 0,-8-1 0,8 1 0,-7-4 0,11 3 0,-6-4 0,7-4 0,-4-2 0,10-11 0,-7 1 0,7-3 0,-6-9 0,-3 10 0,-1-11 0,-6 10 0,-3 0 0,-1 0 0,-3-1 0,-2 6 0,-4 0 0,0 13 0,0 2 0,0 8 0,4-4 0,-3 4 0,3-4 0,10 51 0,-1 14 0,0-17 0,4 21 0,1-4 0,-6-39 0,-1-6 0,-5-11 0,2-4 0,-3-5 0,5-1 0,-5-8 0,-1 3 0,-4-3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8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24575,'0'13'0,"0"-8"0,0 33 0,12 31 0,-3-6 0,0 10-1730,0-8 0,1 6 0,2 1 1730,3 5 0,2 1 0,-2 2 0,-2 11 0,-1 2 0,1-7-635,9 1 0,-1-1 635,-9-3 0,-3 6 0,3-6 0,9 4 0,1-2 0,-10-15 0,-2 2 0,2-6-387,8 6 1,-1-8 386,0 20 0,-11-57 0,-2-3 811,-2-19 1,-2-1-1,2-4 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16.3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9219 24575,'9'0'0,"1"0"0,-1 0 0,-3-4 0,2 3 0,-3-12 0,9 7 0,1-12 0,4 3 0,21-25 0,24-13 0,-14 6 0,1 9 0,-3 2 0,-19 10-586,37-20 0,5-5 586,-11-1 0,-3 12 0,0 1 0,-5-6 0,3 2 0,1-2 0,14-15 0,-6 5 0,12-9 0,-10 7 0,-21 15 0,-3 0 0,13-7 0,5-5 0,-7 6 0,-18 12 0,1 1-820,22-14 0,10-5 0,-7 2 820,-12 1 0,1 0 0,8 4 0,9-2 0,-4-2 0,-7-6 0,-3-2 0,-2 6 0,11 2 0,1 2 0,-7-2 0,3-5 0,-2 6 0,8-2 0,-3 4-1986,-8 1 1,6-4 1985,1 7 0,10-4 0,3-2 0,-9 4 0,-9 1 0,-5 2 0,6-2 0,12-3 0,9-2 0,1 1 0,-9 2-943,-7 3 1,-6 3-1,0-1 943,2 0 0,-1-1 0,2 1-974,2 0 1,0 1-1,5-6 974,6-6 0,5-7 0,1 0 0,-4 3 0,2-1 0,-4 3 0,5-3-244,-15 12 0,4-2 1,1-2-1,-2 2 1,-6 2 243,9-9 0,-6 2 0,2 1 0,4 2 0,2 1 0,5-5 0,-10 4 0,5-5 0,2-3 0,-1 1 0,-4 4-185,-4 3 0,-5 4 1,3-1-1,6-5 185,-5 5 0,7-5 0,5-3 0,1 0 0,-2 0 0,-4 5 0,-8 4 207,20-15 0,-9 7 0,5-2-207,-13 10 0,7-3 0,1 0 0,-4 2 0,-7 4 396,2-2 0,-8 5 0,1-2-396,7-6 0,0-1 0,0 1 0,-5 4 0,-1 1 0,2 0 0,5-6 0,1-1 0,-1 3 0,-8 9 0,0 3 0,-1-1 546,1-5 0,0-1 1,-1 4-547,13 0 0,-1 2 0,-2-13 0,-1 1 1692,2 14 1,-4 3-1693,19-26 782,-30 28 0,-2 3-782,-3 3 3269,16-11-3269,-1 5 0,15-25 708,-22 23 1,2-3-709,-3-6 0,3-1-175,18-2 1,4 0 174,-2-9 0,2-1-1658,-19 16 1,2 0 0,6-2 1657,3-3 0,7-4 0,-1 1 0,-5 2 0,-5 2 0,-5 2 0,4-1-637,18-11 1,4-1 0,-8 6 636,-10 11 0,-8 1-114,-5-6 1,-2 1 113,2 13 0,-2 0 0,-11-10 0,-1 1 0,11 9 0,-1 0 0,-7-9 0,1-1 0,19 2 0,1-2 40,-11-10 0,-1-1-40,11 5 0,1-1 1328,-2-12 1,1-1-1329,5 3 0,3 2 0,-2 0 0,0-2 0,1-4 0,5-3-588,-20 18 1,7-1 0,1-1-1,-7 3 588,20-19 0,1-1 0,-14 15 0,8-4 0,-2 1 0,-13 9 211,-12 7 0,-5 3-211,12-6 0,-7 5 1005,-18 12-1005,-10 1 1589,-4 12-1589,-1-7 1489,-5 12 1,-4-4 0,0 5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1.3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1 342 24575,'4'-10'0,"-3"0"0,8 1 0,-8-1 0,7 1 0,-7-1 0,8-4 0,-8-1 0,7 0 0,-7 1 0,3 5 0,1-1 0,-4 1 0,3-5 0,0 3 0,-3-3 0,3 5 0,-4-1 0,5 0 0,-4 1 0,3-1 0,0 1 0,-3-5 0,3 3 0,1-3 0,-4 0 0,7 8 0,-7-7 0,3 8 0,-4-5 0,0 1 0,5 3 0,-4 6 0,3 6 0,-4 3 0,0 5 0,0 1 0,0 4 0,-12 51 0,9-27 0,-9 40 0,12-41 0,-6 0 0,5 9 0,0 2 0,-5 5 0,6-5 0,0-2 0,-6-9 0,4 42 0,-4-42 0,6 28 0,0-51 0,0 0 0,0 0 0,0 0 0,0-4 0,-4-1 0,2-5 0,-2-3 0,4-2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5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24575,'10'0'0,"3"0"0,2 0 0,0 0 0,13 0 0,-15 0 0,15 0 0,-17 0 0,7 0 0,-8 0 0,4 0 0,-4 0 0,-1 0 0,1 0 0,-1 0 0,-4 0 0,0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6.7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24575,'4'13'0,"1"-2"0,9 3 0,-4-5 0,4 1 0,0-1 0,1 1 0,4 3 0,-4-6 0,-2 5 0,1-6 0,-8 3 0,7-3 0,-8 6 0,5-5 0,-5 6 0,3-3 0,-2-1 0,-1 1 0,3-1 0,-6 1 0,6-1 0,-7 1 0,3-1 0,-4 1 0,0-1 0,0 1 0,0-1 0,0 1 0,0-1 0,-4 1 0,-1-5 0,-5 8 0,0-11 0,1 11 0,-1-12 0,-4 3 0,-11-4 0,8 4 0,-7-3 0,14 3 0,1-4 0,-1 0 0,0 0 0,5 0 0,1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7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24575,'10'0'0,"3"0"0,-2 0 0,3 0 0,-1 0 0,-2 0 0,3 0 0,-1 0 0,-2 0 0,3 0 0,-1 0 0,-2 0 0,3 0 0,-5 0 0,-4 0 0,0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8.3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12 154 24575,'6'-5'0,"2"0"0,-3-5 0,5 1 0,-1-5 0,5-1 0,-3 0 0,2 1 0,1 5 0,1-5 0,4 3 0,-4-3 0,-2 9 0,-3 1 0,-5 0 0,4 3 0,-4-4 0,5 5 0,-5 4 0,3-2 0,-7 6 0,12 2 0,-11 0 0,11 4 0,-12-5 0,3 1 0,0-1 0,-3 1 0,4-1 0,-5 1 0,0 12 0,0-9 0,0 9 0,-5-13 0,4 5 0,-7-3 0,2 7 0,1-8 0,-4 8 0,4-12 0,-5 7 0,1-3 0,-1-4 0,1 7 0,-1-8 0,0 0 0,1-1 0,-1-4 0,1 0 0,-1 0 0,0 0 0,1 0 0,-1 0 0,1 0 0,-1-4 0,-12-24 0,9 13 0,-5-22 0,10 26 0,3-7 0,-1 7 0,2-2 0,4 3 0,0-4 0,0-1 0,4-4 0,-3 9 0,3 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9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24575,'5'23'0,"0"-3"0,6 14 0,-5-4 0,6 11 0,-10-11 0,4-1 0,-6 1 0,0-13 0,0 7 0,0-15 0,0 9 0,0-6 0,0 6 0,0-9 0,0 1 0,0-1 0,0-3 0,0-2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0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 24575,'0'15'0,"0"13"0,0-1 0,-4 19 0,3-3 0,-10 3 0,10-14 0,-5-3 0,-1 0 0,6-11 0,-5 6 0,6-15 0,4-4 0,-3-5 0,7-1 0,-2-3 0,3 0 0,23-3 0,-12 1 0,13-1 0,-15 7 0,7 0 0,-3 0 0,3 0 0,-7 0 0,-12 5 0,7-4 0,-8 3 0,4-4 0,1 0 0,-5 4 0,-5-3 0,-9-5 0,2-7 0,-6-4 0,-7-34 0,0-4 0,-8-15 0,17 15 0,0 28 0,10 3 0,-3 18 0,4-3 0,0 52 0,0-4 0,6 24 0,-5-15 0,12 0 0,-6-6 0,1 7 0,8 11 0,-13-29 0,7 26 0,-10-41 0,4 11 0,-3-10 0,3-4 0,-4-6 0,0-5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1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 35 24575,'-10'0'0,"0"0"0,1 0 0,-1 0 0,0-4 0,1 3 0,-1-3 0,1 4 0,3 4 0,-2-3 0,7 8 0,-8-8 0,8 7 0,-3-3 0,4 9 0,0-3 0,0 2 0,0-3 0,0-1 0,0 1 0,0-1 0,0 1 0,0-1 0,0 1 0,0-1 0,4-3 0,1 2 0,5-3 0,-1 1 0,1-2 0,-1-4 0,1 0 0,4 0 0,-4 0 0,4 0 0,-5-4 0,1 3 0,-1-8 0,1 4 0,-1-5 0,-3-4 0,2-1 0,-7-4 0,3-10 0,1 7 0,-4-7 0,3 10 0,-4 4 0,0 10 0,0 14 0,0 17 0,0-4 0,0 6 0,0 18 0,0-20 0,0 23 0,0 4 0,0 10 0,0 26 0,0-35 0,0-4 0,0-8 0,0 29 0,0-21 0,0-27 0,0 36 0,0-46 0,0 11 0,0-19 0,0-1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4.0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 24575,'-9'9'0,"-9"15"0,6-6 0,-1 7 0,4-3 0,4-6 0,0 3 0,0 9 0,5-11 0,0 12 0,0-14 0,0 3 0,0 1 0,5-3 0,-4 2 0,7-13 0,-3 3 0,5-7 0,-1 8 0,1-8 0,-1 3 0,1 0 0,-1-3 0,-3 8 0,6-4 0,-5 5 0,6-5 0,-3 3 0,-5-2 0,4-1 0,-8 3 0,7-6 0,-7 6 0,8-7 0,-8 7 0,7 2 0,-7 1 0,8 2 0,-8-3 0,3-1 0,0 5 0,-3-3 0,4 7 0,-5-8 0,0 4 0,0-5 0,0 1 0,0-1 0,-9 5 0,7-3 0,-11 2 0,8-3 0,-5 4 0,1-4 0,-1 0 0,0-6 0,1-4 0,-1 0 0,1 0 0,3 0 0,2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4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24575,'10'0'0,"-1"0"0,1 0 0,-1 0 0,1 0 0,-1 0 0,1 0 0,-1 0 0,1 0 0,-1 0 0,1 0 0,-1 0 0,1 0 0,-1 0 0,1 0 0,-1 0 0,1 0 0,-5 0 0,-1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5.7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0 549 24575,'10'0'0,"-5"-4"0,-1-1 0,1-5 0,0-4 0,4-1 0,-3 0 0,10-13 0,7-20 0,-6 11 0,12-9 0,-2 2 0,-13 15 0,35-40 0,-37 47 0,5-3 0,18-14 0,-19 23 0,19-23 0,-26 32 0,1-10 0,0 15 0,-1-6 0,-4 3 0,4 4 0,-4-3 0,5 4 0,-1 0 0,1 4 0,-1 2 0,1-1 0,-1 3 0,1-2 0,-5 7 0,3-2 0,-2 3 0,19 30 0,-16-25 0,15 30 0,-19-35 0,4 5 0,1 0 0,-5 0 0,6 15 0,-10-16 0,5 10 0,-6-14 0,0-3 0,0 2 0,0-3 0,0-1 0,-4-3 0,3 2 0,-8-3 0,4 1 0,0 2 0,-8-7 0,7 3 0,-12-4 0,3 0 0,0 0 0,-3 0 0,3 0 0,-4 0 0,-11 0 0,13-4 0,-11 3 0,17-3 0,-3-1 0,5 4 0,3-7 0,2 3 0,4-9 0,0 3 0,0-7 0,0 3 0,0-14 0,0 7 0,6-17 0,0 17 0,1-3 0,2 15 0,-8 6 0,3 4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8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24575,'9'0'0,"-3"4"0,2-3 0,-3 3 0,5-4 0,-1 0 0,9 5 0,-2-4 0,7 3 0,-4 0 0,11-3 0,1 3 0,1 1 0,7-4 0,-7 9 0,0-8 0,-7 4 0,-11-6 0,-5 0 0,-4 4 0,4-3 0,-4 3 0,5-4 0,-1 0 0,-4 0 0,0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9.5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1 24575,'0'7'0,"-6"10"0,4 5 0,-8 6 0,4-17 0,-11 25 0,9-16 0,-9 13 0,16-19 0,-3-5 0,4 1 0,0-1 0,0 1 0,0-1 0,4 1 0,2-1 0,3-3 0,-4 2 0,4-7 0,-4 3 0,5 1 0,3-4 0,-2 3 0,7 0 0,-3-3 0,4 3 0,0 1 0,0-4 0,-5 3 0,0-4 0,-4 0 0,-1 0 0,1 0 0,-1 0 0,1 0 0,-1 0 0,1 0 0,-1 0 0,1 0 0,-1 0 0,-4-4 0,4 3 0,-8-12 0,3 2 0,-8-8 0,3 0 0,-3 4 0,-1-3 0,4 3 0,-3 0 0,0 1 0,3 1 0,-4 2 0,5-3 0,0 4 0,0 9 0,0 7 0,0 19 0,0-8 0,0 11 0,0-13 0,0 4 0,0 10 0,0-8 0,5 9 0,-4-16 0,15 15 0,-13-12 0,10 12 0,-9-14 0,-3-1 0,3-5 0,-4 1 0,5-1 0,-4 1 0,3-1 0,-4 1 0,0-1 0,4-4 0,-3 4 0,3-4 0,1 5 0,-4-1 0,3-4 0,-4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1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183 150 24575,'-10'0'0,"1"0"0,-1-4 0,0-2 0,1-3 0,-1-1 0,1-4 0,3 4 0,-2-4 0,2 0 0,-3 3 0,-1-2 0,1-1 0,-5 3 0,3 2 0,-3 0 0,5 8 0,3 1 0,-2 5 0,7 9 0,-4 1 0,5 4 0,0 0 0,5 0 0,0 0 0,6 10 0,-1-8 0,-2 4 0,0-11 0,-3 0 0,5-4 0,-1 4 0,1-4 0,-1-1 0,1 1 0,-1-1 0,1 1 0,-5-1 0,4-4 0,-8 4 0,7-8 0,-3 3 0,5-8 0,-1 3 0,5-8 0,-3 0 0,7-2 0,-8-3 0,4 5 0,-5-5 0,1 3 0,-5-7 0,4 3 0,-8-4 0,3 0 0,-4 4 0,0 1 0,0 5 0,0-1 0,0 0 0,-4 5 0,3-3 0,-4 2 0,5-3 0,0 7 0,0 12 0,6 16 0,-4 31 0,10-10 0,-10 16 0,4-32 0,0 9 0,-4-19 0,4 8 0,-2-10 0,-3 0 0,3 10 0,-4-7 0,0 7 0,0-14 0,0 3 0,0-3 0,5 0 0,-4-2 0,3-3 0,-4-1 0,0 1 0,0-1 0,4 1 0,-3-1 0,3 1 0,1-5 0,-4-1 0,3-4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1.7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17097,'5'-10'0,"-4"1"3316,3 12-3316,-4 3 0,0 65 0,0-22 0,0 7 0,0 6 0,0 8 0,0-1-221,0 18 1,0-3 220,0-12 0,0-4 1043,0 31-1043,0-77 2036,4 25-2036,-3-28 0,3-4 0,-4-1 1524,5-5-1524,-4 1 0,3-1 0,-4 1 0,0-1 0,0-3 0,0-2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2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24575,'6'5'0,"-2"0"0,-4 40 0,5 20 0,2 4 0,-4 9-1598,3 13 1,0 1 1597,-6-8 0,-1-28 0,2 3 0,5 7 0,0-2 749,-3 30-749,9 3 0,-12-32 0,0-15 0,0-18 0,0-7 0,0-16 0,0-4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4.8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1 446 24575,'4'14'0,"-3"-4"0,8 8 0,-8-7 0,7-2 0,-7 0 0,8-8 0,-4-5 0,9-7 0,28-48 0,-12 20 0,18-23 0,2-7 0,-14 36 0,-1-8 0,1 1 0,8 14 0,-1-13 0,-14 22 0,-14 2 0,-1 1 0,-5 9 0,-3-4 0,2 4 0,-7-5 0,8 5 0,-8-4 0,3 8 0,-4-3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7.6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 24575,'0'9'0,"0"19"0,0-9 0,-7 24 0,6-11 0,-5 10 0,1-11 0,4-6 0,-3-7 0,4-7 0,0 7 0,0-3 0,0-1 0,0 4 0,0-7 0,4-2 0,-3 0 0,4-4 0,-5 5 0,0-1 0,0 1 0,0-1 0,0 1 0,0 3 0,-5-2 0,4-2 0,-3-4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8.8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204 247 24575,'-9'0'0,"-1"0"0,-4-13 0,4 6 0,-13-26 0,12 20 0,-7-15 0,0 3 0,7 3 0,-7-3 0,12 11 0,-2 0 0,7 4 0,-3-4 0,4 4 0,0 1 0,4 3 0,1 2 0,5 4 0,-1 4 0,-4 6 0,4 0 0,-8 8 0,3-7 0,0 3 0,-3 8 0,4-5 0,-5 6 0,0-5 0,0-3 0,0 4 0,-5 0 0,4 10 0,-15 3 0,12-1 0,-20 9 0,20-23 0,-12 11 0,8-3 0,-2-8 0,3 11 0,3-13 0,4 0 0,0-1 0,0-5 0,4 1 0,1-1 0,5-3 0,-1-2 0,1-4 0,-1 0 0,1 0 0,-1 0 0,1 0 0,-1 0 0,1 0 0,-1 0 0,-3-4 0,2-2 0,-7-3 0,3-5 0,-4-1 0,0 0 0,0-3 0,-4 7 0,-1-7 0,-5 8 0,1-4 0,-1 8 0,0-2 0,1 7 0,-1-4 0,1 1 0,-1 3 0,5-7 0,-4 7 0,8-8 0,-8 8 0,8-8 0,-3 4 0,4-5 0,0 5 0,0 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9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 24575,'-9'0'0,"-1"0"0,1 0 0,-1 0 0,0 4 0,1-3 0,3 7 0,-2-6 0,7 6 0,-3-3 0,4 5 0,0-1 0,0 1 0,0-1 0,4 1 0,1 3 0,5-2 0,3 3 0,-2-5 0,3 1 0,-5-1 0,1 1 0,-1-1 0,5 1 0,-4 4 0,8-4 0,-7 8 0,3-3 0,-5 4 0,-4-4 0,4-2 0,-8-3 0,3-1 0,-4 1 0,0-1 0,0 1 0,0-1 0,0 1 0,0-1 0,-4 1 0,-2-5 0,-3-1 0,-5-4 0,-1 0 0,0 0 0,6 0 0,4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0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24575,'4'-5'0,"6"1"0,1-1 0,6 4 0,2-3 0,-3 0 0,2 3 0,-8-4 0,-1 5 0,1 0 0,-1 0 0,1 0 0,-5 0 0,-1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4.1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24575,'0'9'0,"4"5"0,-2 32 0,2-19 0,-4 19 0,0 10 0,0-4 0,0 0 0,0 37 0,0-38 0,0 0 0,0 41 0,0-14 0,-1-13 0,2-2 0,3-10 0,-3-4 0,3-38 0,-4-2 0,0-4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4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24575,'10'0'0,"3"0"0,2 4 0,4 2 0,10-1 0,-7 3 0,7-7 0,-10 4 0,-4-1 0,11-3 0,-9 3 0,6 0 0,-5-3 0,-3 4 0,0-5 0,-1 0 0,-1 0 0,21 0 0,0 0 0,6 0 0,-15 0 0,-7 0 0,-4 0 0,1 0 0,-1 0 0,-9 0 0,-1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5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39 24575,'4'-5'0,"-3"-4"0,4 4 0,-1-5 0,-3 1 0,3 22 0,-4-4 0,0 51 0,0 18-1253,0-23 1,0 5 1252,1 28 0,-2 1 0,-5-15 0,0-2-751,5 8 1,-1-3 750,-4-19 0,0-7 0,6 7 0,0-8 0,0-31 0,0-4 2295,0-1-2295,0-5 1711,0 1-1711,0-1 0,0 1 0,0-1 0,0 1 0,0 8 0,0-7 0,0 7 0,0-8 0,0-1 0,0 1 0,0-1 0,0 1 0,0-5 0,0-1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7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214 1 24575,'-14'4'0,"8"1"0,-11 5 0,6 3 0,-3-2 0,0 3 0,-4 8 0,-2 5 0,-9 13 0,8 2 0,2-10 0,8-3 0,1-14 0,5 13 0,1-11 0,8 12 0,1-14 0,5-1 0,-1-9 0,5 8 0,1-7 0,4 8 0,0-5 0,0 1 0,-5-5 0,4 4 0,-7-4 0,3 0 0,-5 4 0,1-4 0,-1 0 0,1 4 0,-5-4 0,-1 4 0,-4 1 0,0-1 0,0 5 0,0-3 0,-4 7 0,-1-8 0,-1 4 0,-2-5 0,2 1 0,-3-1 0,-5-3 0,3-2 0,-3-4 0,1 0 0,2 0 0,-3 0 0,4 0 0,5 0 0,1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8.5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67 24575,'6'-4'0,"-2"-1"0,0-5 0,-3 0 0,8 5 0,-8-3 0,7 7 0,-7-8 0,8 8 0,-4-3 0,4-1 0,1 4 0,-1-3 0,1 4 0,-1 0 0,1 0 0,-1 0 0,9 0 0,-6 0 0,6 0 0,-9 0 0,1 0 0,-1 0 0,1 0 0,4 0 0,-4 0 0,4 0 0,-9 0 0,0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9.5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1 485 24575,'5'-10'0,"3"0"0,-7 1 0,22-9 0,2-29 0,2 21 0,3-24 0,24-4 0,-29 25 0,22-13 0,3-3 0,-4-2 0,18-1 0,-19 9 0,-29 32 0,-3 3 0,-4 9 0,-2 19 0,3-6 0,-3 11 0,17 21 0,-19-23 0,19 23 0,-23-31 0,3-5 0,0 4 0,-2-3 0,2 4 0,-4 0 0,0-4 0,0-1 0,-5-5 0,4 1 0,-3-1 0,0-4 0,3 4 0,-8-8 0,8 7 0,-7-7 0,2 8 0,-3-8 0,-5 3 0,-9-4 0,1 0 0,-5 0 0,8-8 0,4 1 0,1-7 0,4 1 0,5 2 0,-4-3 0,8 5 0,-3-1 0,4-4 0,0 3 0,0-2 0,0 3 0,0 0 0,4 5 0,-3-4 0,8 4 0,-8-4 0,7 3 0,-7-2 0,4 7 0,-5-4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0.2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24575,'10'0'0,"-1"0"0,1 0 0,-1 0 0,1 0 0,-1 0 0,5 0 0,-4 0 0,4 0 0,-4 4 0,-1-3 0,1 4 0,-1-5 0,1 0 0,-1 0 0,1 0 0,-1 0 0,1 0 0,-1 0 0,-4 0 0,0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1.5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126 263 24575,'0'-9'0,"0"-1"0,-4-4 0,-6-1 0,-9-14 0,3 11 0,-2-10 0,9 13 0,3 0 0,-2-3 0,7 8 0,-3-4 0,4 0 0,4 3 0,1-2 0,5 3 0,-1 5 0,-4-4 0,4 8 0,-4-3 0,5 4 0,-1 0 0,1 4 0,-1 5 0,1 2 0,-1 7 0,1-7 0,-1 6 0,1-2 0,-1 4 0,-4 0 0,4-4 0,-8 3 0,7-3 0,-7 0 0,4-2 0,-5 1 0,0-3 0,-5 7 0,0-8 0,-5 4 0,1 0 0,-5 0 0,-1 5 0,-4 0 0,0 0 0,0 0 0,4 0 0,1 0 0,4-4 0,1 3 0,-1-3 0,1 4 0,3 0 0,2-4 0,0 3 0,3-8 0,-4 8 0,5-7 0,0 2 0,0-3 0,5-1 0,0 5 0,4-3 0,1 3 0,-1-9 0,1 3 0,-1-7 0,1 4 0,-1-5 0,1 4 0,-1-3 0,1 3 0,-1-4 0,1 0 0,-1 0 0,-3-4 0,2-2 0,-7-7 0,3 2 0,1-7 0,-4 7 0,3-7 0,-4 3 0,0 0 0,0 2 0,-4 3 0,-2-4 0,-3 8 0,3-7 0,-2 12 0,-2-8 0,0 8 0,-4-3 0,4 0 0,1 3 0,3-8 0,2 8 0,4-3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2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0 24575,'-10'15'0,"5"-1"0,-4 0 0,4 0 0,-1 15 0,-2-15 0,7 13 0,-3-21 0,4 12 0,0-8 0,0 4 0,4-4 0,1-1 0,0 1 0,8-1 0,-7 1 0,12-1 0,7 9 0,-7-7 0,10 7 0,38-1 0,-34-5 0,49 7 0,-59-9 0,38 7 0,-38-10 0,23 3 0,-35-6 0,-1 1 0,-3 5 0,-2-1 0,-4 1 0,0-1 0,0 1 0,0-1 0,0 1 0,0-1 0,0 1 0,-5-1 0,4 1 0,-11-1 0,10 1 0,-11-1 0,7-3 0,-3-2 0,-5-4 0,3 0 0,-3 0 0,5 0 0,4 0 0,0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3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24575,'15'0'0,"-2"4"0,41-3 0,-30 3 0,34 3 0,3-2 0,-27-2 0,55 16 0,-71-18 0,20 5 0,-25-6 0,11 0 0,-14 0 0,-1 0 0,1 0 0,-1 0 0,-4 0 0,0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3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24575,'0'24'0,"0"-7"0,0 43 0,0-2-928,0 5 0,0 4 928,0 33-575,-1-14 1,2 0 574,9 13 0,-8-4 707,8-36-707,-4-31 0,-4 3 0,4-6 884,-2-11-884,-3-5 1414,4 1-1414,-5-1 0,4 1 0,-3-1 0,3 1 0,-4 4 0,0-4 0,0 4 0,0 0 0,0 0 0,0 1 0,0 3 0,0-7 0,0-2 0,0-4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5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1 567 24575,'0'9'0,"4"1"0,-3-1 0,7 1 0,-2-5 0,-1 3 0,3-6 0,-2 2 0,3-4 0,1-5 0,3-8 0,13-34 0,24-24 0,-17 11 0,5 8 0,-3 5 0,-17 18 0,25-40 0,-33 47 0,2-3 0,5-3 0,-5 15 0,8-26 0,-10 26 0,1-11 0,-2 15 0,1-1 0,4-4 0,-4 3 0,0-2 0,-2 7 0,-7 2 0,4 4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9.4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24575,'6'19'0,"-2"10"0,0-8 0,-3 40 0,3-25 0,-4 27 0,7-21 0,-6-10 0,5 7 0,-6-17 0,0 3 0,0-7 0,0-4 0,0 1 0,0-1 0,-4-5 0,3-3 0,-3-2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4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12613,'10'0'0,"-1"0"4690,1 0-4690,-1 0 2079,1 0-2079,-1 0 1160,5 0-1160,-4 0 4033,8 0-4033,6 0 0,-8 0 0,11 0 0,-17 0 0,4 0 0,-4 0 0,3 0 0,-2 0 0,11 0 0,-10 0 0,10 0 0,-12 0 0,4 0 0,-9 0 0,0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5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24575,'0'19'0,"0"73"-1062,0-24 1062,0 8 0,0-1 0,0-12 0,0-10 0,0-4 0,0-12 0,0 13 0,0 2 0,0 0 347,0 19-347,0-46 177,4-7-177,-3-8 0,4 4 0,-5-4 538,0-1-538,0 1 0,0-1 0,0 1 0,0-1 0,0 5 0,0 1 0,0 4 0,0 0 0,0 0 0,0-5 0,0 0 0,0 0 0,0-8 0,0 3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7.6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336 116 13999,'-9'0'0,"-1"-5"4338,0 4-4338,5-7 1833,-3 2-1833,2 1 1003,-3-3-1003,-1 6 3402,0-6-3402,5 3 0,-3-1 0,2-2 0,-3 2 0,-1 1 0,0 1 0,1 0 0,-1 2 0,1-6 0,-10 3 0,12-5 0,-10 5 0,12 0 0,-5 10 0,0 0 0,-3 9 0,2 0 0,-7 5 0,7 0 0,-7 5 0,12-9 0,-7 8 0,8-9 0,-5 5 0,5 0 0,0 0 0,5-4 0,0 3 0,0-7 0,0 2 0,5-7 0,-4 2 0,7-7 0,-7 8 0,8-8 0,-8 7 0,7-7 0,2 8 0,0-8 0,4 3 0,-5-4 0,1 0 0,-1 0 0,1 0 0,-1-4 0,1-2 0,-5-3 0,4-1 0,-8 1 0,11-10 0,-5 3 0,2-3 0,0 5 0,-4 1 0,0 2 0,-1-7 0,1 7 0,-4-7 0,7 3 0,-7 0 0,8 2 0,-8 3 0,7 0 0,-7 1 0,3-1 0,-4 0 0,5 5 0,-4 5 0,3 5 0,-4 9 0,0 11 0,0 7 0,0 30-6784,0-14 6784,0 4 0,0-13 0,0 14 0,0-16 0,0 13 0,0-31 0,0 0 6784,0-4-6784,0-2 0,0 1 0,0-3 0,0 7 0,0-8 0,0 4 0,0-4 0,0-1 0,0 1 0,0-5 0,0-1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8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1 254 24575,'0'-10'0,"0"0"0,0 1 0,0-1 0,0 1 0,0-1 0,4 0 0,-3 1 0,3-1 0,-4 1 0,4-1 0,-3 0 0,16-14 0,-14 11 0,14-11 0,-12 15 0,9-5 0,-4 3 0,4-3 0,-9 5 0,4 3 0,-4-2 0,4 7 0,1-4 0,-1 5 0,1 0 0,-1 0 0,-3 5 0,6 0 0,-5 9 0,6-4 0,1 8 0,-3-7 0,3 7 0,-5-8 0,1 4 0,-1-5 0,-4 1 0,4-1 0,-8 1 0,3 4 0,-4 1 0,0 4 0,0 0 0,0 0 0,0 0 0,0-5 0,0 4 0,0-3 0,0 0 0,0-1 0,0-1 0,-4-2 0,-2 3 0,1-5 0,-3 1 0,6-1 0,-6-4 0,3 4 0,-5-4 0,0 0 0,1 0 0,-1-5 0,-4 0 0,4 0 0,-4 0 0,4 0 0,1 0 0,-5-13 0,3 5 0,-3-14 0,5 11 0,-1-7 0,0 8 0,5-8 0,1 7 0,-1-7 0,4 7 0,-3-7 0,4 8 0,0-9 0,0 9 0,4-4 0,-3 4 0,4 1 0,-5 3 0,0 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9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24575,'10'0'0,"-1"0"0,1 0 0,-5 4 0,8-3 0,-7 3 0,8-4 0,10 0 0,-7 0 0,22 0 0,-17 0 0,7 0 0,-10 0 0,-4 0 0,-1 0 0,-5 0 0,1 0 0,-1 0 0,1 4 0,-1-3 0,1 4 0,-5-5 0,-1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1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330 78 8191,'-9'-15'0,"3"1"5063,-2 4-5063,2 1 2818,-3-1-2818,-1 5 1719,0-4-1719,1 8 6784,-1-3-6784,1 4 0,-1 0 0,0 4 0,-3 1 0,2 5 0,-3-1 0,-10 9 0,11-2 0,-15 3 0,-8 20 0,15-19 0,-13 20 0,24-25 0,5-2 0,0 1 0,1 1 0,3 0 0,-3-2 0,4 1 0,0-3 0,0 2 0,4-3 0,1-5 0,0 4 0,4-4 0,-4 0 0,5 4 0,3-8 0,2 7 0,54 3 0,-38-4 0,34 3 0,-37-10 0,-15 0 0,15 0 0,-17 0 0,2-5 0,1 0 0,-8-5 0,3 1 0,-5 3 0,1-6 0,1-9 0,2 3 0,-7-10 0,8 13 0,-8 0 0,9-13 0,-8 11 0,4-8 0,-6 11 0,0 4 0,4-4 0,-3 4 0,3-4 0,-4 4 0,4 1 0,-2 22 0,2-8 0,-4 54 0,0-37 0,0 59 0,0-44 0,0 26 0,0-21 0,0 0 0,0-15 0,0 1 0,0-9 0,0-3 0,0 6 0,0-7 0,0 4 0,-5-4 0,4-1 0,-3-1 0,4-2 0,0 7 0,0-8 0,0 4 0,-4-4 0,3-1 0,-3 1 0,4-5 0,0-1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2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1 173 15188,'4'-10'0,"-3"1"3979,8-1-3979,-8 0 1622,7 5-1622,-3-4 875,5 0-875,-1-2 2911,1-3-2911,-1 9 0,1-4 0,-1 8 0,-3-7 0,2 7 0,2-8 0,0 4 0,18-7 0,-14 7 0,24-8 0,-25 12 0,11-10 0,-10 10 0,-4-3 0,4 8 0,-9 1 0,4 9 0,4 11 0,-1-8 0,1 11 0,-9-17 0,0 3 0,-3 9 0,4-9 0,-1 9 0,-3-5 0,3-6 0,-4 6 0,0-4 0,0-4 0,0 4 0,-4-4 0,3-1 0,-8 1 0,4-1 0,-5-4 0,5 4 0,-3-8 0,2 3 0,-8-4 0,4 0 0,-8 0 0,3 0 0,-4-4 0,-1-2 0,6-3 0,-4-1 0,7 1 0,-3-1 0,4 5 0,1-4 0,-1 4 0,5-5 0,-4 1 0,8-1 0,-3 0 0,4 1 0,0-1 0,0 1 0,0-1 0,0 0 0,0 1 0,0-1 0,0 0 0,0 1 0,0-1 0,0 1 0,0 3 0,0 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2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24575,'9'0'0,"-4"4"0,4 6 0,-4 4 0,0 36 0,0-13 0,-5 47 0,-1-29 0,2 0 0,5 23-681,-5-5 0,-1 0 681,7 0 0,-7 1 0,0-25 0,0-34 0,0 0 0,0 3 0,0-8 1362,0 4-1362,0-4 0,0-1 0,0 1 0,0-1 0,0 1 0,0-1 0,4-4 0,-3 8 0,3-7 0,-4 8 0,0-4 0,0-1 0,0 1 0,0-1 0,0-4 0,0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3.8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1 24575,'0'13'0,"0"33"0,0-23 0,0 36 0,0-42 0,0 12 0,0-14 0,-6 13 0,4-15 0,-4 11 0,6 0 0,0-7 0,0 8 0,0-11 0,0-5 0,0 1 0,0-5 0,0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4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24575,'9'0'0,"5"0"0,-4 0 0,8 0 0,-3 0 0,0 0 0,3 0 0,-3-4 0,0 3 0,-2-4 0,-3 5 0,3 0 0,-2 0 0,7 0 0,-7-4 0,2 3 0,-3-3 0,4 4 0,0 0 0,1 0 0,3 0 0,-3 0 0,0 0 0,3 0 0,-8 0 0,4 0 0,-9-4 0,-1 2 0,-4-2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5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0 972 24575,'10'0'0,"-1"0"0,1 0 0,-5 4 0,3-3 0,-7 7 0,4-2 0,-1 3 0,-3 1 0,7-1 0,-2-4 0,28-30 0,-13 9 0,12-21 0,1-6 0,-4 4 0,3 0 0,3-5-1042,1-2 0,0-1 1042,1 1 0,3-3 0,18-25 0,-1 1 0,-17 25 0,-2 1 0,3-13 0,-3 5 0,0 11 0,11-26 0,-26 40 0,17-13 0,-22 18 0,-10 11 0,-5 9 0,-4 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7.5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1 621 24575,'9'9'0,"-3"-3"0,10 22 0,-8-10 0,5 7 0,-4-12 0,-4-3 0,0-1 0,-1 1 0,1-5 0,-4 4 0,7-13 0,-3 3 0,44-52 0,10-15 0,-21 30-895,13-14 0,14-15 0,-9 15 895,9 15 0,2-10 0,4-1 0,-24 23 0,0 1-319,19-15 0,-2 1 319,9-4 0,-4-1 0,-30 17 0,-22 10 0,8-3 0,-11 10 0,-9 0 0,-1 8 0,-4-3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0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24575,'0'14'0,"0"73"0,0-49 0,5 21 0,0 4 0,-3-5 0,14 10 0,-14-5 0,10-21 0,-4-1 0,0-13 0,4 10 0,-11-20 0,12 21 0,-12-18 0,10 9 0,-10-1 0,3-12 0,2 21 0,-4 11 0,10 6 0,-10 0 0,4-22 0,-6-15 0,0-7 0,0 7 0,0-8 0,4 8 0,-3-7 0,3 3 0,1-5 0,-4-4 0,3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2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1 205 24575,'4'10'0,"1"3"0,1-2 0,2-2 0,-3-4 0,5-5 0,8-9 0,-2 3 0,7-12 0,-4 3 0,0 0 0,4-13 0,7 6 0,-4-8 0,3 7 0,-14 8 0,-2-3 0,-3 7 0,-1-3 0,-3 5 0,2-1 0,-7 5 0,3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3.2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1 482 24575,'5'9'0,"3"1"0,-7 3 0,12 2 0,-11 0 0,7-1 0,-5-9 0,-3 3 0,7-7 0,12-9 0,-7 1 0,46-26 0,16-13 0,-24 14 0,0-1 0,26-16 0,-28 12 0,-1 0-1091,17-12 1091,-16 17 0,2-1 0,-6-4 0,-3 3 0,14 2 0,-16-7 0,-26 33 0,0-7 0,-9 8 0,4-1 0,-8 2 0,3 4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4.1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1 736 24575,'0'9'0,"4"1"0,-3-1 0,8 1 0,-4-5 0,4 4 0,1-8 0,-1 3 0,1-4 0,-1 0 0,15-13 0,33-26 0,22-19 0,-25 13 0,1-3 0,1-1 0,-4 1 0,17-16-315,-28 23 0,-2 3 315,6-4 0,1-8 0,0-4 0,9-11 0,-15 20 0,-4 5 0,-15 14 0,3 8 0,-19 13 0,-1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8.5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24575,'0'10'0,"0"14"0,0 3 0,0 15 0,0-14 0,0 0 0,0-18 0,5 8 0,-4-7 0,3 3 0,-4-5 0,0 1 0,0 3 0,0-2 0,0 7 0,0-8 0,0 8 0,0-7 0,0 7 0,0-8 0,4 4 0,-3 0 0,3-3 0,-4 2 0,0-3 0,0-1 0,5-3 0,-4 2 0,3-3 0,-4 1 0,0-2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2.8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1 106 24575,'4'-9'0,"1"-1"0,5 0 0,3 1 0,6-5 0,2 3 0,2-3 0,-8 9 0,3-4 0,-4 4 0,5 0 0,-4 0 0,3 5 0,-7 0 0,7 0 0,-8 0 0,4 5 0,-5-4 0,5 11 0,-8-5 0,7 6 0,-8-3 0,5-1 0,-1 5 0,1-3 0,-5 3 0,4-5 0,-8 1 0,3 3 0,-4-2 0,0 3 0,0-1 0,-4 2 0,-2 0 0,1-1 0,-4-5 0,8 1 0,-3-1 0,4 1 0,4-5 0,-3 3 0,8-7 0,-4 8 0,0-4 0,12 17 0,-9-9 0,10 13 0,-9-11 0,1 0 0,1 13 0,-5-15 0,4 11 0,-9-10 0,3-4 0,-4 4 0,0-4 0,0-1 0,0 1 0,0-1 0,0 1 0,-4 3 0,-1-2 0,0 3 0,-8-1 0,6-6 0,-11 10 0,8-11 0,-8 8 0,7-5 0,-7-4 0,7 4 0,-7-8 0,7 3 0,-2-4 0,3 0 0,5 0 0,0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3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2 21145,'-4'-1'0,"-1"6"1636,-13 18-1636,6-1 580,-6 5-580,8-8 297,-5 31-297,8-27 917,-7 26-917,13-39 0,-3 4 0,4-5 0,0 5 0,4-3 0,1 7 0,5-8 0,-1 4 0,1-5 0,14 9 0,-11-6 0,15 5 0,-13-7 0,4-1 0,-5 1 0,4-5 0,-7 3 0,3-2 0,-1 3 0,-2 1 0,3-5 0,-9 3 0,3-2 0,-6 3 0,6-3 0,-7 2 0,3-3 0,-4 5 0,4-5 0,-2 4 0,2-4 0,-4 4 0,0 1 0,-5-1 0,0-3 0,0 2 0,-4-7 0,4 3 0,-5 1 0,1-4 0,-1 3 0,0-4 0,5 0 0,1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4.4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24575,'10'0'0,"13"7"0,5-6 0,55 17 0,-40-10 0,6-2 0,3 1 0,6-3 0,31-4 0,-13 0 0,-25 0 0,-19 0 0,-18 0 0,-4 0 0,4 0 0,-9 0 0,0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5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0 289 24575,'0'-24'0,"0"11"0,5-15 0,-4 13 0,9-15 0,-4 13 0,5-11 0,1 3 0,-2 3 0,5-7 0,-4 14 0,7-3 0,-8 7 0,4 2 0,-4 4 0,-1 10 0,5 0 0,1 9 0,4-4 0,0 8 0,-9-7 0,7 7 0,-6-8 0,8 8 0,-4-7 0,-2 7 0,-7-8 0,2 0 0,-7 2 0,3-1 0,-4 4 0,4 3 0,-2-8 0,2 4 0,-4-5 0,0 1 0,-5-1 0,4 1 0,-3-1 0,0 1 0,-1-1 0,-5 1 0,0-1 0,1-3 0,-1-2 0,0 0 0,1-3 0,-1 3 0,1-4 0,-1 0 0,5-4 0,-4-1 0,8-9 0,-7 3 0,6-2 0,-2-1 0,4-5 0,0 3 0,0-3 0,0 10 0,0 4 0,0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3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34 281 8191,'0'-19'0,"0"0"5063,0 0-5063,0 0 2818,-7-10-2818,2 7 1719,-3-7-1719,4 10 6784,0 4-6784,3 1 0,-4 4 0,5 1 0,0-1 0,0 0 0,5 5 0,-4-3 0,7 2 0,-3 1 0,5-4 0,-1 8 0,1-3 0,-1 8 0,1-3 0,-5 8 0,4-4 0,-8 9 0,7-4 0,-3 8 0,5 1 0,1 12 0,-5-10 0,5 7 0,-10-17 0,3 7 0,-4-4 0,0 5 0,0-4 0,0 34 0,0-26 0,-4 27 0,-2-31 0,-3 0 0,-1-4 0,0 3 0,-3-4 0,2 5 0,-3-4 0,4 3 0,1-7 0,-1 2 0,5-3 0,1-1 0,4 1 0,4-5 0,1 4 0,5-4 0,-1 0 0,1 4 0,3-8 0,-2 7 0,3-3 0,-1 1 0,-2 2 0,7-7 0,-8 3 0,4-4 0,-13-8 0,2-3 0,-11-4 0,0-31 0,-4 13 0,0-17 0,-15-11 0,14 35 0,-12-25 0,19 37 0,-2 0 0,3 8 0,-1-2 0,2 7 0,4-3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4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19 24575,'5'-4'0,"4"3"0,-4-3 0,0 0 0,4 3 0,-4-4 0,5 5 0,-1 9 0,1-3 0,-1 8 0,1-1 0,3 2 0,-2 0 0,7 3 0,-8-7 0,0 2 0,-2-3 0,-2-1 0,-1 5 0,3-3 0,-7 2 0,4 1 0,-5 1 0,0 0 0,0-2 0,0-3 0,0-1 0,0 1 0,-5-1 0,4 1 0,-7-5 0,7 4 0,-8-4 0,4 9 0,-5-8 0,1 2 0,-10-8 0,8 0 0,-12 0 0,8-4 0,1 3 0,-15-9 0,2-4 0,-1 0 0,0-8 0,22 11 0,-3-3 0,9 5 0,0-5 0,0 3 0,0-7 0,4 8 0,-3-4 0,8 4 0,-2-14 0,-1 11 0,4-11 0,-5 10 0,1 3 0,-2 2 0,-4 5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5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18220,'3'0'0,"-1"0"2883,16 0-2883,-7 0 1086,2 0-1086,-3 0 569,-1 0-569,1 0 1817,0 0-1817,-1 0 0,1 0 0,-5 5 0,3-4 0,-2 3 0,-1-4 0,-1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6.8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160 1 24575,'-5'19'0,"-16"31"0,8-24 0,-12 24 0,19-35 0,-4 13 0,4-10 0,-1 11 0,-2-10 0,8-4 0,-7 3 0,7-8 0,-4 8 0,5-3 0,0 4 0,0-4 0,0 3 0,0-8 0,0 4 0,0-5 0,0 1 0,0-1 0,5 1 0,-4-1 0,7-3 0,-3 6 0,5-5 0,4 11 0,-4-12 0,4 7 0,-5-12 0,1 3 0,-1-4 0,1 0 0,-1 0 0,-3-4 0,2-2 0,-7-3 0,3-1 0,-4 0 0,0 1 0,-4-5 0,-1 3 0,-5-2 0,-4 3 0,-11-8 0,8 7 0,-11-7 0,17 8 0,-3 1 0,4-5 0,-3 3 0,2-3 0,1 5 0,6 3 0,4 2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7.8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24575,'0'4'0,"0"6"0,0 6 0,0 2 0,0-4 0,4 0 0,-3 1 0,8-5 0,-4-2 0,4-3 0,1 1 0,-1-2 0,1 0 0,4 1 0,0 1 0,1 2 0,-1-7 0,0 12 0,-4-7 0,4 8 0,-5-5 0,1 1 0,-5-1 0,4 1 0,-8 4 0,7 0 0,-7 1 0,3 3 0,-4-7 0,0 2 0,0-3 0,0-1 0,0 1 0,0 0 0,0-1 0,-4-4 0,-1 4 0,-5-4 0,5 5 0,-8 3 0,7-6 0,-4 1 0,6-8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8.4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 24575,'34'0'0,"-12"-5"0,7 4 0,-11-3 0,-7 4 0,3 0 0,-5 0 0,1 0 0,3 0 0,-2 0 0,3 0 0,-5 0 0,1 0 0,-1 0 0,1 0 0,-1 0 0,-3 0 0,-2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9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24575,'4'9'0,"2"64"0,1 22 0,3-33 0,1 1-1327,-2 30 0,1 1 1327,4-18 0,-1-9 0,-6-9 844,10 21-844,-10-19 437,-1-38-437,0 3 0,-2-7 0,-3-8 1373,3 4-1373,-4-5 0,4 1 0,-2-1 0,2 1 0,-4-1 0,4-3 0,-3 2 0,3-3 0,-4 9 0,0-3 0,6 17 0,-4-11 0,4 22 0,-6-21 0,4 10 0,-3-18 0,4 0 0,-5-6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6.8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24575,'4'9'0,"-2"23"0,8-2 0,-4 10 0,1 0 0,1-23 0,-7 7 0,8-11 0,-8-2 0,7 3 0,-7-5 0,4-3 0,-5-2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7.7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0 24575,'-9'18'0,"7"-6"0,-11 6 0,12-9 0,-7 1 0,7-1 0,-4 1 0,1-5 0,3 4 0,-3-4 0,4 4 0,0 1 0,0-1 0,4 1 0,-3-1 0,7 1 0,-2-1 0,3 1 0,1-1 0,-1 1 0,1-1 0,3 5 0,-2-3 0,3 2 0,-5-3 0,1-5 0,-1 8 0,1-7 0,-5 8 0,3-5 0,-7 1 0,4-1 0,-1 1 0,-3-1 0,3 1 0,-4-1 0,0 1 0,0-1 0,0 1 0,-4-1 0,-1 1 0,-5-5 0,0-1 0,1-4 0,3 0 0,2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8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65 24575,'9'-9'0,"40"-11"0,-25 12 0,40-12 0,-42 18 0,17-4 0,-17 6 0,2 0 0,-10 0 0,-4 0 0,-1 0 0,-4 0 0,0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1.1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 1 24575,'0'13'0,"-20"33"0,11-19 0,-32 54 0,26-44 0,-11 16 0,19-24 0,3-15 0,4 0 0,0-4 0,0-1 0,4-4 0,-3 4 0,7-8 0,-2 7 0,3-2 0,15 5 0,-11-1 0,15 2 0,-17-3 0,3-4 0,-5 4 0,5-4 0,-4 5 0,4-1 0,-4-4 0,-5 4 0,3-4 0,-2 9 0,-1-4 0,-1 4 0,0-9 0,-3 8 0,4-7 0,-5 8 0,0-4 0,4 3 0,-3-2 0,3 3 0,-4-5 0,-4 1 0,3-1 0,-8-4 0,8 4 0,-7-4 0,2 0 0,1 4 0,-3-8 0,6 3 0,-2-4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1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34 24575,'14'-5'0,"32"4"0,-19-7 0,23 7 0,-21-4 0,-8 5 0,19-6 0,-9 5 0,1-6 0,-7 7 0,-11 0 0,-5 0 0,1 0 0,-1 0 0,1 0 0,-1 0 0,1 0 0,-1 0 0,1 0 0,-1 0 0,-3 0 0,-2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2.4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24575,'5'19'0,"7"31"0,0 10 0,-7 34-650,5-35 0,-1 1 650,-8-6 0,-2-7 0,1-15 0,0 52 173,0-37-173,0 5 0,0-12 0,0-8 276,0-5-276,0-3 0,0-15 0,0-3 0,0-2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3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24575,'4'6'0,"55"24"0,20-12 0,-7 9 0,11 2-1646,-12-15 0,5-4 1,1 1 1645,0 4 0,2 1 0,4-1-916,3-4 1,6-1 0,1-2 0,-4 0 915,10-1 0,-3-2 0,1 2 0,-1 3 0,0 2 0,9-4 0,-13-5 0,8-2 0,4-2 0,-2 1 0,-8 1-695,-8 2 1,-7 1 0,1 0-1,8-2 695,1 0 0,8-2 0,5 0 0,0-1 0,-5 1 0,-8-1 0,1 1 0,-7 0 0,-3 0 0,0 0-514,2 0 1,1 0 0,-3 0-1,-7 0 514,27 0 0,-12 0 499,-26 0 0,-8 0-499,5 0 2499,-46-4-2499,11 3 5225,-15-3-5225,1 4 4595,0 0-4595,-1 0 113,-4-5-113,4 4 0,-4-7 0,0 7 0,0-3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7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0 24575,'-4'15'0,"3"-1"0,-10 10 0,5-11 0,-5 15 0,5-3 0,2-8 0,4 7 0,0-14 0,0 3 0,0-2 0,0 3 0,0-5 0,0 1 0,4-5 0,2 3 0,3 2 0,1 0 0,-1 4 0,1-4 0,-1-1 0,5 1 0,1 3 0,-1-6 0,4 10 0,-3-7 0,4 5 0,-4-1 0,3-1 0,-3-2 0,4 7 0,-5-8 0,0 8 0,-4-11 0,-5 10 0,-1-11 0,-4 8 0,0-5 0,0 5 0,0 1 0,0 4 0,0-4 0,-4-2 0,3 1 0,-12 1 0,11 0 0,-11-2 0,8-3 0,-5-5 0,-4 4 0,4-8 0,-8 3 0,7-4 0,-3 0 0,5 0 0,-1 0 0,0 0 0,5 0 0,1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7.6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 24575,'15'-4'0,"36"3"0,7 1 0,-10-4 0,32 4 0,4 0 0,-11-10 0,6 7 0,-19-6 0,-38 9 0,17 0 0,-22 0 0,7 0 0,-18 0 0,-2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1.1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 24575,'9'0'0,"5"0"0,5 0 0,11 0 0,-4 0 0,13 0 0,14 0 0,-20 0 0,26-7 0,-46 6 0,11-5 0,-15 6 0,1-5 0,-1 4 0,1-3 0,-1 0 0,1 3 0,-5-4 0,-1 5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1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24575,'10'0'0,"14"6"0,-7-4 0,43 4 0,19-6-957,15 0 957,-39 0 0,-1 0 0,35 0 0,0 0 0,-21 0 235,-16 0-235,-22-4 0,-11 3 0,-5-8 0,0 8 0,-9-7 0,0 7 0,-5-4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2.1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24575,'5'10'0,"0"76"0,-5-18 0,0-2 0,0 0 0,0 6 0,0-9 0,0-32 0,0-2 0,0-14 0,0-1 0,0-5 0,0 1 0,0-1 0,0-3 0,0-2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3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8191,'15'-6'0,"-1"2"5063,-5 4-5063,1 0 2818,-5 4-2818,3 2 1719,-2 3-1719,3 1 6784,1-1-6784,-1 5 0,5-4 0,-4 8 0,4-7 0,0 7 0,-4-8 0,4 4 0,-4-4 0,-1-1 0,1 1 0,-5-1 0,3 1 0,-7-1 0,4 1 0,-1-1 0,-3 1 0,3-1 0,-4 5 0,-4 1 0,-1 4 0,-1 0 0,-2-4 0,2 2 0,-3-6 0,-1 3 0,0-5 0,5 1 0,-3-5 0,7 4 0,-8-8 0,4 3 0,-5-4 0,-4 0 0,4-4 0,-9-2 0,13-3 0,-7-1 0,8-4 0,0-1 0,-6-14 0,10 7 0,-10-7 0,10 10 0,-3 4 0,4-13 0,0 10 0,0-11 0,0 0 0,0 7 0,4-3 0,1 7 0,5 3 0,-1 0 0,-3 1 0,-2 9 0,-4 1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3.4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4.5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0 115 8191,'6'-15'0,"2"2"5063,-3 3-5063,5 5 2818,-1-8-2818,1 11 1719,4-11-1719,11 6 6784,-8-4-6784,11 4 0,-17 3 0,17-2 0,-11 4 0,8-4 0,-11 10 0,-5 1 0,1 5 0,-1-1 0,1 5 0,3 1 0,0 14 0,1-7 0,-2 3 0,-3-7 0,1-8 0,-5 8 0,3-3 0,-7 0 0,4 3 0,-5 1 0,0 1 0,-5 3 0,-2 6 0,-3-7 0,-2 7 0,3-19 0,-3 17 0,2-18 0,-6 19 0,6-13 0,-4 0 0,0 3 0,3-8 0,-2 4 0,3 0 0,0-3 0,1 2 0,22-7 0,-8-2 0,33-4 0,-11 0 0,15 0 0,-14 0 0,10 0 0,-21 0 0,13 0 0,-11 0 0,-5 0 0,0 0 0,-4 0 0,-5 0 0,-1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8.6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73 184 24575,'6'10'0,"-2"-1"0,0 5 0,-3-3 0,3 7 0,-4 7 0,-4-4 0,3 19 0,-9-9 0,2 11 0,0 21 0,-4-16 0,10 16 0,-4-36 0,6 11 0,0-24 0,0 14 0,0-18 0,0 4 0,0-5 0,0 1 0,0-1 0,0-8 0,0-6 0,0-10 0,0-4 0,-8-26 0,-2-10 0,6-36 0,-6 33 0,2 2 0,8-14 0,0 40 0,4 13 0,3-22 0,-1 26 0,11-34 0,-11 32 0,18-32 0,-12 30 0,5-8 0,-3 7 0,-3 11 0,-2-6 0,0 12 0,-4 1 0,0 6 0,8 12 0,-5 8 0,8 10 0,2 13 0,2 4 0,6 4 0,11 35 0,-20-67 0,-12-12 0,4-3 0,-4-1 0,5-3 0,-1-2 0,1-4 0,-1-4 0,1-6 0,-1-5 0,16-35 0,-11 23 0,11-23 0,-14 21 0,7-45 0,-9 32 0,7-29 0,-8 42 0,-3 11 0,6-1 0,-6 19 0,0 5 0,4 4 0,-8 9 0,9 8 0,-8 31 0,10-10 0,-10 37 0,4-37 0,-6 36 0,0-50 0,0 16 0,0-34 0,0 0 0,0-6 0,0-5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9.6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86 24575,'6'4'0,"2"2"0,-7 3 0,3 5 0,-4-4 0,0 39 0,0-16 0,-10 51 0,8-48 0,-18 46 0,13-56 0,-3 25 0,-3 0 0,2-23 0,-9 52 0,15-63 0,-6 8 0,10-11 0,-3-5 0,8-12 0,1-3 0,20-44 0,-11 27 0,26-57 0,-24 47 0,17-30 0,-4 0 0,8-5 0,-12 10 0,14-23 0,-21 44 0,17-26 0,-15 32 0,-3 6 0,-7 7 0,-1 11 0,-3 3 0,2 5 0,-7 7 0,8-2 0,-8 3 0,7 1 0,-7-1 0,8 5 0,-2 11 0,-1-4 0,0 4 0,6 45 0,3 10 0,0 3 0,4 12 0,-2-7 0,-11-41 0,6 23 0,0-9 0,-8-46 0,-3 13 0,8-15 0,-8 11 0,7-18 0,-7-2 0,3-4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0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24575,'10'0'0,"4"0"0,31 0 0,34 12 0,13-9 0,-14 9 0,21-12 0,-67 0 0,19 0 0,0 0 0,-14 0 0,11 0 0,-24 0 0,-14 0 0,-1 0 0,-4 0 0,0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0.7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56 24575,'14'-4'0,"52"3"0,-3-14 0,16 13 0,2-8 0,-44 4 0,15 4 0,-27-4 0,-15 2 0,-6 3 0,-4-4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1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0 24575,'-4'5'0,"3"4"0,-3-4 0,4 5 0,0-1 0,-5 1 0,0 8 0,0-2 0,1 7 0,4-4 0,0 10 0,0-12 0,0 42 0,4-40 0,-3 25 0,9-20 0,-4-11 0,7 26 0,-7-26 0,5 6 0,-10-6 0,3-7 0,0 8 0,-3 4 0,3-6 0,1 6 0,-4-5 0,3-2 0,0 3 0,-3-5 0,8-3 0,-8 2 0,7-7 0,-7 8 0,8-8 0,-4 3 0,9-4 0,0 4 0,5-3 0,11 3 0,1-4 0,11 6 0,-10-4 0,28 4 0,-37-6 0,26 4 0,-39-3 0,4 4 0,-5-5 0,1 0 0,-1 0 0,-3 0 0,-2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2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24575,'28'0'0,"31"0"0,-41 0 0,41 0 0,-10 0 0,-12 0 0,13 0 0,-31 0 0,-4 0 0,-2 0 0,-7 0 0,-2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2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14505,'10'0'0,"-1"0"4191,1 0-4191,-1 0 1743,1 0-1743,4 0 949,-4 0-949,18 0 3187,0 0-3187,3 0 0,9 0 0,-19-4 0,9 3 0,-11-3 0,10 4 0,-8 0 0,39-10 0,-33 7 0,23-7 0,-39 10 0,-3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3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24575,'9'0'0,"5"0"0,1 4 0,55-3 0,-20 1 0,5 1-774,21 3 1,10 1 773,0-5 0,8-3 0,-11 3-685,-17 5 1,-2 0 684,13-6 0,7-1 0,-20-1 0,-22 1 687,27 0-687,-45 0 0,-15 0 0,-3 0 0,-2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8:51:15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24575,'6'0'0,"-2"0"0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44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56 24575,'9'0'0,"44"0"0,-5 0 0,28 0 0,9 0 0,13 0 0,-24 0 0,-8 0 0,1 0 0,7 0-1428,-5 0 0,4 0 1428,-17 0 0,-1 0 0,0 0 0,-1 0 236,0 0 0,-5 0-236,6 0 0,28 0 0,-21 7 0,3 0-1043,-13-5 0,3-1 1043,37 6 0,1 0 0,-26-7 0,-5 0-587,-12 3 0,1 0 587,16-2 0,1 0 0,-1 8 0,0 0 0,7-7 0,7-2-615,-1 4 1,6 0 0,-5-1 614,2-2 0,-2-2 0,21 1 0,-7 0 98,-7 0-98,-27 0 0,0 0 0,9 0 0,10 0 0,20 0 0,-48 0 0,6 0 0,2 0 0,9 0 0,-19 1 0,5-2 479,20-5 0,-1-1-479,-23 5 0,5 0 0,14-1 0,14-1 0,1 0 0,-10 2-1267,7 2 1,-3 0 1266,11-3 0,7-2 0,-8 2 0,-18 1 0,4 1 0,11-1 0,16-2 0,3 1 0,-12 1-679,-17 2 0,-6 0 0,11 0 679,5 0 0,15 0 0,9 0 0,-1 0 0,-8 0 0,-16 0 0,-8 0 0,-11 0 0,7 0-240,11 0 1,12 0 0,3 0 0,-7 0 0,-18 0 239,-8 0 0,-6 0 0,6 0 0,5 0 0,-8 0 0,31 0 123,-37 0 0,-1 0-123,37 0 0,-34 0 0,-3 0 0,-1 0 2700,4 0-2700,-21 0 5562,-8 0-5562,-16 0 2624,16 0-2624,-21 0 1065,0 0-1065,1 0 0,-1 0 0,0 0 0,1 0 0,-1 0 0,0 0 0,17 0 0,3 0 0,29-8 0,3 6 0,17-14 0,11 14 0,-20-6 0,-19 2 0,-1 2 0,16 2 0,11-8 0,-27 5 0,-22 3 0,-4-3 0,-12 5 0,1 4 0,-8 8 0,-4 15 0,0 36 0,8 2 0,-8 3 0,2 5-679,7-14 1,1 1 678,-4 13 0,0 3 0,7 7 0,-1-4 0,1 10 0,-1-26 0,4 8 0,-5-7 0,-4 31 0,16-6 0,3 7-866,-17-8 1,1-4 865,11-15 0,1 1 0,-7 26 0,0-7 0,13-5-430,-16-25 1,-2 0 429,9 20 0,0 13 0,-8-41 0,-1 1 0,10 39 0,-9-38 0,0 1 0,6 8 0,-1 0 0,-1 34 0,7-28 0,-1 2-781,-11-2 0,-2-2 781,8-7 0,1 1 0,-4 28 0,0 3 0,6-11 0,0 2 0,-7-10 0,-3 4 0,3-4 0,7 14 0,0-4 0,-6-7 0,-2-1-2125,1 3 1,0-5 2124,7 20 0,-9-23 0,0 10 0,-1-2-164,4 21 0,1-2 164,-1-9 0,-1 0 0,-4 12 0,1-8 0,9 0 0,-12-22 0,-1 11 0,2-7 0,4-7 0,1 4 0,-3 13 0,0 18 0,0-1 0,0-16-931,3-13 1,0 2 930,-4 2 0,-1 16 0,1 6 0,0-4 0,0-15 0,4 9 0,1-5 0,-3 14 0,0 9 0,1-14-105,0-28 1,1-2 104,-2 20 0,-1 9 0,1-7 0,2-12 0,0 1 0,-3 13 0,1 9 0,1-2 0,3-13 0,2-2 0,-1-7 0,-1 0 0,-1-2 0,-1 1 0,0 4 0,-1-11 4089,5 11-4089,-7-12 0,1-9 0,0-1 1667,0 6-1667,1 33 3962,-2-17-3962,-1-30 0,3 27 2382,-6-43-2382,-5 7 56,0-9-56,7 9 0,-5-7 0,4 0 0,-6-11 0,0-7 0,0 8 0,0-7 0,0 7 0,0-1 0,0-5 0,0 5 0,0-7 0,-11 6 0,5-9 0,-27 11 0,-9-16 0,3 6 0,-49-6 0,-22-2-1947,32 2 0,-2-1 1,-8-1 1946,10-2 0,-5-1 0,-5 0 0,-5-1 0,-5 2 0,10 1 0,-7 2 0,-6-1 0,-2 1 0,-1 0 0,2 0 0,3 0 0,6-2 0,-5-1 0,5 0 0,3-1 0,0 0 0,-1 1 0,-3 1 0,1 2 0,-4 1 0,-2 1 0,0 1 0,2-1 0,3 1 0,5-2-920,-6 0 1,3-2 0,4 1 0,3 1 0,1 1 919,-2 4 0,5 2 0,-1 1 0,-5-2-666,-3-2 1,-5-2 0,-2 0-1,1 2 1,3 1 665,9 3 0,2 2 0,1 1 0,2 0 0,-1-1 0,-15-1 0,1 0 0,1-1 0,6 2-391,-3 5 1,4 1-1,1-2 391,-6-4 0,1 0 0,12-2 818,26-2 0,1 0-818,-50 7 0,6-3 0,30-7 0,2 6 0,0 0 0,-10-8 0,0 8 0,-4 1 0,24-8 0,-1-2 0,-15 6 0,-2-1 0,1-5 0,2-2 0,6 1 0,-3 0 0,-28 0 0,-6 0 670,29 0 0,-2 0 0,-1 0-670,-7 0 0,-2 0 0,-2 0 685,-8 1 0,-2-1 0,4-1-685,15-1 0,4-2 0,2 1 0,-21 3 0,1-3 0,-5-8 0,-2-2 0,31 7 0,-1 1 0,-3-3 0,-22-6 0,-4-3 0,5 3 0,-9 3 0,4 0 503,25-3 0,-1-1 1,10 4-504,-13 8 0,3-7 0,4-1 846,24 3-846,-54-13 0,41 5 1889,-3 5-1889,4-4 3440,42 13-3440,-13-5 1285,17 3-1285,4-1 264,1-4-264,8 3 0,-3-2 0,10-13 0,-3-9 0,7-16 0,-6 0 0,7-18 0,2-6-3487,-2-25 3487,-1 9 0,2-16 0,-3 7 0,-6 9 0,-3-1 0,0 11 0,0-9 0,-1 1 0,-2 11 0,0-2 0,-4-2-1126,0 6 0,-2-13 0,0-6 1,-1 3-1,0 11 1126,-1 5 0,0 8 0,-1-10 0,0-13 0,0-15 0,-1-4 0,1 2 0,0 12-976,1-3 1,1 10 0,0-3 975,-2 10 0,0-4 0,1 3 0,1 8-251,4-13 1,-1 4 250,-6 12 0,-2-1 0,2 1-43,7-16 1,-1-2 42,-6-1 0,-3-6 0,2 0 0,2 7 0,2 1 0,-1 3 0,-3-16 0,0 0 0,4 12 0,1-4 0,-1 13 0,-3-23 918,7 26 1,1-10 0,-1 11-919,-7-14-352,7 24 1,3-9-1,-3 2 352,-6-16 0,0 2 0,6 0 0,-1-2-288,-6 11 0,-3-3 0,3 3 288,6-12 0,1 4 920,-10 4 0,1 0-920,9 4 0,0 2 0,-8 13 0,-1 4 0,7-31 0,-9-4 0,0 1 645,9 15-645,-9-15 0,-1 2 5535,10 25-5535,-2 10 0,-2 3 2823,0 5-2823,6-19 0,-6 10 105,7-10-105,0-28 0,0 52 0,0-52 0,0 42 0,0 0 843,0 0-843,0-6 0,0 25 0,0-17 0,5 23 0,-3-1 0,3 0 0,-5-36 0,0 28 0,6-28 0,-5 36 0,4 0 0,-5-10 0,7-2 0,-5 6 0,5 5 0,-7 17 0,0-8 0,0 6 0,0-12 0,0 12 0,0-21 0,0-10 0,0 2 0,0-6 0,5 21 0,-4 1 0,5-22 0,-6-6 0,0 0 0,0-4 0,0 29 0,8-28 0,-6 25 0,6-26 0,-8 36 0,0-13 0,0 22 0,0-5 0,0 7 0,0 3 0,0 2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45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13260,'5'5'0,"0"7"4427,3 27-4427,-6 45 0,6-24 0,-7 0 0,-3 13 0,3-6 438,4-12 0,1-1-438,-5 34 0,0 5 0,5 5 0,-1-10 0,-5-17 0,4 5 0,0-4 1313,-2-33-1313,6 19 3514,-8-12-3514,0 0 77,7 0-77,-5-17 1108,5 13-1108,-7-12 0,0 15 0,0 13 0,0-9 0,9 36 0,-6-20 0,6 11 0,-8-30 0,-2 11-1696,1 24 0,0 21 0,0 5 0,0-13 1696,0-20 0,0-7 0,0 9 0,0 8 0,-1 14 0,1 3 0,0-8 0,1-19-349,3-10 1,0-9 348,-3 1 0,0 2 0,3 15 0,0-1 0,-4 23-682,0-15 0,0 13 1,0-12 681,0-24 0,0 0 0,4 31 0,2 14 0,-1-16 0,-1 13 0,3-10 0,1 11 0,-2-20 0,1 3 0,-3-7 0,-2-6 0,1 3 0,3 12 0,4 15 0,0 0 0,-2-16 0,-2-16 0,1-1 0,1 5 0,1 11 0,0 0 0,-1-12 0,-2-6 0,1-2 0,1 6 0,2 6 0,-2-8-468,-3-12 1,2 1 467,7 19 0,3 10 0,-2-6 0,-6-2 0,-1-1 651,5-4 0,2 4 1,-1 3-652,0 10 0,-2 4 0,0-4 0,-3-19 0,0-3 0,1 4-320,5 18 0,2 4 1,-2-6 319,-3 10 0,-2-5 0,4 10 0,-1-6 0,-1-30 0,-1-1 0,-3 23 0,1-1 0,8-21 0,-1-6 2056,-10 14-2056,10-18 0,-1-1 0,-14 3 1219,13-9-1219,-12-1 0,15 40 0,-14-40 0,8 42 0,-3-32 3592,-6-9-3592,6 0 0,-1-6 2599,-6-7-2599,6 22 0,-7-9 0,0 0 0,0-15 0,0-10 0,6 1 0,-5 10 0,4-7 0,-5 7 0,0-17 0,0 5 0,5-27 0,-4-9 0,1-44 0,0-10 0,-2 19 0,0-6 0,0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47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24575,'0'16'0,"0"37"0,0 25 0,0-8-3228,0 22 3228,0-6 0,0 18 0,0-7-1802,0-2 0,0-2 1802,0-19 0,0 3 0,0-1 0,0-1 0,0 1 0,0-1-252,0 4 1,0 1 0,0-6 251,0 6 0,0-3 0,4 10 0,2-2 0,-1-22 0,2-2-326,3 1 0,2 0 326,-1-6 0,0-1 0,2 42 0,-3-45 0,-1-4 0,-7 4 1096,8 21-1096,-10-36 3259,7 6-3259,-6 6 2847,6 12-2847,-7 0 0,0-3 1036,0-22-1036,0 8 0,8 4 0,-6 1 0,6 21 0,0-9 0,-6 27 0,7 4-507,-9-22 507,0-10 0,0-5 0,0-17 0,0 25 0,0 7 0,0 22-700,0-19 0,0 0 700,0-21 0,0-2 0,0 40 0,0 0-736,8-20 736,-7 6 0,0 6 0,3-22 0,0-1 0,-4 6 0,0 4-680,-1 12 0,2-4 680,7 9 0,-7-15 0,0-1 0,7 7 0,-8 3 0,0 4 0,5-32 0,0 3-753,-5 25 1,0 12 0,2-10 752,7-19 0,1 2 0,-5 6 0,0 13 0,-1 0 0,1-14 0,1-9 0,1-2 0,-1 13 0,-1 6 0,0-9 0,5 22 0,-10 4 0,2 4 0,8-35 0,-1 0 0,-8 28 0,0 9 0,7-16 0,3 3 0,-2-8 0,-7-8 0,0 0 0,6 11 0,3 8 0,-3-12 0,-7-22 0,0-8 1072,9 43-1072,-2-4 0,-8-13 0,2-1-553,14 18 553,-14-15 0,-2-5 0,8-11 1215,1 10-1215,-7-23 0,2 13 0,0 1 3003,-4 0-3003,0 0 0,0-2 0,0-11 0,5-2 0,-3-4 1521,3-16-1521,-5 7 2,0 0-2,0 15 0,0-10 0,0 1 0,0-18 0,0-4 0,0 0 0,0 5 0,0 4 0,0 0 0,0 7 0,0-16 0,0-2 0,0-7 0,0-4 0,0-1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48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12877,'-5'20'0,"1"18"0,-2 23 0,-2 15 0,-1 16 0,0 9 0,5-29 0,0 4 0,0 3 0,-1-1 0,-2-1 0,-2 0 0,1 0 0,2 1 0,3 4 0,3 2 0,0-1 0,-1-2 0,-4 14 0,-1-2 0,2-5 0,3-15 0,2-3 0,-1-4 1282,0 13 0,0-6-1282,0-13 0,0 1 0,0 12 0,0 11 0,0-3 0,0 14 0,0 0 0,0-9-1089,0-15 0,0-6 0,0 7 1089,0 14 0,0 11 0,0-2 0,0-15 0,0-6 0,0-9 570,0-2 0,0 1-570,6 26 0,0-4 1629,-3 3-1629,4-19 0,-1 4 0,-6-1 0,0-1 0,0-14 0,0 0 0,0 16 0,0-4 0,0 0 0,0 28 0,0-32 0,0 3 0,0-9 0,0 3 0,0 25 0,0-5 0,0-3 0,0-13 0,0 3-277,-1-18 1,2 3 276,2 10 0,3 8 0,-2-1 0,-3-4 0,0-1 0,0-2 0,6 18 0,0 2 0,-3-11 0,1 3 0,-1-3 0,5 11 0,-1-2 0,0 1 0,1 0 0,2-10 0,0 0 0,-2 14 0,-1-1 0,-2-11 0,0 0 0,1 17 0,0 2 0,0-5 0,-1-2 0,-5-5 0,1-4 0,7-12 0,1-1 2417,-9 10 0,-1-6-2417,7-9 0,-7-10 0,0 3 0,5 3 0,1 0 0,-5-5 0,1-2 0,8 40 0,-10-53 1601,9 18-1601,-7-25 839,6 16-839,-8-12 2557,0-7-2557,0 17 354,0-24-354,0 5 0,0-9 0,0-5 0,0 22 0,0-13 0,0 34 0,0-15 0,0 2 0,0-16 0,0-15 0,0-1 0,0 0 0,0-3 0,0-2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50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24575,'0'16'0,"0"38"0,0 7 0,0 9-4916,1 7 1,-2 6 4418,-3 2 1,-2 8-1,1-7 497,3-4 0,1 2-156,-3-13 1,0 8 0,0 2 0,1-4 155,1 7 0,2-3 0,2 5 0,1 1 0,2 5 0,-1 2 0,0-1-358,-3-2 0,-1 0 0,0 0 0,3 3 358,2-10 0,2 1 0,2 2 0,-1 1 0,-2-1 0,0 2 0,-2-1 0,0 1 0,1 2 0,0 1-393,1-6 1,1 3 0,1 1 0,-1 0-1,0-2 1,0-4 392,-1 17 0,-1-4 0,1 0 0,0 5 0,0-16 0,0 5 0,1 3 0,0-2 0,-1-3 0,0-7 0,-1-1 0,0-9 0,-1 2 0,2 7 0,0 6 0,1 9 0,1 5 0,0 0 0,0-6 0,-1-10 0,4 16 0,0-11 0,0 4 78,-2 1 0,-1 6 0,1-5 0,0-16-78,2-14 0,0-5 0,-1 13 0,-1 6 0,1-9 0,0-20 0,0-1 0,3 40 0,-1-1 2305,0-1-2305,4-15 0,-14 15 0,6-40 0,0 33 3650,-6-36-3650,6 28 5458,-8-28-5458,9 21 0,-7-21 3452,13 16-3452,-14-19 551,6-10-551,-7-14 0,0 16 0,0-7 0,0 16 0,0-23 0,0 49 0,0-42 0,0 56 0,0-32 0,0 1 0,9 30 0,-6-48 0,6 27 0,-9-27 0,0 29 0,0-19 0,0 53 0,0-54 0,0 20 0,6-29 0,-5 0 0,5 15 0,-6-10 0,0 8 0,0-1 0,0-23 0,0 21 0,0-33 0,0 5 0,-5-6 0,4 6 0,-3-5 0,4 12 0,0-6 0,0 8 0,0 9 0,0 29 0,0-20 0,0 18 0,0-36 0,0 0 0,0-8 0,0-9 0,0-9 0,0-15 0,0 5 0,0-1 0,0 8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7:54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24575,'10'0'0,"-1"0"0,0 0 0,1 0 0,-1 0 0,7 0 0,-5 0 0,21 0 0,-2 0 0,28 0 0,3 0 0,0 0 0,9 0 0,-13 0 0,0 0 0,8 0 0,2 0 0,1 0 0,2 0-253,-18 4 0,3 1 253,-1-4 0,-2 0 0,28 9 0,5-10 0,-53 0 0,22 0 0,-24 7 0,16-6 0,12 6 0,3-7 0,-10 0 0,43 10 0,-21-8 0,17 7-465,-32-8 0,2-2 465,1 1 0,-1 0 0,-7 0 0,1 0 0,37 0 0,-6 0 0,-23 0 0,-9 4 0,4-1 0,-2-2 0,1 0 75,7 2 0,1 1-75,3-4 0,5 0 0,-7-1 0,4 0 0,-1 3-1108,17 4 0,-2 1 1108,-1-6 0,3 2 0,-8 5 0,2 3 0,-10-3 0,23-5-304,-27 5 1,9 2 0,-11-2 303,11-5 0,-4 3 0,-2 0 0,-16-6 0,33 0 0,-36 0 0,11 1 0,3-2 0,11-7 0,-14 7 0,6 0 0,22-11 0,-1 0-584,-30 10 1,0 1 583,33-7 0,-2 1-1204,0 7 1204,-15 0 1163,0 0-1163,-10 0 0,0 0 658,12 0-658,-19 0 0,-2 0 0,4 0 0,-9 0 0,19 0 0,19 0 0,-10 0-60,-26 0 1,-1 0 59,23 0 0,9 0 0,-14 0 0,2 0 718,-10 0-718,1 0 678,-14 0-678,-13 0 199,12 8-199,-16-6 2375,16 6-2375,-12-8 1111,-7 0-1111,17 0 0,-8 0 0,10 0 0,0 0 0,-10 0 0,8 0 0,-8 0 0,10 0 0,20 0 0,-3 0 0,6 0 0,2 0 0,-22 0 0,21 0 0,-9 0 0,12 0 0,0 0 0,0 0 0,1 0 0,-1 0 0,-12 0 0,-13 0 0,-14 0 0,-9 0 0,-7 0 0,-2 0 0,-7 0 0,0 0 0,7 0 0,-5 0 0,6 0 0,8 0 0,-12 0 0,13 0 0,-10 0 0,-5 0 0,5 0 0,10 0 0,-13 4 0,13-3 0,-17 3 0,0-4 0,0 0 0,1 0 0,-1 0 0,0 0 0,1 0 0,-1 0 0,0 0 0,7 0 0,-5 0 0,5 0 0,-6 0 0,27 0 0,-13 0 0,22 0 0,-22 0 0,-6 0 0,5 0 0,-5 0 0,-1 0 0,6 0 0,-12-4 0,12 3 0,-5-3 0,0 4 0,4 0 0,-11 0 0,12-6 0,-12 5 0,5-4 0,0 5 0,-5-5 0,1 4 0,-8-3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0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 24575,'4'5'0,"1"3"0,11-2 0,11 0 0,22-1 0,44 6-2036,-27-9 1,13-2 0,7 0-1,-2 1 2036,-5 1 0,1 1 0,1 1 0,4-2 0,1-2 0,5 0 0,2-1 0,-2 1 0,-4 1-530,-1 1 1,-4 2 0,-1 0-1,6-1 530,3-2 0,5-1 0,3-1 0,-3 2 0,-6 2 0,-7 2 0,-5 3 0,0 0 0,5-1 0,6-3 0,7 0 0,0-2 0,-4 1 0,-13 1-601,24 5 0,-10 1 601,-24-2 0,1 2 0,-4-3 0,6-5 0,-3-1 0,-3 6 0,-3-2 0,32-5 0,-72 5 4170,-18 6-4170,-4 28 0,0 44 1106,0-20 0,0 7-1106,0 25 0,0 5 0,0-1 0,0-1 135,0-16 0,0-2-135,0-1 0,0 1 0,0 10 0,0 2 0,-1 0 0,2 0 0,1-25 0,1 2 0,1-2 0,3 26 0,1-4 0,-2-21 0,0-2 0,0 5 0,0 7 0,2 3 0,1 8 0,-1-1 0,-1-13 0,0-1 0,0 4 0,0-7 0,0 3 0,0 2 0,0 3 0,0 17 0,0 6 0,-1-3 0,0-13 0,-1-4 0,-1-2 0,-1-3 0,-1 11 0,1-3 0,2-17 0,11 21 0,-14-25 0,-3 9 0,2-4 0,9 1 0,1-1 0,-9 18 0,-2-2 0,5-22 0,1-2 0,0 3 0,-1-4-954,-2 24 954,1-16 0,2-1 0,3 2 0,-9-3 0,2 6-814,7 5 0,3 3 814,-6-15 0,-1 2 0,1 2 66,3 5 1,1 2 0,0-6-67,2 8 0,-1-6 412,-4-15 1,0-3-413,11 36 0,-11-33 0,1 8-419,1 13 1,1 9 0,1-3 418,3 13 0,-1-3 0,-6-25 0,-2 0 0,2-8 800,2-7 0,1-5-800,-4 3 0,1 0 0,3 6 0,1 1 0,-4 4 0,0-2 0,10 33 0,-5-9 0,-3-33 2252,0 21-2252,-9-36 0,11 51 0,-8-41 0,7 11 0,0 2 0,-8-8 814,8 33-814,-5-45 0,-3 15 0,12 9 0,-11-12 0,1-2 0,1 0 0,2 2 0,-5 21 0,5-27 2956,-7 0-2956,6 0 0,-4 44 0,5-42 0,-2 30 0,-3-17 0,3-27 0,-5 27 0,0-43 0,0 5 0,4-12 0,-3 5 0,3-7 0,-4 0 0,0 1 0,0-1 0,0 0 0,0 0 0,-4 1 0,-12-1 0,8 0 0,-28 3 0,11 8 0,-33-2 0,-18 7 0,20-9 0,-41-5 0,54-6 0,-6 0 0,-2 0 0,-14-3 0,-23 7 0,15 0 0,-1-7 0,-14 6-825,-4 1 825,0-6 0,16 6 0,28-9 0,4 0 0,17 0 0,-7 0 0,0 0 0,-15 0 0,17 0 0,-35 0 0,8 10 0,-33-8 0,22 7 0,-1-9 0,8 0 0,19 0 0,-53 0 0,54 0 825,-21-5-825,30 4 0,0-5 0,7 6 0,-17 0 0,17-5 0,-28 3 0,25-3 0,-53 5 0,49 0 0,-27 0 0,27 0 0,-30 9 0,21-6 0,-54 6 0,63-4 0,-37-3 0,44 3 0,-28 3 0,25-6 0,-10 7 0,17-9 0,12 0 0,-5 0 0,6 0 0,1 0 0,-7 0 0,5 0 0,-5 0 0,-1 0 0,6 0 0,-5 0 0,7 0 0,-1 0 0,1 0 0,-7 0 0,-2-6 0,0 0 0,2-4 0,4-16 0,-1-4 0,-4-28 0,-2-35-1729,12 29 0,3-6 1729,-1-1 0,2-6 0,0 4 0,2-8 0,2-4 0,-2 7 0,1-9 0,-1-4 0,3 7 0,2-2 0,1 5 0,2-11 0,0 13 0,1-10 0,0-6 0,1-1 0,-1 3 0,0 5 0,-2 4 0,-2 4 0,1 2 0,0 0 0,2-4-994,4-13 0,2-2 1,1-2-1,-2 2 0,-4 5 994,-4 1 0,-3 5 0,-2-1 0,1-8-571,2 13 1,0-6 0,1-5-1,-1-1 1,1 1 0,-1 5 0,-1 8 570,0-10 0,-1 10 0,-1 0 0,1-8 0,0-4 0,1-11 0,-1-4 0,1 4 0,-2 11 0,0 21-111,-2 12 1,-1 6 110,-1-47 0,-4 1 0,-1 45 0,0 2 0,2-24 0,1 3 0,-10-15 0,16 5 1556,-5 44-1556,6-10 3873,-8-7-3873,6 4 6572,-6 1-6572,8 5 0,0-16 0,0 7 0,0-21-722,1 5 1,-2-4 721,-4 19 0,-1 0 0,5-18 0,-1 3 72,-8-20-72,10 18 0,0 20 0,0-46 0,0 46-463,0-15 1,0-2 462,0 8-232,0 6 0,0 1 232,0-3 0,0 2 0,0-2 0,0-28 0,0 25 0,0-4 0,-6-11 0,-2 3 0,-3-20 0,3 17 0,0 3 0,0 12 0,1-11 0,0-2 904,-4-6-904,3 4 0,0 3 0,0 12 0,-6-12 0,1 0 0,6 5 0,-11-7 0,1 4 0,15 22-95,-13-9 95,13 12 0,-7-9 0,-1-1 0,0-6 0,3 9 0,0 4 944,0 15-944,7 10 511,-5-1-511,3 7 1027,-3-14-1027,5 11 108,0-6-108,-5 0 0,3 15 0,-3-15 0,5 16 0,-5-6 0,4 1 0,-3 5 0,4-5 0,0 11 0,0 1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2.0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15 221 24575,'4'-10'0,"-3"1"0,8-7 0,-7 5 0,3-12 0,-5 12 0,5-12 0,2 1 0,11-4 0,-6 4 0,4 10 0,-6 4 0,-1 6 0,0-6 0,0 7 0,1-3 0,6-2 0,2 5 0,-1-4 0,-1 5 0,-6 0 0,-1 0 0,0 0 0,1 0 0,-5 4 0,3 1 0,-3 4 0,5 0 0,8 17 0,-6-13 0,16 29 0,-20-22 0,9 8 0,-16-12 0,9 0 0,-9-5 0,5 5 0,-6-7 0,0 0 0,0 1 0,0-1 0,-5 0 0,4 0 0,-7 1 0,3-1 0,-5 0 0,1 1 0,0-5 0,-1 3 0,1-7 0,-1 7 0,1-7 0,-7 4 0,5-5 0,-22 0 0,24 4 0,-16-3 0,20 3 0,-4-8 0,4-2 0,-5-10 0,3-2 0,-5-10 0,-9-8 0,-1-4 0,1 10 0,-22-29 0,31 41 0,-16-25 0,28 33 0,0 5 0,0 1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3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119 81 24575,'5'-9'0,"-1"0"0,-4-7 0,4 9 0,-3-9 0,3 11 0,0 0 0,-3-3 0,8 7 0,-4-4 0,8 5 0,-3 5 0,11 1 0,1 9 0,3-2 0,4 4 0,-11-6 0,-6-1 0,-4-5 0,-3 4 0,0-4 0,3 4 0,-7 7 0,8-5 0,-8 5 0,8 0 0,-7-5 0,3 12 0,-5-12 0,0 9 0,0-9 0,0 2 0,0-4 0,-5 7 0,-2 2 0,-6 7 0,7-7 0,-4-7 0,9-2 0,-7-4 0,6 4 0,-6 0 0,3-3 0,0 2 0,-4-7 0,4 3 0,-4-4 0,-1 0 0,-42 0 0,31 0 0,-47-14 0,54 11 0,-13-21 0,17 17 0,-2-16 0,7 12 0,-5-6 0,9 1 0,-8-2 0,3 5 0,0-9 0,-3 19 0,8-12 0,-3 10 0,4-1 0,0 2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3.9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24575,'0'18'0,"0"14"0,0-2 0,0 6 0,0 20 0,0-26 0,0 25 0,0-18 0,0 19 0,0-23 0,0 19 0,0-38 0,0 18 0,0-21 0,0 1 0,0-8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4.4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24575,'5'57'0,"-1"-20"0,-4 52 0,0-49 0,0 15 0,0-6 0,0 0 0,0 9 0,0-12 0,0 0 0,0-17 0,0 13 0,0-22 0,0 7 0,0-11 0,0-6 0,0-5 0,0-1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5.3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167 313 24575,'5'-4'0,"0"-1"0,-1-5 0,-3-6 0,16-11 0,6-21 0,-1 16 0,9-12 0,-20 33 0,5-1 0,-7 4 0,1 7 0,0 8 0,-4-1 0,13 27 0,-10-13 0,11 14 0,-9-9 0,1-1 0,-7-6 0,5-2 0,-9 0 0,3-5 0,-4 5 0,0 0 0,0-5 0,0 5 0,0-7 0,-4 1 0,-1-1 0,-1 0 0,-2 1 0,3-1 0,-5 0 0,1-4 0,0 4 0,-1-4 0,-6 0 0,5-1 0,-5 0 0,6-3 0,1 3 0,0-4 0,-1 0 0,5-4 0,-28-44 0,-2-6 0,-2 6 0,0 1 0,-1-5 0,-13-7 0,41 29 0,-11-6 0,13 2 0,2 16 0,6 2 0,0 6 0,0 5 0,0 1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6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8 228 24575,'0'-10'0,"0"1"0,5 4 0,2-20 0,3 16 0,5-33 0,-5 28 0,2-11 0,-2 9 0,16-5 0,-15 3 0,13-1 0,-19 14 0,5 0 0,-5 1 0,3 3 0,-7 1 0,14 12 0,-8-1 0,16 6 0,-16 0 0,24 4 0,-22-2 0,24 6 0,-22-14 0,6 12 0,-7-12 0,1 12 0,0-5 0,-4 0 0,4 15 0,-4-12 0,0 14 0,2-17 0,-8 5 0,3-12 0,-4 5 0,0-7 0,0 1 0,-4-5 0,-1 3 0,-11-2 0,-12 0 0,8-1 0,-12 1 0,14-5 0,-7 5 0,1-6 0,6 0 0,2 0 0,6 0 0,5-5 0,-10 4 0,12-7 0,-19 2 0,8-6 0,-10 0 0,-3-15 0,1 5 0,6-5 0,8 4 0,3 12 0,8-16 0,-3 15 0,4-15 0,0-1 0,0 8 0,0-1 0,0 16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6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 24575,'0'9'0,"0"29"0,0 7 0,-9 28 0,7-22 0,-6 17 0,8-28 0,0 45 0,0-33 0,0 21 0,0-15 0,6-19 0,-5 1 0,9-24 0,-9-7 0,7-4 0,-7 4 0,3-8 0,-4 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07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299 304 24575,'0'-10'0,"4"5"0,1-3 0,4 7 0,1-8 0,-1 8 0,0-3 0,1 4 0,6 0 0,-1 0 0,9 0 0,-9 0 0,1 0 0,-7 0 0,0 0 0,7 0 0,-3 11 0,10 13 0,-1 13 0,0 23 0,12 15 0,-21-19 0,12 5 0,-24-37 0,10 1 0,-10-7 0,5 4 0,-6-11 0,0 5 0,0-6 0,-4-5 0,-2 3 0,1-3 0,-3 1 0,3-2 0,-5-4 0,1 0 0,-17 0 0,6 0 0,-8-5 0,6 4 0,4-8 0,0 3 0,2 0 0,-10-12 0,13 10 0,-20-17 0,21 7 0,-1-7 0,2 1 0,-18-28 0,-16-33-1937,-6 10 1937,6-7 0,0-1 0,2 6-38,10 21 0,3 5 0,13 18 0,13 28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5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1 396 24575,'5'-10'0,"-1"1"0,-4 0 0,0-1 0,0-6 0,0 5 0,0-5 0,0 6 0,0 1 0,0 0 0,0-5 0,4 4 0,-3-4 0,9-2 0,-9 5 0,5-5 0,5-1 0,-9 6 0,19-16 0,-15 15 0,9-8 0,-10 10 0,4 5 0,-8-3 0,7 2 0,-3-3 0,0 0 0,3-1 0,-2 1 0,3-1 0,-4 1 0,3 4 0,-7-4 0,8 4 0,-8-4 0,7 4 0,-7 11 0,7 1 0,-7 26 0,9-13 0,-9 7 0,10-4 0,-10-5 0,16 17 0,-15-15 0,15 14 0,-16-23 0,4 5 0,0-6 0,-4-1 0,3 0 0,-4 0 0,0 1 0,0-1 0,4 0 0,-3 1 0,3-1 0,-4 0 0,0 1 0,0-1 0,0 0 0,0-4 0,0-1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6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24575,'9'0'0,"29"0"0,-15 0 0,17 0 0,-24 0 0,-7 0 0,0 0 0,0 0 0,8 0 0,-6 0 0,5 0 0,-7 0 0,0 0 0,1 0 0,-1 0 0,0 0 0,0 0 0,-3 0 0,-2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7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11341,'0'15'0,"0"-10"4936,6 37-4936,-4-29 2303,5 29-2303,-2-22 1310,-3 7-1310,3-4 4685,-5-12-4685,0 9 0,4-9 0,-3 2 0,3-8 0,-4-1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8.1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76 24575,'4'-5'0,"-3"-4"0,8 4 0,-4-4 0,4-1 0,0 1 0,1 4 0,-1-4 0,0 8 0,-4-7 0,4 7 0,-4-3 0,4 4 0,-4 4 0,4-3 0,-8 7 0,7 1 0,-2 8 0,4-1 0,-4 0 0,-1-7 0,-5 0 0,0 0 0,0 5 0,-5-8 0,-1 13 0,-4-12 0,-1 9 0,2-6 0,0-1 0,-1-4 0,5 3 0,1-3 0,8 5 0,1-1 0,21 3 0,-6 5 0,14-2 0,4 15 0,-17-21 0,16 20 0,-26-22 0,11 16 0,-11-12 0,1 5 0,-3-7 0,-4 0 0,0 1 0,3-5 0,-7 3 0,7-3 0,-7 5 0,4-1 0,-5 0 0,0 0 0,-5-3 0,4 2 0,-3-3 0,0 0 0,-8 5 0,1-5 0,-5 2 0,6 1 0,-6-2 0,-2 0 0,0-1 0,-5-5 0,-4 0 0,7 0 0,-6 0 0,17 0 0,-7 0 0,-2 0 0,0-4 0,2-1 0,6-4 0,1-1 0,4-6 0,-4 9 0,8-15 0,-3 19 0,4-8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8.7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9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19.3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12545,'5'0'0,"-1"0"0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0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24575,'16'0'0,"2"0"0,6 0 0,10 0 0,-14 0 0,22 0 0,-12 0 0,6 0 0,-2 0 0,-9 0 0,-1 0 0,-6 0 0,-2 0 0,10 0 0,-6 0 0,14 0 0,0 0 0,-7 0 0,0 0 0,5 0 0,-12 0 0,14 0 0,0 0 0,3 0 0,-1 0 0,8 0 0,-24 0 0,34 0 0,-22 0 0,17 0 0,-6 0 0,6 0 0,12 0 0,-9 0 0,-6 0 0,-12 0 0,-7 0 0,7 0 0,-10 0 0,-6 0 0,-2 0 0,-7 0 0,1 0 0,-1 0 0,0 4 0,1 1 0,-1 5 0,-4 6 0,3-5 0,-1 12 0,2-12 0,14 44 0,-11-36 0,6 36 0,-9-37 0,-2 7 0,0-1 0,-2 1 0,5 36 0,-8-27 0,8 36 0,-10-43 0,0 16 0,0-16 0,0 17 0,0-17 0,0 16 0,0 6 0,0-10 0,0 7 0,0-21 0,0-1 0,0 1 0,5-1 0,-4 10 0,5-7 0,-6 7 0,0-9 0,0 9 0,0-7 0,5 7 0,-3 0 0,3-7 0,2 16 0,-6-16 0,6 17 0,-7-8 0,0 10 0,0 0 0,7 0 0,-5 12 0,5 3 0,-7 0 0,0 9 0,0-21 0,0 21 0,0 23 0,0-33 0,0 28 0,0-61 0,0 7 0,0-9 0,0-1 0,0 1 0,0-1 0,0-6 0,0 5 0,0-12 0,0 5 0,0-7 0,0 7 0,0-5 0,0 5 0,0-6 0,0-1 0,0 7 0,0-5 0,0 5 0,0-7 0,-6 7 0,-1 2 0,0 0 0,-4 5 0,6-12 0,-6 5 0,6-7 0,-3 0 0,2 1 0,-3-5 0,-7 4 0,-2-2 0,-7 0 0,-9-2 0,-47-5 0,24 0 0,-34 0 0,46 0 0,-14-8 0,27 6 0,-13-6 0,27 8 0,0 0 0,2 0 0,7 0 0,-1 0 0,1 0 0,0 0 0,-1 0 0,1 0 0,4 4 0,-4-3 0,4 3 0,-4-4 0,3-4 0,-2 3 0,3-7 0,-11-4 0,-6-5 0,-4-2 0,-12-5 0,6 5 0,4 3 0,8 2 0,10 9 0,1 0 0,4-3 0,-4 7 0,4-4 0,0 1 0,-4 3 0,4-7 0,-4 3 0,-1-1 0,1-2 0,0 7 0,-1-7 0,1 7 0,4-8 0,-4 8 0,8-7 0,-7 7 0,7-8 0,-8 4 0,4-4 0,-4-1 0,4 1 0,-4 0 0,1-17 0,-6-16 0,0 3 0,-1-8 0,-3-31-430,1 3 430,-2-13 0,8-9 0,-3 41 0,4-43 0,-6 45 0,7-3 0,-5 10 0,12 17 0,-13-26 0,7 9 0,-10-29 0,-1-14 0,7 20 0,-7-28 430,17 64-430,-8-36 0,10 43 0,-7-17 0,6-19 0,-12 19 0,12-26 0,-15-11 0,13 33 0,-15-40 0,16 61 0,-9 0 0,2-29 0,3 37 0,-2-30 0,8 40 0,-4-5 0,3-3 0,-4 2 0,5-6 0,0 4 0,0 2 0,-4-1 0,3 6 0,-3 1 0,4-7 0,0 5 0,0-10 0,0 11 0,0-4 0,0 5 0,0-1 0,0 1 0,0 4 0,0 1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3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72 24575,'0'13'0,"0"5"0,0 3 0,0 13 0,0-13 0,4 4 0,-3-16 0,3 8 0,0-6 0,-3 5 0,3-7 0,-4 7 0,0 2 0,6 6 0,-5-6 0,4 27 0,-5-22 0,0 32 0,0-18 0,0 9 0,0-17 0,0 3 0,0-14 0,0 7 0,0-7 0,0-2 0,0-7 0,0 0 0,0-8 0,0-6 0,-5-33 0,4 11 0,-12-27 0,11 27 0,-4-8 0,-1 1 0,5-2 0,-5-1 0,7 3 0,0 10 0,0-1 0,0 7 0,0-5 0,0 12 0,0-12 0,0 5 0,0 0 0,0-5 0,4 12 0,-3-5 0,4 7 0,-1-1 0,-3 1 0,3 0 0,0-1 0,1 5 0,5 5 0,-5 5 0,15 22 0,-10-7 0,13 16 0,-11-12 0,2 11 0,-3-15 0,2 12 0,-2-14 0,-4-1 0,2 0 0,-4-8 0,1 0 0,-2 0 0,0 1 0,-3-1 0,7-4 0,-7-5 0,8-1 0,-8-7 0,27-58 0,-16 34 0,17-40 0,-22 49 0,8 5 0,-12 0 0,12 2 0,-14 7 0,7-1 0,-7 1 0,7 0 0,-7-1 0,8 5 0,-8-3 0,7 2 0,-3-3 0,0 0 0,3 3 0,-6-2 0,6 7 0,-7-7 0,7 7 0,-7-8 0,7 8 0,-7-7 0,8 3 0,-4-5 0,4 5 0,-4-3 0,4 7 0,-8-8 0,3 12 0,0-2 0,5 57 0,4-20 0,2 31 0,-7-35 0,5 0 0,-12-7 0,10 0 0,-10-11 0,3 0 0,-4 2 0,4 0 0,-3 5 0,4-12 0,-5 12 0,0-6 0,0 1 0,5 5 0,-4-12 0,5 5 0,-6-7 0,0 1 0,0-1 0,0 0 0,0 0 0,4-3 0,-3 2 0,3-3 0,-4 4 0,0-3 0,0-2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4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11842,'10'0'0,"6"0"4849,-5 0-4849,5 0 2215,-7 0-2215,0 0 1250,1 0-1250,-1 0 4419,7 0-4419,-5 0 0,5 0 0,0 0 0,2 0 0,0 0 0,14 0 0,-12 0 0,7 0 0,-4 0 0,-5 0 0,0 0 0,14-7 0,-12 6 0,14-6 0,-16 7 0,5 0 0,4 0 0,0-6 0,7 5 0,0-4 0,2-2 0,1 5 0,-10-5 0,5 7 0,-2 0 0,6 0 0,8 0 0,-8 0 0,10-7 0,-16 6 0,2-6 0,-5 7 0,0 0 0,61 0 0,-50 0 0,50 0 0,-39 0 0,-10 0 0,44 0 0,-49 0 0,63 0 0,-54 0 0,21 0 0,-21 0 0,6 0 0,-1 0 0,1 0 0,21 0 0,-26 0 0,55 0 0,-46 7 0,20-6 0,-15 6 0,-9-7 0,18 0 0,28 0 0,4 0 0,-17 0-204,-18 0 0,1 0 204,18 0 0,17 0 0,0 0 0,-17 0-1286,-14 0 0,-7 0 1286,30 0 0,-1 0 0,-23 3 0,-3 1-291,5-4 0,-7 2 291,-5 4 0,36-6 0,-25 0 0,-17 0 0,-3 0 0,-10 0 0,16 0 0,-28 0 344,0 0-344,-4 0 2537,4 0-2537,22 0 681,-1 0-681,10-6 0,-12 4 0,0-5 0,0 7 0,0 0 0,0 0 0,0-7 0,12 5 0,-10-4 0,23 6 0,-22 0 0,9 0 0,-22-6 0,-2 5 0,-10-5 0,-6 6 0,-6 0 0,-8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24575,'9'0'0,"0"0"0,17 0 0,-13 0 0,41 0 0,-21 0 0,37 0 0,-9 0 0,27 0-439,4 0 439,-22 6-6639,13-5 6639,-32 5-306,22-6 306,-12 6 0,-3-4 0,-21 5 286,6-7-286,-23 0 6629,22 0-6629,-12 7 469,28-6-469,-9 6 0,9-7 0,0 0 0,-19 0 0,17 0 0,-20 0 0,10 0 0,12 0 0,3 0 0,12 0 0,-21 0 0,4 0 0,-8 0 0,-8 0 0,27 0 0,-15 0 0,9 0 0,-12 0 0,-15 0 0,0 0 0,2 0 0,-6 0 0,11 0 0,-11 0 0,6 0 0,-2 0 0,0 0 0,-7 0 0,29 0 0,-26 0 0,52 0 0,-38 0 0,28 0 0,-35 0 0,33 0 0,-27 0 0,57 0 0,-57 0 0,28 0 0,-44 0 0,7 0 0,27 0 0,-28 0 0,65 0 0,-65 0 0,28 0 0,-36 0 0,-1 0 0,33 0 0,-14 0 0,16 0 0,-25 0 0,27 0 0,-18 0 0,30 0 0,-27 0 0,0 0 0,0 0 0,-1 0 0,-8 0 0,-3 0 0,-10 0 0,1 0 0,-7 0 0,4 0 0,-4 0 0,0 0 0,-2 0 0,10 0 0,15 0 0,-1 0 0,15 0 0,-28 0 0,17 0 0,-17 0 0,0 0 0,-11 0 0,-7 0 0,1 0 0,-5 0 0,-1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8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24575,'10'0'0,"-1"0"0,29 0 0,21 0 0,33 0-1255,-14-3 0,14-2 0,-9 1 1255,-20 3 0,2-1 0,24-2 0,13-1 0,-6 2 0,0 2 0,-4 2 0,-1-1 0,1 0 0,10 0 0,-6 0-413,-31 0 0,-6 0 413,33 0 0,-32-4 0,6 3 0,-43-3 0,45 4 2616,-38 0-2616,16-6 1975,-22 5-1975,1-5 0,-7 6 0,14 0 0,-12 0 0,24 0 0,-8 0 0,10 0 0,12 0 0,-19 0 0,17 0 0,-8 0 0,13 0-298,26 0 1,1 0 297,-11 0 0,12 1 0,-8-2 0,-52-4 0,27 3 0,-7-3 0,12 5 0,-10 0 0,32 0 0,-56 0 0,32 0 595,-32 0-595,-7 0 0,22-7 0,-24 5 0,8-4 0,-12 6 0,-5 0 0,7 0 0,-5 0 0,5 0 0,0 0 0,2 0 0,0 0 0,-2 0 0,9 0 0,-11 0 0,11 0 0,-15 0 0,-1 0 0,0 0 0,0 0 0,1 0 0,-1 0 0,0 0 0,1 0 0,-5 0 0,-1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39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0 209 24575,'16'0'0,"2"0"0,7 0 0,-1 0 0,37-10 0,9 8 0,10-8-1082,11-5 0,4 1 1082,-35 10 0,-1 0 0,26-15 0,1 2-490,-16 14 1,-5 4 489,19-8-465,4 7 465,-28 0 0,-13-8 0,-17 6 0,25-6 0,-14 8 1993,-4 0-1993,1 0 1065,9 0-1065,-8 0 0,9 0 0,23 0 0,-28 0 0,24-6 0,4-1 78,-9 4-78,0-3 0,-1 0 0,-12 6 0,1 0 0,2 0 0,5 0 0,33-7 0,-53 6 0,33-6 0,-36 7 0,36 0 0,-43 0 0,7 0 0,45 0 0,-41-6 0,50 5 472,-52-5-472,10 0 0,-9 4 0,6-5 0,20 7 0,-10-7 0,20 6 0,-27-6 0,0 7 0,-10 0 0,7 0 0,-16 0 0,7 0 0,13 0 0,-18 0 0,18 0 0,-23 0 0,1 0 0,-1 0 0,10 0 0,-7 0 0,7 0 0,-16 0 0,5 0 0,-12 0 0,5 0 0,-7 0 0,0 0 0,1 0 0,-1 0 0,0 0 0,7 0 0,-5 0 0,6 0 0,-8 0 0,0 0 0,0 0 0,-3 0 0,-2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40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24575,'10'0'0,"-1"0"0,16 0 0,5 0 0,60 0 0,-6 0-957,4 0 957,-32-5 0,3-1 0,10 5 0,1-1 0,-8-3 0,2-1 0,22 5 0,-4 2 0,-5-1 235,-18 0-235,-5 0 0,-24 0 0,16 0 0,0 0 0,-17 0 0,13 0 0,-29 0 722,41 0-722,-37 0 0,49 0 0,-21 0 0,28 0 0,-1 0 0,-21 0 0,30 0 0,-11 0 0,10 0 0,20 0 0,-48 0 0,17-3 0,0 0 0,-7 1 0,-12-2 0,2 1 0,36 3 0,-41 0 0,44 0 0,-19 0 0,-29 0 0,23 0 0,-41 0 0,-3 0 0,1 0 0,-12 0 0,5 0 0,-7 0 0,7 0 0,-5 0 0,5 0 0,10 0 0,-6 5 0,7-3 0,-4 3 0,-5-5 0,6 0 0,23 0 0,-13 6 0,13-5 0,-25 4 0,-6-5 0,0 0 0,-5 0 0,5 0 0,-7 5 0,-4-4 0,0 3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41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24575,'6'-4'0,"6"3"0,-6-3 0,14 4 0,2-4 0,4 3 0,12-4 0,-2 5 0,16-5 0,7-2-354,-6 6 0,1-1 354,13-4 0,0 0 0,26 6 0,-30-6 0,-3 0 0,2 3-747,23-4 1,6 1 746,-37 6 0,-2 0 0,9 1 0,0-2-450,-6-2 1,-7-2 449,-9 3 0,7-6 0,-21 8 622,9 0-622,-7 0 1471,7 0-1471,-17 0 1007,16 0-1007,-20 0 0,19 0 0,-14 0 0,28 0 0,-16 0 0,16 0 0,15 0 0,-17 0 0,28 0 0,-26-7 0,0 6 0,45-6 0,-34 7 0,33 0 0,-32 0 0,-9 0 0,21 0 0,-21 0 0,2 0 0,0 0 0,6 0 0,24 0 0,-37 0 0,-17 0 0,7 0 0,0 0 0,14 8 0,1-6 0,0 6 0,-15-8 0,-10 0 0,1 0 0,4 0 0,-11 0 0,3 0 0,-12 0 0,0 0 0,0 0 0,1 0 0,-5 0 0,-1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42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 15222,'4'5'0,"1"-1"3968,11-4-3968,11 0 0,22 0 0,12 0 0,1-6 0,2 0 770,10 3-770,-7-3 0,4 0 0,-13 0 0,1-1 0,5 0 0,6 0-255,5 3 1,7-1 0,-4 0 254,4-7 0,0 2 0,-10 8 0,4 2 0,-9-1 0,-15-4 0,-3-1 0,12 6 0,-4 0 0,7 0 2488,24-8-2488,-26 6 0,-14-6 0,-14 8 699,-9 0-699,-8 0 2191,10 0-2191,-8 5 0,10-3 0,-11 3 0,14-5 0,-19 0 0,20 0 0,6 0 0,21 0 0,15 0 0,-6 0 0,-11 0 0,-12 0 0,0 0 0,0 0 0,-10 0 0,8 0 0,-17 0 0,0 0 0,-11 0 0,10 0 0,-6 0 0,7 0 0,-4-5 0,-12 3 0,12-3 0,-12 5 0,11 0 0,-11 0 0,12 0 0,-5 0 0,0 0 0,-2 0 0,-7 0 0,0 0 0,1 4 0,-1-3 0,7 3 0,2-4 0,0 0 0,5 0 0,-6 0 0,1 0 0,14 0 0,-12 0 0,15 0 0,-11 0 0,1 0 0,-8 0 0,-1 0 0,1 0 0,-7 0 0,7 0 0,-8 0 0,0 0 0,0 0 0,1 0 0,-1 0 0,0 0 0,1 0 0,-5 0 0,-1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8:43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24575,'57'16'0,"-13"-2"0,-22-8 0,33 17 0,-12-11 0,30 15 0,-18-16 0,0-1-8503,19 8 8503,-10-7 0,-2 0 0,-1 6 680,10-7-680,-5 0 0,4 0 0,-17-8 0,1-1 0,23 6 0,-1 0 0,-24-7 0,-1 0-339,3 0 0,1 0 339,-3-1 0,7 2 0,9 2 0,14 3 0,1 0 0,-11-2-899,4-2 1,0 1 898,18 3 0,11 2 0,-16-3 0,-32-5 0,-8 0 4342,43 8-4342,-4-6 0,-15 6 0,0-8 0,-19 0 0,-2 0 1127,8 0-1127,28 7 0,-52-6 885,0 6-885,-2-7 0,-16 0 2919,5 0-2919,-12 0 939,12 0-939,-12 0 86,5 0-86,-7 0 0,7 0 0,-5 0 0,12 0 0,-5 0 0,6 0 0,1 0 0,0 0 0,-1 0 0,1 0 0,-1 0 0,21 0 0,-15 0 0,15 0 0,-21 0 0,1 0 0,-1 0 0,-6 0 0,-2-4 0,-7 3 0,1-3 0,-1 4 0,4 0 0,-2 0 0,2 0 0,-8 0 0,-1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0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13533,'8'27'0,"-6"-3"4225,6 25-4225,3 39 0,-10-36 0,0 3 0,10 11 0,-1 0 987,-9-7 0,0-6-987,13 4 1091,-13-25-1091,3-14 3575,1 7-3575,-3-8 0,3-5 0,-5-7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0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24575,'4'-5'0,"-3"-3"0,7 3 0,-2-5 0,4-6 0,0 5 0,0-5 0,16-3 0,-13 7 0,33-27 0,-15 15 0,9-9 0,-6 12 0,-16 15 0,-2-4 0,-7 9 0,0-3 0,1 4 0,-1 0 0,0 4 0,1-3 0,2 23 0,4-13 0,-2 15 0,3-9 0,-7-6 0,21 25 0,-17-21 0,16 14 0,-20-13 0,0-5 0,-4 5 0,-2-6 0,1-1 0,2 17 0,-1-13 0,1 19 0,-7-14 0,0 0 0,0 5 0,0-6 0,0 17 0,0-7 0,-5 7 0,-2-9 0,-7 9 0,1-7 0,-8 16 0,1-16 0,-1 0 0,-15 10 0,17-23 0,-12 16 0,18-25 0,3-1 0,1-4 0,-18 0 0,6 0 0,-14 0 0,10 0 0,7 0 0,2 0 0,7 0 0,3-4 0,2 3 0,4-3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1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1 211 24575,'9'0'0,"0"0"0,1 0 0,-1 0 0,0 0 0,1 0 0,-1 0 0,0 0 0,7 0 0,2 0 0,7 0 0,-1 0 0,10 0 0,-7 0 0,16 0 0,-6-6 0,9-3 0,0-6 0,-1-1 0,1 1 0,-9 1 0,-14 2 0,-8 5 0,-14-1 0,3 3 0,-4-5 0,0 1 0,0-1 0,-4 1 0,-1 0 0,-5-1 0,-6-1 0,-2 0 0,-7-1 0,-3 5 0,9 2 0,-2 5 0,12 0 0,0 0 0,-1 0 0,1 0 0,-1 4 0,1-3 0,4 7 0,-4-3 0,4 5 0,-11 0 0,5 0 0,-5 0 0,1 11 0,-3-3 0,0 11 0,1-4 0,10-8 0,-3 0 0,9-8 0,-3 0 0,4 7 0,0-5 0,0 5 0,5 0 0,1-5 0,4 1 0,-4-3 0,9-3 0,-2 5 0,12-4 0,-7-2 0,-2-1 0,21-3 0,-13 3 0,22-4 0,-22 0 0,10 0 0,-14 0 0,13 0 0,-16-5 0,1 4 0,9-9 0,-15 9 0,8-3 0,-14 4 0,-2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2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0 24575,'-9'9'0,"0"1"0,-2 6 0,1-5 0,-1 5 0,2-7 0,-3 17 0,2-13 0,-3 19 0,3-21 0,-1 10 0,2-11 0,3 3 0,2-3 0,0-5 0,3 10 0,-3-8 0,4 9 0,0-7 0,0 0 0,0 1 0,4-1 0,1 0 0,11 2 0,2 0 0,7 1 0,-1-5 0,10 5 0,-7-5 0,17 8 0,-8-1 0,0-6 0,-2 5 0,-16-12 0,-2 4 0,0-5 0,-5 0 0,5 0 0,-6 0 0,-1 0 0,0 0 0,0-4 0,-3 3 0,-2-3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24575,'5'4'0,"0"2"0,-5 10 0,0 23 0,5-9 0,-4 20 0,9-31 0,-9 8 0,7-20 0,-7 8 0,9-3 0,-5-5 0,2 8 0,1-14 0,-7 7 0,7-7 0,-2 7 0,3-7 0,0 8 0,0-8 0,-3 7 0,2-7 0,-3 3 0,0-4 0,-1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3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24575,'-5'0'0,"1"0"0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3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9 14810,'-4'-5'0,"-1"1"4098,-5 8-4098,1-3 1689,4 8-1689,-4-8 916,8 7-916,-3-3 3062,0 0-3062,3 3 0,-3-2 0,4 3 0,0 0 0,0 0 0,0 1 0,4-1 0,1 0 0,4 1 0,7 6 0,-5-5 0,12 12 0,4-3 0,0 5 0,17 5 0,-17-10 0,16 8 0,-16-14 0,0 5 0,-11-12 0,-6 1 0,-5-3 0,3 1 0,-7 2 0,-1 8 0,-1-4 0,-7 8 0,2-11 0,-3-3 0,4 2 0,-4-7 0,4 3 0,-4-4 0,-1 0 0,1 0 0,4 0 0,1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4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24575,'5'9'0,"6"16"0,-5-11 0,8 28 0,-3-22 0,3 25 0,-3-25 0,-5 14 0,3-27 0,-8 8 0,3-10 0,0 4 0,-3 0 0,7-3 0,-7-2 0,3-4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4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5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98 24575,'-4'9'0,"3"1"0,-7-1 0,7 0 0,-3 1 0,-2 10 0,5-8 0,-5 8 0,6-11 0,0 1 0,0-1 0,0 0 0,4 1 0,-3-1 0,4 0 0,-1 0 0,2 8 0,4-6 0,0 5 0,0-11 0,-1 3 0,0-7 0,1 7 0,-1-7 0,7 3 0,-5 1 0,12-4 0,-12 7 0,5-7 0,-7 3 0,0-4 0,1-4 0,-5-1 0,-1-5 0,-4 1 0,0-7 0,0-24 0,-5 10 0,-4-26 0,-2 36 0,-1-6 0,-18-3 0,9 8 0,-17-12 0,13 10 0,7 14 0,6-6 0,4 14 0,3-7 0,0 7 0,0-3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6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24575,'5'4'0,"-1"1"0,-4 33 0,0-22 0,0 29 0,5-27 0,-3 16 0,9-7 0,-10 0 0,4 5 0,0-23 0,-4 8 0,3-29 0,23-75 0,-15 45 0,7-7 0,1 4 0,-6 20 0,2 12 0,-9 6 0,1 12 0,-7 11 0,17 11 0,-9 0 0,11 7 0,-7 0 0,0-7 0,-5 1 0,3-6 0,-4-4 0,4 4 0,-5-5 0,-2-3 0,-4-9 0,0-1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7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887 1 14431,'-53'9'0,"26"-6"1912,-29 2 0,-3-1-1912,11-4 1854,-33 6-1854,38-5 1015,16 4-1015,-1-5 3175,-4 0-3175,18 0 276,-11-4-276,15 3 0,1-3 0,4 0 0,-4 3 0,-12-3 0,7 4 0,-11-5 0,9 4 0,-2-3 0,0 4 0,-5 0 0,12 4 0,-12-3 0,16 8 0,-8-8 0,3 8 0,-6 3 0,0-3 0,2 6 0,11-10 0,-4 4 0,4 0 0,0 7 0,-4-5 0,3 12 0,-5-5 0,4 16 0,-4-7 0,3 16 0,1-6 0,-7 29 0,12-15 0,-4 6 0,12-14 0,-4-16 0,10 7 0,-5-9 0,5-1 0,-1-6 0,20 18 0,-17-21 0,17 21 0,7-13 0,-13-8 0,30 8 0,9-2 0,-21-4 0,48 10 0,-5-9 0,-9-9 0,13 2 0,-17-11 0,-30 0 0,28 0 0,-44 0 0,7 0 0,-10 0 0,23 0 0,-18 0 0,18-5 0,-30-1 0,28-9 0,-12 2 0,25-10 0,20-2 0,-24 0 0,24 2 0,-41 9 0,-3 6 0,-17 2 0,6 1 0,-12 3 0,1-3 0,-8 5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8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89 24575,'-10'0'0,"1"0"0,-1 0 0,1 0 0,0 0 0,-1 0 0,-6 0 0,-2 0 0,4 4 0,-1-3 0,10 3 0,-4 0 0,-1-3 0,-6 9 0,5-9 0,-12 10 0,12-10 0,-5 9 0,0-9 0,4 7 0,-4-7 0,7 3 0,4 0 0,-4-3 0,4 8 0,-4-8 0,3 7 0,2-3 0,4 4 0,0 1 0,0-1 0,4-4 0,6 8 0,16-5 0,-8 7 0,24 6 0,-29-9 0,19 2 0,-21-6 0,12-1 0,-8-2 0,9 1 0,-9-2 0,1-3 0,-6 3 0,-1-4 0,0 0 0,0 0 0,1 0 0,-1 0 0,-4-11 0,-1 4 0,-10-25 0,-7 12 0,-21-28 0,6 20 0,-24-24 0,24 24 0,-10-10 0,20 20 0,-5 1 0,12 7 0,-5 4 0,11-3 0,1 8 0,4-3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09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47 12286,'0'-9'0,"0"-1"4761,-5 5-4761,4-3 2137,-3 3-2137,0-1 1197,-1 2-1197,-5 4 4194,1 4-4194,0 1 0,3 5 0,-2-1 0,7 0 0,-3 1 0,4-1 0,0 0 0,4-4 0,-3 4 0,7-4 0,4 5 0,-1-4 0,5 3 0,0-2 0,-5-2 0,5 5 0,-6-5 0,-1 0 0,0 4 0,0-4 0,1 4 0,-5 0 0,3 1 0,-7-1 0,3 0 0,-4 0 0,0 1 0,0-1 0,0 0 0,-4-3 0,-1-2 0,-4-4 0,-8 5 0,6-4 0,-5 5 0,11-6 0,1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0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24575,'0'10'0,"0"6"0,4-5 0,-3 16 0,3-8 0,1 2 0,-4 2 0,3-12 0,-4 5 0,4-6 0,-3-1 0,3 0 0,0-4 0,-3 4 0,3-4 0,-4 4 0,4 0 0,-2 1 0,2-1 0,0 0 0,-3 1 0,3-5 0,-4-1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0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24575,'10'-6'0,"4"2"0,20-3 0,26-8 0,-9 5 0,18-11 0,-39 20 0,-5-6 0,-15 7 0,-5-4 0,-1 3 0,-4-4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1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24575,'0'9'0,"-4"0"0,-2 7 0,0-5 0,-4 5 0,9-6 0,-3-1 0,4 0 0,0 1 0,0-1 0,0 0 0,8 0 0,-1 1 0,13 0 0,-9 0 0,12 2 0,-6 4 0,8-2 0,9 5 0,-14-8 0,6 1 0,-17-7 0,-4 4 0,3-8 0,-7 7 0,4-3 0,-5 4 0,0 1 0,0-1 0,-5 0 0,4 0 0,-7-3 0,-14 5 0,-7-3 0,-1 0 0,-2-1 0,14-7 0,0 0-1696,2 0 0,11 0 0,0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16767,'0'10'0,"0"1"3438,0 27-3438,5-11 0,7 61 0,-4-50 0,10 50 0,-16-61 1342,10 7-1342,-11-16 712,5 4-712,-6-11 2316,0 5-2316,0-6 0,0-1 0,0 0 0,0 1 0,0-1 0,0 7 0,0-5 0,0 5 0,0-11 0,0-1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4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1 282 24575,'0'-10'0,"0"1"0,0-7 0,4 4 0,2-11 0,7-4 0,1-9 0,10-12 0,-9 18 0,7 3 0,-13 18 0,1 3 0,6-3 0,-5 7 0,11-9 0,-4 10 0,7-4 0,-1 5 0,-6 0 0,5 0 0,-12 0 0,5 4 0,0 2 0,2 11 0,6-4 0,1 10 0,-7-10 0,-2 7 0,-7-14 0,-4 6 0,-1-6 0,-4 3 0,0 0 0,-5 7 0,-1-5 0,-4 5 0,-7-5 0,0 0 0,-8 1 0,-9 2 0,7-7 0,-17-1 0,8-6 0,6 0 0,-2 0 0,21 0 0,-6 0 0,12 5 0,-3-4 0,7 3 0,-3-4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4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24575,'22'-36'0,"-7"8"0,-10 20 0,0 9 0,4 57 0,-3-36 0,10 64 0,-10-58 0,9 19 0,-10-18 0,1-5 0,-6-6 0,5 5 0,-3-12 0,3 5 0,-5-15 0,0-2 0,-5-15 0,3-2 0,-3-7 0,5 0 0,5 1 0,1 6 0,6-5 0,4 5 0,-4 0 0,4 2 0,3-10 0,-1 12 0,3-12 0,2 14 0,-6-5 0,1 5 0,-2 0 0,-6 3 0,-1 4 0,0 0 0,0-3 0,1 7 0,-5-4 0,-1 5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5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22 11331,'24'-7'0,"-6"2"4937,5 5-4937,-12-5 2305,5 4-2305,-7-3 1312,1 4-1312,-1 0 4690,0 0-4690,-4 4 0,4 1 0,-4 1 0,0 2 0,3-7 0,-1 14 0,-2-1 0,6 10 0,-3 10 0,5-3 0,2 14 0,-3-14 0,-4 3 0,-2-17 0,-2 0 0,-3-1 0,3-5 0,-4 5 0,-4-11 0,3 3 0,-8-7 0,4 3 0,-4-4 0,-17 0 0,-3-7 0,-17-1 0,9-6 0,3 0 0,9 2 0,7 1 0,2 0 0,11 2 0,1-1 0,4 1 0,4-11 0,-3 8 0,7-9 0,-1 5 0,-2 9 0,1-4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16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8546,'4'-6'0,"-3"13"5097,3 16-5097,4 26 0,-6 0 0,6 36 0,2-6 0,-10-26 0,2 1 2765,16 38-2765,-16-17 0,14-4 1670,-14-39-1670,11 13 6497,-11-34-6497,3 5 0,-5-7 0,4-4 0,-3-5 0,3-21 0,22-69 0,-13 30 0,7 5 0,1 4 0,-5 15 0,3 8 0,-8 12 0,-2 7 0,0-1 0,0 5 0,-3-3 0,2 7 0,-3-4 0,0 10 0,4 0 0,-8 4 0,14 7 0,-7 2 0,11 16 0,-7-7 0,1 0 0,-7-4 0,4-5 0,-9-1 0,4 0 0,-5-8 0,-4 0 0,-1-4 0,-4-1 0,-8-4 0,6 0 0,-5 0 0,7 0 0,4 0 0,0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49:37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0 936 24575,'0'9'0,"10"12"0,-4-9 0,9 8 0,-10-4 0,3-5 0,-3 5 0,5-7 0,-1 1 0,0-1 0,1 0 0,-5 1 0,4 6 0,-3-10 0,4 5 0,0-11 0,-5-4 0,10-8 0,36-60 0,-18 32 0,1-1-727,0-3 0,2-2 727,19-21 0,-3 4 0,-12 13 0,1 6 0,2-3 0,19-31-891,-17 30 891,-7-1 0,-1 1 0,-5 7 0,27-38 0,-35 48 0,16-15 0,-26 23 0,9 3 0,-11 3 0,4 0 1385,-6 8-1385,-1 0 960,0-1-960,0 1 0,1-1 0,-5 1 0,3 4 0,-7-4 0,8 8 0,-8-7 0,7 7 0,-7-7 0,3 7 0,-4-4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2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24575,'0'16'0,"0"-5"0,0 12 0,0-5 0,0 6 0,0 1 0,0-1 0,0 1 0,0-1 0,0-6 0,0 5 0,0-5 0,0 0 0,0 4 0,0-4 0,0 7 0,0-7 0,0 4 0,4 0 0,-3 4 0,3 3 0,-4-12 0,0 6 0,0-5 0,0 0 0,5 5 0,-3-6 0,3 8 0,-5 9 0,6-7 0,-5 0 0,4-4 0,-5-5 0,0 6 0,0 1 0,6-1 0,-5-6 0,5 5 0,-6-12 0,0 5 0,0-7 0,0 1 0,0-1 0,0 0 0,0 0 0,4-3 0,-3 2 0,3-3 0,-4 4 0,0 1 0,0-1 0,0-4 0,0-1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4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24575,'17'0'0,"-1"0"0,-6 0 0,6 0 0,2 0 0,-1 0 0,6 0 0,6 5 0,-2-3 0,18 3 0,-18-5 0,16 0 0,-6 0 0,21 0 0,3 0 0,12 0 0,-12 0 0,-3 0 0,0 0 0,-18 0 0,27 0 0,-27 7 0,18-5 0,-22 10 0,12-11 0,-20 10 0,10-10 0,-14 5 0,1-1 0,0-3 0,9 10 0,-14-11 0,12 6 0,-21-7 0,12 0 0,-12 4 0,12-3 0,-6 4 0,1-5 0,-2 0 0,-6 0 0,-1 0 0,-8 0 0,-35-9 0,10 7 0,-27-11 0,27 6 0,-1-6 0,0-4 0,1-2 0,-10-9 0,13 10 0,-11-8 0,25 15 0,-8-5 0,14 6 0,-7 5 0,11 1 0,-2 4 0,8 0 0,4 0 0,-2 0 0,9 0 0,-9 0 0,12 5 0,-6-3 0,8 9 0,-7-10 0,25 23 0,-11-12 0,25 15 0,-21-7 0,-1-5 0,-18 1 0,-1-5 0,-6-6 0,-1 3 0,0-7 0,-4 7 0,4-7 0,-8 8 0,-8-8 0,0 7 0,-52-7 0,22 3 0,-26-4 0,15 7 0,27-1 0,-9 2 0,20 0 0,1-3 0,0 0 0,3 3 0,-2-7 0,7 8 0,-3-8 0,4 3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5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 24575,'1'-6'0,"-2"2"0,-4 8 0,-4 2 0,8 3 0,-7 0 0,7 0 0,-3 1 0,8-1 0,-3 0 0,7-4 0,-3 4 0,5-4 0,-1 4 0,0 0 0,2 8 0,-2-6 0,9 6 0,-7-7 0,12 7 0,-6-5 0,1 5 0,5-6 0,-11 6 0,11-4 0,-10 4 0,3-7 0,-11 0 0,5 6 0,-9-5 0,4 5 0,-1-7 0,-2 0 0,2 12 0,-4-9 0,-5 8 0,0-11 0,-4 0 0,-1-3 0,-6-2 0,-2-4 0,-16 0 0,-2 0 0,-1 5 0,3-3 0,16 3 0,2-5 0,11 0 0,1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6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24575,'9'20'0,"1"-8"0,0 15 0,3 0 0,7 10 0,-5-8 0,13 13 0,-17-29 0,9 20 0,-10-22 0,7 12 0,5-7 0,-3 2 0,1-8 0,-10-2 0,-1-7 0,0 4 0,7-5 0,2-6 0,0 1 0,-2-6 0,-6-5 0,1-2 0,3-16 0,-7-3 0,0 1 0,-7-8 0,0 24 0,0-6 0,0 17 0,0-1 0,0 9 0,0 6 0,0 6 0,7 18 0,-2-15 0,9 18 0,-1 8 0,-1-17 0,25 58 0,3-28 0,1 15 0,2-7 0,-17-23 0,2-1 0,-5-9 0,0-5 0,-5-5 0,0-4 0,-6 1 0,-4-10 0,-3 0 0,0-1 0,-1-4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6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0 204 18065,'0'-10'0,"0"1"2944,0 0-2944,0-1 1114,0 9-1114,4 6 584,4 54-584,5-17 0,1 10 0,-1 2 0,-1-2 1868,13 21-1868,-19-43 0,2 2 0,0-21 0,-7 5 0,3-7 0,0 1 0,-7-9 0,-15-72 0,8-16-971,-1 33 0,0-2 971,8-5 0,6 4-80,15-6 80,-7-13 0,13 35 0,-12 16 0,-3 15 0,0 5 0,-3 1 0,-2 4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7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1 383 8191,'4'-5'0,"-3"-4"5063,7 8-5063,-7-7 2818,3 11-2818,2 5 1719,-5 3-1719,10 12 6784,-4-6-6784,-1 8 0,5-1 0,-5-6 0,6 5 0,-3-12 0,2 5 0,-2-7 0,-4 1 0,4-1 0,-4-4 0,4 3 0,0-7 0,1 4 0,-1-5 0,0 0 0,1-5 0,-1-4 0,0-1 0,-4-20 0,9-27 0,-5 4 0,10-32 0,-2 24 0,2-12 0,-3 12 0,0 12 0,-3 15 0,0 9 0,-7 7 0,0 6 0,-6 8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8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8191,'9'5'0,"-4"3"5063,3-6-5063,-7 6 2818,8-3-2818,-2 20 1719,-1-4-1719,7 13 6784,-12-17-6784,11 16 0,-5-9 0,7 11 0,-7-13 0,2-6 0,-8-7 0,7 1 0,-7-1 0,8-4 0,-8 3 0,7-3 0,-7 5 0,7-1 0,-7 0 0,8-3 0,-8-2 0,3-4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8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12888,'0'-10'0,"0"1"0,0 4 0,0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09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24575,'5'4'0,"3"-3"0,-2 7 0,10 4 0,-4 6 0,14 16 0,-7-7 0,3 7 0,-5-17 0,0 1 0,-6-9 0,5 2 0,-11-2 0,3-3 0,-7 2 0,8-7 0,-4 7 0,4-7 0,-4 7 0,4-7 0,-4-1 0,0-12 0,7-38 0,-3 8 0,9-40 0,-4 43 0,-4-1 0,-5 24 0,-1 11 0,-3-3 0,8 2 0,-8-3 0,7 4 0,-7-4 0,7 4 0,-7-4 0,9-7 0,-9 5 0,5-1 0,-6 7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0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77 24575,'9'0'0,"-3"-4"0,-2-1 0,-4-4 0,0-1 0,0-6 0,0 5 0,0-5 0,-4 11 0,-2 4 0,-3 3 0,0 2 0,-1 0 0,1 1 0,-1 0 0,1 3 0,0-2 0,3 3 0,-2-4 0,7 3 0,-3-3 0,0 5 0,2-1 0,-2 0 0,4 1 0,0-1 0,0 0 0,0 0 0,4-3 0,-3 2 0,8-3 0,-4 4 0,4 1 0,0-1 0,1 0 0,-1-4 0,0 0 0,1-1 0,-1-3 0,0 3 0,1-4 0,-1 0 0,0 0 0,-4-4 0,4 3 0,-4-8 0,4 4 0,0-4 0,-4-1 0,4 1 0,-8-1 0,14-6 0,-12 5 0,7-5 0,-5 11 0,0 5 0,0 5 0,3 4 0,-1 7 0,9 13 0,-4-9 0,4 7 0,-6-17 0,-1-5 0,-4 3 0,3-7 0,-3 7 0,5-7 0,-1 4 0,-4-5 0,-1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0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13058,'0'-9'0,"0"0"4585,0 8-4585,0 6 2001,4 5-2001,-3 10 1108,3 7-1108,2 0 3823,-5 29-3823,13-4 0,-7-1 0,2-2 0,2 2 0,7 24 0,1 13 0,-9-27 0,15-1 0,-21-26 0,22 37 0,-17-35 0,6 10 0,-7-17 0,-1-3 0,0 4 0,-1-16 0,2 16 0,-4-21 0,0 0 0,-3 1 0,3-1 0,0-4 0,-3-1 0,3-4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4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0 24575,'-8'30'0,"-13"12"0,8-18 0,-7 4 0,4-1 0,10-16 0,-3 5 0,8-6 0,-8-1 0,8 0 0,-7 1 0,7-1 0,-8 0 0,8 0 0,-3 1 0,4-1 0,-4 0 0,3 1 0,-3 6 0,4 2 0,0-1 0,0-1 0,0 0 0,0-5 0,0 22 0,0-13 0,0 14 0,0-16 0,0 4 0,4-11 0,-3 6 0,3-1 0,0-5 0,-3 5 0,8-7 0,-8 0 0,8 7 0,-3-9 0,0 8 0,2-10 0,-7 5 0,14-5 0,-8 3 0,9-7 0,-6 3 0,-5 0 0,3-3 0,4 4 0,-1-5 0,1 4 0,-4-3 0,-3 3 0,5-4 0,-1 0 0,0 0 0,1 0 0,-5-4 0,-1-2 0,-13-3 0,7 0 0,-10-1 0,7 5 0,-5-3 0,1 2 0,-7-10 0,5 5 0,-12-6 0,10 0 0,-10 4 0,11-4 0,-5 6 0,8 2 0,0 4 0,-1-4 0,5 8 0,1-3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5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19751,'10'0'0,"-5"-4"2250,3 3-2250,-3-4 820,5 5-820,-1 0 424,0-4-424,7 3 1330,-5-3-1330,12-1 0,-5 3 0,6-3 0,1 5 0,0 0 0,-1 0 0,1 0 0,-1 0 0,1 0 0,-1 0 0,-6 0 0,9 0 0,-15 0 0,8 0 0,-15 4 0,-1 1 0,1 0 0,-4 20 0,3 0 0,-4 21 0,5-10 0,-3 8 0,3-8 0,-5 1 0,0-10 0,0 5 0,0-18 0,0 27 0,0-27 0,-7 27 0,5-11 0,-4 0 0,6-5 0,0-9 0,-6 2 0,5 0 0,-5 5 0,6-12 0,0 5 0,0-7 0,0 0 0,-4 1 0,3-1 0,-3 0 0,4-4 0,0-1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21087,'0'-9'0,"4"4"1663,-3-4-1663,7 8 589,-3-3-589,11 4 302,-5 0-302,12 0 934,-12 0-934,5 0 0,-7 0 0,1 0 0,-1 0 0,0 0 0,1 0 0,-1 0 0,0 0 0,0 0 0,1 0 0,-1 0 0,0 0 0,1 0 0,-1 0 0,0 0 0,-4 0 0,0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7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5 24575,'5'-4'0,"-1"14"0,-10 9 0,-18 61 0,4-12 0,-3 7 0,-4 12 0,0 2-1973,-1 0 0,0-3 1973,3-12 0,1-4 0,8-16 0,-1-2 572,-4 3 0,2-3-572,5 18 0,-12 1 662,12-24-662,4-15 0,-2 5 0,12-28 0,0-4 0,0-1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0:1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24575,'0'9'0,"0"1"0,0-5 0,0-1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3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1 471 24575,'0'9'0,"0"-24"0,4 10 0,3-37-8503,13 12 8503,4-16 1719,6 0-1719,-8 10 0,4 1 0,-4 1 0,3 7 0,-3-7 6784,-4 10-6784,-7 6 0,-5 1 0,2 8 0,-7 0 0,8-1 0,-4 5 0,0-3 0,3 7 0,-7-8 0,7 4 0,-2 0 0,-1-3 0,3 6 0,-7 31 0,3-1 0,-4 57 0,8-20 0,-7-10 0,0-2 0,13 4 0,-13 10 0,5-50 0,-6 0 0,0-8 0,4-4 0,-3 3 0,3-7 0,-4 3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3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24575,'13'0'0,"4"0"0,5 6 0,12-5 0,-14 5 0,22-6 0,-28 0 0,27 0 0,-27 0 0,18 0 0,-21 0 0,5 0 0,-7 0 0,1 0 0,-5 0 0,-1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4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10 24575,'-4'-5'0,"-2"1"0,-3 4 0,0 0 0,-1 0 0,5 4 0,-3-3 0,2 7 0,-3-7 0,0 7 0,-1-2 0,1 3 0,-1 0 0,5 0 0,-3-3 0,1 9 0,2-8 0,-6 15 0,5-11 0,0 12 0,-4-5 0,9 7 0,-5-1 0,6-6 0,0-2 0,0-7 0,4-4 0,6-5 0,7-6 0,5-11 0,12-5 0,-13-3 0,25-16 0,-30 20 0,13-8 0,-19 19 0,-5 1 0,3 4 0,-7-4 0,3 4 0,-4 4 0,7 18 0,-5 3 0,11 24 0,-11 4 0,5-8 0,-1 15 0,-4-28 0,5 7 0,-2 2 0,-3 0 0,3 12 0,-5-12 0,-13 8 0,2-8 0,-8-6 0,6 2 0,-18 1 0,-1-3 0,-1 4 0,7-16 0,16-12 0,1 2 0,-7-7 0,5 3 0,-23-4 0,20 0 0,-13 0 0,18 0 0,-1 0 0,-6 0 0,5-4 0,-5-1 0,5-12 0,5-10 0,1 11 0,5-4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5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24575,'17'0'0,"-7"0"0,7 0 0,-1 0 0,1 0 0,8 0 0,-7 0 0,-2 0 0,-7 0 0,0 0 0,-3-4 0,2 3 0,-3-3 0,4 0 0,1 3 0,-5-8 0,3 8 0,-7-7 0,7 7 0,-18 2 0,8 5 0,-10 4 0,-4 6 0,3-3 0,-6 10 0,1 7 0,5-3 0,2 2 0,5-13 0,2 0 0,4-5 0,0 5 0,0-7 0,4 1 0,1-5 0,4 3 0,1-7 0,-1 3 0,29 4 0,-15-6 0,16 11 0,-6-12 0,23 12 0,-3-4 0,10 3 0,-29 0 0,-16-11 0,-2 5 0,-11-6 0,-1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6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10 24575,'-5'-5'0,"0"1"0,-20 4 0,7 0 0,-9 0 0,-3 0 0,17 0 0,-29 7 0,29-6 0,-20 12 0,22-12 0,-21 11 0,18-6 0,-11 2 0,8 7 0,6-13 0,-5 14 0,11-11 0,-3 0 0,7 3 0,-9 4 0,8-1 0,-3 5 0,5-7 0,0 1 0,0 6 0,0-5 0,5 12 0,1-12 0,17 17 0,-4-14 0,11 9 0,-12-12 0,4 6 0,6 3 0,-8-1 0,12 6 0,-15-3 0,1 4 0,-1 2 0,-6-10 0,0 5 0,2 4 0,-6 0 0,5 7 0,-11-16 0,5 5 0,-6-12 0,0 12 0,0-12 0,-6 11 0,1-11 0,-13 7 0,0-2 0,-6-2 0,-1 4 0,7-12 0,2 4 0,7-9 0,-1 7 0,1-7 0,0 3 0,-1-4 0,1 0 0,-1 0 0,5 0 0,1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7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24575,'9'0'0,"7"-6"0,-5 5 0,12-10 0,-5 4 0,0-4 0,4-1 0,-4 1 0,0 4 0,-6-2 0,3 2 0,-8-3 0,5 0 0,-4 4 0,-3-2 0,0 3 0,4-5 0,-8 1 0,3 0 0,-4-1 0,0 1 0,-4 4 0,-2 0 0,-3 5 0,0 0 0,-1 0 0,-6 0 0,5 0 0,-5 0 0,6 0 0,5 4 0,-14 7 0,10 7 0,-12-2 0,3 7 0,6-5 0,0-1 0,6-1 0,6-6 0,0-1 0,0 0 0,0 1 0,0-1 0,4-4 0,2-1 0,3 0 0,16 4 0,-11 2 0,18-2 0,-21 0 0,12-7 0,-5 9 0,-1-5 0,6 2 0,4-3 0,0 1 0,1-3 0,4 10 0,-19-10 0,20 4 0,-22-6 0,1 0 0,-8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8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5 14876,'6'-5'0,"-2"8"4078,-8-2-4078,-2 9 1677,-4 6-1677,-10 11 908,6 0-908,-8 16 3036,10-16-3036,3 1 0,-7-6 0,13-11 0,-12 5 0,10-6 0,0-1 0,1 0 0,-1-3 0,4 2 0,-3-7 0,4 3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8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24575,'0'10'0,"4"-5"0,6 7 0,0-6 0,10 9 0,15 19 0,-12-17 0,10 16 0,-23-23 0,-5-1 0,3 0 0,-7-4 0,3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7:59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88 24575,'6'-10'0,"-2"1"0,-4-1 0,0 1 0,0 0 0,-4 3 0,2-2 0,-6 7 0,-4-9 0,1 9 0,-5-9 0,6 9 0,1-3 0,-5 4 0,4 0 0,-4 0 0,5 0 0,0 0 0,-1 0 0,1 4 0,-1-3 0,1 8 0,0-4 0,3 4 0,2 0 0,0 1 0,3-1 0,-3 0 0,4 0 0,0 8 0,0-6 0,0 5 0,0 0 0,4-5 0,-3 5 0,3 0 0,0-5 0,1 5 0,5-7 0,-1 0 0,-4 1 0,3-1 0,-2-4 0,-1 3 0,3-7 0,-3 4 0,5-5 0,-1 4 0,0-3 0,7 8 0,-5-7 0,12 9 0,-12-6 0,5 6 0,-7-2 0,1-4 0,-1 3 0,7-1 0,-4 9 0,5-3 0,0 4 0,-6-7 0,6 7 0,-7-6 0,-3 5 0,1-7 0,-3-4 0,0 4 0,-1-4 0,-4 4 0,0 0 0,0 1 0,-4-1 0,-1 0 0,-5 1 0,1-5 0,0 3 0,-1-7 0,-15 3 0,11-4 0,-18 0 0,-8 0 0,1 0 0,-3 0 0,0 0 0,28 0 0,-11 0 0,9 0 0,5 0 0,-6 0 0,12 0 0,1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8:00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62 23139,'5'-10'0,"-4"1"705,3 0-705,-4-1 240,0 1-240,0-1 122,4 5-122,-3 12 369,3 7-369,-4 10 0,-7 10 0,6 2 0,-6 31 0,0-16 0,5 15 0,-5-30 0,7-2 0,0 0 0,-5-7 0,3 17 0,-3-24 0,5 22 0,0-29 0,0 12 0,0-15 0,0 6 0,0-5 0,0 5 0,-5 0 0,3-5 0,-3 5 0,5 0 0,0-5 0,0 12 0,-6-5 0,5 6 0,-5-6 0,6-2 0,0-7 0,0 1 0,0-1 0,-4 0 0,3 1 0,-3-1 0,4 0 0,0 0 0,0 1 0,0-1 0,0 0 0,0 1 0,0-1 0,0-4 0,0-1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8:58:01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24575,'0'10'0,"-6"6"0,5 23 0,-11 1 0,2 30 0,1-31 0,-5 7 0,13-12 0,-5-7 0,1 7 0,4-9 0,-5-1 0,6 1 0,-4-11 0,3 7 0,-3-7 0,4 11 0,0-8 0,0 6 0,0-5 0,0 0 0,0-2 0,0-7 0,0 7 0,-6 2 0,5 0 0,-5 5 0,6-12 0,0 11 0,0-11 0,0 12 0,0-12 0,-4 1 0,3-4 0,-3-2 0,4 3 0,0 0 0,-4 1 0,3-5 0,-3-1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1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24575,'0'9'0,"16"18"0,-5 3 0,11 1 0,11 15 0,-12-25 0,30 30 0,-9-9 0,8 2 0,-9-11 0,-14-14 0,5 1 0,-12-7 0,14 7 0,-16-13 0,5-1 0,-12-6 0,5 0 0,-7 0 0,1 0 0,-1 0 0,0-5 0,1 0 0,6-11 0,-5 5 0,5-5 0,-6 0 0,0 4 0,-4-20 0,3 19 0,-8-13 0,10 0 0,-10 6 0,6-7 0,-7 4 0,0-5 0,0 1 0,0-7 0,-8-12 0,6 23 0,-12-26 0,13 37 0,-5-9 0,2 12 0,3 0 0,-3 14 0,4 18 0,0 15 0,0 24 0,8 10 0,2 4 0,7-4 0,-7-2 0,4-21 0,-13 9 0,6-12 0,-3-17 0,-3 24 0,3-37 0,-4 27 0,0-32 0,0 12 0,0-12 0,0 5 0,0-6 0,0-1 0,4 0 0,-3 0 0,4 1 0,-5-1 0,0 0 0,4-4 0,-3 0 0,3-5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2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0 293 24575,'0'16'0,"0"2"0,0 16 0,0 13 0,0-8 0,0 6 0,0-27 0,0-2 0,0-7 0,0 8 0,0-6 0,0 5 0,0-7 0,0 0 0,0-26 0,0-4 0,8-39 0,-6 11 0,17-13 0,-9 15 0,2 6 0,1 7 0,-7 9 0,7 1 0,-7 6 0,0 2 0,-2 10 0,1 6 0,0 6 0,13 19 0,-10-12 0,20 29 0,-10-22 0,12 24 0,-12-24 0,11 22 0,-17-22 0,8 7 0,0 5 0,-8-11 0,8 6 0,-9-4 0,0-6 0,0-3 0,1-14 0,-6-7 0,15-37 0,-3 11 0,8-25 0,-10 28 0,4-12 0,0 0 0,4-7 0,-1 1 0,2-8 0,-9 16 0,6-2 0,-9 10 0,-3 17 0,-4-2 0,-1 7 0,-5 6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4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1 184 24575,'13'18'0,"3"-2"0,-10 0 0,10-3 0,6 19 0,3-10 0,-4 1 0,11 1 0,-19-16 0,13 6 0,-17-10 0,1-4 0,-1 0 0,0 0 0,0-4 0,-3-1 0,-2-4 0,0 3 0,-3-9 0,8 2 0,-7-12 0,3 0 0,-5 7 0,0 2 0,0-9 0,0-5 0,0 0 0,0-12 0,0 22 0,0-7 0,0 11 0,0 6 0,0 1 0,0-1 0,0 1 0,0 0 0,0 14 0,0 5 0,0 7 0,0 28 0,0-12 0,7 45 0,3-15 0,8 33 0,-1-20 0,1 0 0,-4-29 0,-6 8 0,2-31 0,-9 20 0,7-33 0,-7 5 0,3-11 0,-4-1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6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24575,'0'9'0,"0"7"0,0 12 0,8 40 0,-6-23 0,14 43 0,-14-65 0,7 31 0,-9-24 0,0 6 0,0-9 0,0-10 0,0-23 0,5-4 0,-4-24 0,13-15 0,-4-12 0,8-12 0,-1 12 0,-7 12 0,2 15 0,-10 0 0,9 7 0,-10-7 0,8 16 0,-7 2 0,2 6 0,-4 1 0,4 4 0,-3-4 0,3 12 0,9 15 0,-5-5 0,23 41 0,-9-21 0,22 29 0,-11-15 0,-1-14 0,-7-1 0,-7-14 0,0 0 0,5 5 0,-12-12 0,5 1 0,-11-4 0,3-3 0,-3 0 0,0 4 0,4-8 0,-4 3 0,4-4 0,0 0 0,-3-4 0,-2-2 0,-4-10 0,6-11 0,-4 7 0,10-78 0,-10 64 0,3-56 0,-5 72 0,7-14 0,-5 18 0,4-28 0,-6 29 0,5-13 0,-4 17 0,3 4 0,-4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24575,'10'0'0,"3"4"0,-3 1 0,4 4 0,-5 1 0,0-1 0,-4 0 0,4 0 0,-4 1 0,4-1 0,2 7 0,-6-5 0,5 5 0,-4 0 0,11 2 0,4 16 0,-1-7 0,6 1 0,7 9 0,-12-21 0,8 13 0,-13-18 0,-5-2 0,5-2 0,0 3 0,-5-9 0,12 4 0,-12-5 0,5 0 0,22-16 0,-22 12 0,29-18 0,-25 0 0,-1 8 0,1-19 0,-15 15 0,6-6 0,-10 6 0,5-27 0,-6 22 0,0-33 0,-6 29 0,1 0 0,-2 4 0,-2 5 0,3 0 0,0-5 0,-3 16 0,8-8 0,-7 10 0,7 4 0,-3 9 0,9 9 0,6 44 0,5-5 0,-1-7 0,0 4 0,0 4 0,-1-4 0,13 15 0,-13-17 0,-2-4 0,1-14 0,2 15 0,0-4 0,-4-24 0,-3 22 0,0-33 0,-7 16 0,3-20 0,-4 4 0,5 0 0,-4 1 0,3-1 0,0-4 0,-3 3 0,3-2 0,0-1 0,-3 3 0,3-3 0,0 4 0,-2 1 0,2-1 0,-4 0 0,6 17 0,0-13 0,2 13 0,0-17 0,-7-4 0,3-1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29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24575,'0'9'0,"19"44"0,-14-27 0,27 45 0,-9-24 0,-1-14 0,9 10 0,-20-36 0,5 3 0,-7-5 0,1-4 0,-1 3 0,0-4 0,1 0 0,-1 0 0,4-9 0,4-4 0,5-9 0,-4 4 0,5-4 0,-3-6 0,-1 8 0,1-12 0,-9 14 0,1-7 0,0 0 0,-1 7 0,-5-4 0,3 6 0,-8-1 0,7 3 0,-7 5 0,3 24 0,-4-10 0,0 60 0,0-17 0,0 51 0,0-23 0,0 13 0,6-38 0,-5 5 0,4-8 0,-5-8 0,0 15 0,0-28 0,0 7 0,6-9 0,-5-7 0,5-2 0,-6-7 0,0-4 0,0-1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4:30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1 211 24575,'5'5'0,"-1"11"0,3 12 0,-5 3 0,12 25 0,-3-5 0,-1 10 0,6 9 0,-14-21 0,12 0 0,-8-15 0,1-16 0,4 5 0,-10-13 0,9 7 0,-9-8 0,3 0 0,-4-8 0,0-9 0,0-3 0,0-5 0,0-42 0,0 8 0,0-22 0,0 16 0,0 7 0,0 17 0,0-23 0,0 42 0,0-29 0,0 22 0,0-7 0,0 10 0,0 8 0,0 0 0,0-1 0,-4 5 0,3-3 0,-3 2 0,0 1 0,3-3 0,-8 3 0,8-5 0,-3 1 0,9 14 0,2 5 0,38 41 0,-17-10 0,24 8 0,-22-7 0,16-7 0,-14-3 0,13-1 0,-27-24 0,-2-2 0,-11-1 0,3-3 0,-2 3 0,3-4 0,-4 4 0,3 2 0,-3 3 0,5-4 0,-5 3 0,3-7 0,-7 8 0,7-8 0,-7-1 0,4-6 0,-5-3 0,0-17 0,0-5 0,0-6 0,-10-35 0,8 39 0,-15-38 0,16 44 0,-6-7 0,7 16 0,0-14 0,0 18 0,0-12 0,0 10 0,0 5 0,0-5 0,0 7 0,0 3 0,0 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9:34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12381 270 24575,'9'0'0,"7"-5"0,2-2 0,16-7 0,-7 7 0,28-8 0,12 4 0,-12 0 0,42-8 0,-27 7 0,1 0 0,-5 8 0,12 1 0,-10 1-618,17 2 618,8 0 0,-5 0 0,-32 0 0,-8 0 0,-8 0 0,16 0 0,-8 0 0,1 0 0,36 0 0,-32 0-663,5 0 1,1 0 662,-2 0-252,33 0 252,1 0 0,-44 0 0,20-5 0,-1-1 0,-28 3 0,50-8 0,-25 2 0,-20 1 568,28-3-568,-44 6 0,43-5 0,-36 8 0,36-15 1348,-6 16-1348,-12-6 279,12 1-279,-21 5 0,-6-4 0,-1 5 0,52-11 0,-41 8 0,44-8 0,-45 11 0,0-7 0,-1 6 0,1-6 0,8 6 0,3 2 0,17-1 0,12 0 0,1 0 0,-2 0-295,-24 0 0,-1 0 295,13 0 0,0 0 0,1 0 0,1 0 0,18 0 0,-25 0 0,0 0 0,-14 0 0,-5 0 0,20 0 0,-15 4 0,-2 0 0,9-2-165,9 6 165,-21-1 0,9-5 0,-12 4 0,11 1 0,-18 0 585,15 8-585,-27-2 170,7-5-170,-9 3 0,-1-4 0,1 5 0,-1 0 0,1 6 0,-1-5 0,1 5 0,-7-7 0,5 1 0,-6 4 0,8-2 0,9 12 0,-7-7 0,16 11 0,-6-2 0,9 2 0,-1 1 0,1-1 0,-9-7 0,-3-3 0,-10-8 0,21 14 0,-15-10 0,15 10 0,0-2 0,-16-3 0,16 10 0,-27-13 0,-1 5 0,2 4 0,-3 9 0,6 10 0,-7 0 0,10 12 0,9 23 0,-4-2 0,2 2 0,-17-32 0,0-6 0,-8-16 0,5 7 0,-10-9 0,3 9 0,-5 2 0,0 0 0,0 8 0,0-8 0,0 10 0,0 12 0,-8 3 0,-2 12 0,-17 1 0,7-1 0,-7 0 0,9 0 0,0 1 0,-1 1-798,-13 17 798,13-24 0,0 1 0,4-14 0,1-7 0,-1-1 0,-2 32 0,10-55 0,-7 23 0,7-7 0,-7 3 798,7-10-798,-1-22 0,7 5 0,-7-6 0,1 6 0,-12 11 0,6-7 0,-13 12 0,15-21 0,-14 22 0,6-13 0,-8 14 0,2-10 0,-2 10 0,2-7 0,-16 21 0,13-20 0,-24 23 0,5-2 0,-4 0 0,-26 12 0,28-16 0,-6 5 0,7-7-852,-25 11 852,22-16 0,1-1 0,-3 5 0,-5-9 0,12-2 0,0-1 0,0-6 0,10 2 0,-8-3 0,8 5 0,-10 3 0,-12 2 0,-3 1 0,-5 10 0,-5-5 0,6 6 0,-8-9 0,-1 1 0,9 8-425,-6-7 425,18 4 807,-17-6-807,21-5 0,-9 2 0,-1 1 0,6 8 0,-18-4 0,18 4 0,-5-9 0,0 0 0,9-1 0,-21 4 0,21-5 0,-9-5 0,12 3 442,-12-3-442,9 5 0,-10 3 0,13-4 0,-12 3 0,9-1 0,-9 1 28,8 8-28,-9-5 0,2 17 0,-6-7 0,0 1 0,6 6 0,-20-2 0,11-4 0,-13 2 0,1 0 0,-12-7-834,42-11 1,-1 0 833,-4-9 0,-1 1-396,1 7 0,0 1 396,-8-2 0,-3 1 0,-14 14 0,-2 2 0,5-8 0,-4 3 0,-1 5 0,-6 5 0,3-5 0,21-15 0,1-3 0,-1 2 0,-14 15 0,-3 5 0,2-6 0,12-14 0,1-3 0,4 2 0,-15 21 0,2 1 0,-10-12 0,2 1 0,17 8 0,3-1 0,-2-11 0,0 0 0,10 3 0,2 1 0,3-7 0,2-3 0,-34 22 0,9 5 0,-6-6 0,23-6 0,14-15 0,-1 0 1597,-27 19-1597,26-18 0,-1 2 0,0-1 0,1 0 0,-1 0 0,0 0 431,1 0 0,-1 0-431,-4 0 0,-1 0 0,5-1 0,-1 2 0,-12 6 0,0 0 0,8-5 0,-2 0 0,-19 15 0,-2 1 0,12-8 0,-1 0-576,-15 4 1,-2 0 575,9-3 0,1-2 0,2-6 0,1-1 0,5 0 0,3 0 0,10-8 0,3-1 0,-36 24 0,6-12 0,-1-1 0,13-2 0,3-1 0,22-10 0,-8 5 0,6-3 0,-8 6 1151,8 0-1151,-6-1 0,17-5 0,-41 29 0,22-9 0,-16 5 0,-3 1 0,1 1 0,5-7 0,-1-1-1528,-8 5 1528,-3 11 0,30-29 0,0 0-323,-31 29 323,-8-8 0,9 5 0,8-10 0,25-13 0,1 0 0,-10 11 0,-11 1 0,33-23 1501,0-4-1501,1 6 350,-10 2-350,7-2 0,-17 5 0,17-5 0,-17 5 0,17-5 0,-1 2 0,5-8 0,3 5 0,-14-3 0,5 14 0,-16-3 0,16 3 0,-15-5 0,17-5 0,-7 2 0,0 0 0,-3 1 0,-2 9 0,-5-4 0,1 15 0,5-18 0,-13 22 0,13-22 0,-5 18 0,-1-15 0,12 11 0,-3-15 0,8 5 0,2-9 0,-2 9 0,1-7 0,-1 7 0,0 0 0,1-7 0,-4 16 0,5-16 0,-2 7 0,2-9 0,6-1 0,-15 12 0,12-9 0,-14 3 0,12-7 0,-1-4 0,0 6 0,1-1 0,-1 1 0,0-1 0,1-5 0,-1 5 0,0-5 0,1 0 0,-10 7 0,-3-4 0,1 0 0,-8 7 0,8-7 0,-10 9 0,-12 2 0,9-9 0,-10 1 0,14-3 0,8-6 0,-7 5 0,8 0 0,-22-3 0,18 3 0,-15-4 0,28 1 0,-17-9 0,17 7 0,-7-9 0,9 5 0,-9 2 0,-15 1 0,0 1 0,-9 0 0,12-7 0,-32 13 0,12-11 0,-28 14 0,0-6 0,16-9 0,-16-2 0,33-8 0,-9 0 0,8 8 0,-11-6 0,0 6 0,-15-8 0,11 0 0,25 0 0,1 0 0,-26 0 0,17 5 0,-1 1 0,-35-3 0,27 7 0,-4 1 0,0-3 0,-3-1-1044,-8 1 0,-3-2 1044,-9 0 0,0 0 0,9 0 0,2-1 0,9-4 0,3 1 0,17 3 0,3 1 0,-35-6 0,14 0 0,13 0 0,13 5 0,13-4 0,11 5 0,-1-6 0,0 0 2088,1 0-2088,-10 0 0,7 0 0,-17 0 0,8 7 0,-10-6 0,-21 6 0,16-7 0,-15 7 0,8-5 0,18 4 0,-16-6 0,20 0 0,0 0 0,1 0 0,11 0 0,-10 7 0,-3-5 0,-9 5 0,0-7 0,0 0 0,10 0 0,-8 0 0,17 0 0,-7 0 0,0 0 0,7 0 0,-17 0 0,17 0 0,-27 0 0,15 0 0,-9 0 0,-8 0 0,26-6 0,-52 5 0,38-12 0,-29 12 0,37-12 0,-35 3 0,28-5 0,-30-3 0,0 0 0,30 3 0,-18-1 0,36 3 0,1 1 0,6 1 0,-27-12 0,29 15 0,-29-14 0,14-4 0,3 9 0,-3-13 0,14 20 0,2-11 0,3 2 0,-4-9 0,-10-33 0,2 17 0,-5-29 0,-15 1 0,24 19 0,-9-7 0,2-1 0,6 4 0,-6-37 0,22 38 0,3 2 0,2-9-714,-1-24 0,2-1 714,6 26 0,-7 8 0,2-3 0,7-1 0,1 5 0,-7-9 0,2 5 0,2 3-318,0 8 318,-6-12 0,13 9 0,4-21 0,-7 30 0,9 1 1405,-3-6-1405,0 0 0,6-7 0,3-15 0,0 15 341,-1 0-341,9-16 0,-24 38 0,23-38 0,4-7 0,-7 4 0,3 1 0,-1 3 0,-9 18 0,-9 15 0,21-27 0,-16 18 0,17-21 0,0-6 0,-16 27 0,17-30 0,-18 36 0,4-6 0,7-1 0,3-1 0,17-19-695,-18 15 0,4-1 695,15 3 0,-1 3 0,6-16 0,-4 13 0,0 3 0,-1 0-150,-8-4 150,5 4 0,-8-4 0,0-3 0,24-16 0,-18 15 0,0 0 0,22-16 0,-33 32 0,2 0 0,5-6 0,1-2-2194,0-4 0,5-5 2194,11-8 0,9-6 0,-5 2 0,-3-7 0,1 0-464,2 8 0,5-3 0,-9 6 464,-11 7 0,-5 6-720,-2 11 1,3-2 719,0-8 0,3-7 0,-1 6-1941,2 7 0,2-1 1941,3-14 0,4-8 0,-7 12 0,14-3 1093,-11 2 1,-5 4-1094,-17 23 0,21-24 0,-14 18 1868,-10 4-1868,10-11 0,24-8 0,-28 16 429,21-17 0,3-1-429,-12 9 0,-4-1 0,6-7 0,19-14 0,-3 0 0,-26 25 0,-1-1 2275,29-28 0,3-2-2275,-15 20 0,-5 4 0,8-16 150,-15 24 1,-4 2-151,-12 1 0,-14 16 0,11-8 977,14-27-977,-14 21 1896,18-21-1896,-28 28 4,10-1-4,-3 0 0,31-26 0,-20 25 0,21-24 0,-28 30 0,1 1 0,0-4 0,10-2 0,8-11 0,3-4 0,15-5 0,-17 12 0,1-4 0,-1-2 0,-4 2-1411,6 3 1411,20-19 0,7-7-1148,-16 15 1,-2 3 1147,-1 5 0,4-3 0,0-4 0,4-4 0,-9 8 0,11-4 0,-3 0 0,-2 3 0,-13 10 0,34-29 0,-35 25-284,11-10 1,-1 0 283,-20 13 1199,42-21-1199,-50 29 0,50-29 0,-41 21 0,10-6 0,2 1 0,-7 5 0,13-10 0,7-3 2381,-30 16-2381,30-16 0,-34 20 0,17-5 0,26-28 693,-16 20-693,-12 2 0,0 1 0,17-1 0,-2-17-2378,19 2 2378,-24 12 0,6-7 0,-4 2 0,0-1 0,0-1 0,4 1 0,5-2 0,-6 4 0,-8 5 0,-3 2 0,-3-1 0,1 1-624,4 2 1,-1 1 623,-7 2 0,0 1 0,0-1 0,4 1 0,13-7 0,1 2-337,18-13 337,-24 15 0,-5 2 0,-11 10 0,8-2 0,-18-1 2170,8 9-2170,-9-3 1382,9-2-1382,-7 6 410,27-19-410,-15 9 0,18-10 0,-11 10 0,0-5 0,17-10 0,-22 13 0,11-9 0,-28 22 0,1 1 0,17-15 0,2-2 0,-4 6 0,4-6 0,-1 3 0,-9 12 0,-7 1 0,7 0 0,-9 0 0,-1 1 0,1 0 0,-1 5 0,1-4 0,9-4 0,-7 6 0,28-21 0,-25 21 0,26-16 0,-29 7 0,16 2 0,38-30 0,-24 25-815,11-8 1,-1 2 814,-10 8 0,34-11 0,-55 16 0,-2 0 0,-9 2 0,21-4 0,-5-2 0,29-9 1629,-29 12-1629,15-8 0,-20 7 0,10-1 0,0-5 0,-17 14 0,13-6 0,-29 8 0,29-2 0,-28 0 0,18 7 0,-14-9 0,-1 9 0,16-11 0,-20 10 0,19-10 0,7-2 0,12-3 0,-1-3 0,18 3 0,-38 9 0,16-6 0,-21 8 0,21-9 0,-7 0 0,46-4 0,-42 4 0,18 4 0,-27-1 0,3 3 0,36-18 0,-21 15 0,11-12 0,8 13 0,-37-2 0,27 2 0,-37 0 0,10 9 0,-14-7 0,22 8 0,-12-10 0,17 4 0,-10-7 0,8 7 0,-9-5 0,0 5 0,-2-2 0,-9 4 0,-7 1 0,-2 3 0,0-9 0,2 9 0,6-5 0,1 1 0,-1 3 0,1-3 0,-7 1 0,14 3 0,-12-9 0,14 9 0,-9-5 0,-1 1 0,1 3 0,-8-3 0,-1 5 0,-6 0 0,-1-4 0,0 3 0,-3-4 0,-2 5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9:59.32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9 0 24575,'0'18'0,"0"14"0,0-12 0,0 19 0,0-21 0,0 3 0,0-12 0,0 0 0,0 0 0,0 1 0,0-1 0,0 0 0,0 1 0,0-1 0,0 0 0,0 1 0,0-1 0,0 0 0,0 0 0,0 1 0,0-1 0,0 0 0,0 1 0,0-1 0,0 0 0,0 0 0,0 1 0,0-1 0,-4 0 0,3 1 0,-3-1 0,4 0 0,0-4 0,0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00.67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85 19 24575,'0'-9'0,"-4"3"0,-2 2 0,1 8 0,-3-3 0,3 12 0,-5-7 0,1 7 0,4-3 0,-8 3 0,11-3 0,-11 4 0,12-1 0,-3-2 0,4 2 0,0-4 0,0 1 0,0-1 0,0 0 0,4 1 0,2-1 0,3 0 0,0 0 0,0-3 0,1 2 0,-1-3 0,0 4 0,1-4 0,-5 4 0,3-8 0,-3 7 0,5-3 0,-5 4 0,3-3 0,-3 2 0,4-3 0,1 4 0,-1 1 0,0-1 0,1 0 0,-5 1 0,3-1 0,-7 0 0,7 0 0,-3 1 0,1-1 0,-2 0 0,0 1 0,-3-1 0,3 0 0,-4 0 0,0 1 0,0-1 0,-4 0 0,-1-3 0,-9 6 0,4-6 0,-4 8 0,5-5 0,-1 0 0,1-4 0,-1 4 0,1-8 0,4 7 0,-4-7 0,8 3 0,-3-4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01.60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66 24575,'4'-9'0,"-3"-1"0,7 5 0,-7-3 0,8 7 0,-4-3 0,4 4 0,0 0 0,1 0 0,-1 0 0,-4-5 0,3 4 0,-2-3 0,3 4 0,0 0 0,0 0 0,1 0 0,-1 0 0,0 0 0,1 0 0,-1 0 0,-4-4 0,3 3 0,-2-3 0,3 4 0,0 0 0,0 0 0,1 0 0,-1 0 0,-4-4 0,3 3 0,-7-4 0,4 5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03.06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14 322 24575,'0'-9'0,"0"-7"0,0 5 0,7-33 0,-1 28 0,7-27 0,-2 25 0,5-11 0,-2 3 0,1 4 0,-3-1 0,-3 12 0,2-1 0,-2 4 0,-4 3 0,3 0 0,-2-4 0,3 8 0,-4-7 0,3 7 0,-2-3 0,3 4 0,-4 4 0,3-3 0,-3 3 0,5 0 0,6 8 0,-5-5 0,5 8 0,-7-10 0,21 25 0,-16-16 0,16 15 0,-5-10 0,-12-7 0,13 6 0,-15-1 0,-2-6 0,9 11 0,-7-11 0,0 5 0,-1 1 0,-4-11 0,0 9 0,-2-9 0,0 3 0,-3 0 0,3 0 0,-4 1 0,0-1 0,0 0 0,0 1 0,-4-1 0,3 0 0,-7 1 0,7-1 0,-8 0 0,4 0 0,-4 1 0,-1-1 0,5 0 0,-3-4 0,7 4 0,-8-8 0,8 7 0,-7-7 0,7 7 0,-7-7 0,2 4 0,-3-5 0,0 4 0,-1-3 0,1 3 0,-1-4 0,1 0 0,0 0 0,-1 0 0,1 0 0,-1 0 0,1 0 0,0 0 0,-1 0 0,1 0 0,-7 0 0,5 0 0,-12 0 0,12-4 0,-12 3 0,11-8 0,-4 8 0,7-7 0,-1 7 0,-3-8 0,2 8 0,2-7 0,1 7 0,2-7 0,-3 2 0,0 1 0,-1-3 0,5 3 0,-3-1 0,7-2 0,-8-1 0,3-9 0,0 3 0,-5-12 0,10 8 0,-9-3 0,9 6 0,-3-10 0,-1 6 0,3-24 0,-3 24 0,5-5 0,0 15 0,0 1 0,0 3 0,0 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17.89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29 1 24575,'0'13'0,"0"4"0,0-2 0,0 8 0,0-5 0,0 6 0,0 1 0,0-1 0,0 1 0,0 0 0,0-1 0,-5-6 0,4 5 0,-3-5 0,4-1 0,0-1 0,0-6 0,-4 6 0,3-5 0,-3 5 0,4-7 0,0 7 0,0-5 0,0 5 0,0-7 0,0 1 0,0-1 0,0 0 0,-4 1 0,3-1 0,-4 0 0,5 1 0,0-1 0,0 0 0,0 0 0,0-3 0,0-2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19.67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0 179 24575,'0'-10'0,"0"1"0,0 0 0,0-1 0,0 1 0,4 4 0,-3-4 0,3 4 0,0-4 0,-2-1 0,6 1 0,-7-1 0,7 5 0,-7-3 0,7 3 0,-2-5 0,3 1 0,0-1 0,0 5 0,-3-3 0,2 7 0,-7-8 0,7 8 0,-3-3 0,0 8 0,4-3 0,-4 8 0,4-4 0,-4 4 0,4 0 0,-8 1 0,7-1 0,-7 0 0,7 1 0,-7-1 0,3 0 0,-4 0 0,4 1 0,-2-1 0,2 0 0,-4 1 0,0-1 0,0 7 0,0-5 0,0 5 0,0-7 0,0 1 0,0-1 0,0 7 0,0 2 0,0 0 0,0-2 0,-5-7 0,4 0 0,-3 0 0,0 1 0,-1-1 0,0 0 0,0 1 0,1-1 0,-1 0 0,0 1 0,-4-5 0,8 3 0,-7-7 0,7 7 0,-7-7 0,7 8 0,-8-8 0,8 7 0,-7-3 0,3 0 0,-1 3 0,-2-7 0,7 8 0,-7-8 0,7 7 0,1-7 0,5 3 0,4-4 0,7 0 0,-5 0 0,5 0 0,-7 0 0,1 0 0,-1 0 0,0 0 0,1 4 0,-1-3 0,0 3 0,1-4 0,-1 0 0,0 0 0,0 0 0,1 0 0,-1 0 0,0 0 0,1 0 0,-1 0 0,0 5 0,0-4 0,-3 3 0,-2-4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21.08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0 179 11654,'5'-5'0,"-4"-4"4883,7 4-4883,-7-4 2249,7-1-2249,-7 1 1272,7 4-1272,-7-4 4517,8 4-4517,-8-4 0,7-1 0,-3 1 0,4-5 0,1 4 0,-1-4 0,-4 5 0,3 4 0,-6-4 0,6 8 0,-3-7 0,4 7 0,1-3 0,-5 0 0,3 2 0,-3-2 0,9 8 0,-4 2 0,3 3 0,-3 0 0,-1 0 0,2 8 0,-2-6 0,8 11 0,-6-11 0,7 12 0,-7-5 0,0 0 0,1 5 0,-3-12 0,3 16 0,-2-15 0,-4 8 0,2-11 0,-7 0 0,4 1 0,-5-1 0,0 0 0,0 1 0,0-1 0,0 0 0,0 0 0,0 1 0,0 6 0,-5-5 0,0 5 0,-5 0 0,0-5 0,3 5 0,-1-7 0,3 1 0,-5-1 0,1-4 0,-1 3 0,1-7 0,-7 9 0,5-9 0,-5 5 0,6-6 0,-6 0 0,5 0 0,-5 0 0,6 0 0,1 0 0,0 0 0,-1 0 0,1 0 0,-1 0 0,5-4 0,-3 3 0,7-8 0,-8 4 0,8-4 0,-8-8 0,2-1 0,-5-6 0,5-1 0,-4 1 0,4-1 0,0 7 0,-3 2 0,9 6 0,-3 1 0,0 0 0,3-1 0,-3 1 0,4-1 0,0 1 0,0 0 0,0-1 0,0 1 0,0-1 0,0 1 0,0 4 0,0 1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0.68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71 24575,'5'-4'0,"4"3"0,-4-3 0,11-1 0,-5 3 0,12-9 0,-6 4 0,1 1 0,-2 0 0,0 1 0,-5 3 0,5-3 0,0-1 0,-5 5 0,6-5 0,-8 6 0,0 0 0,7 0 0,-5 0 0,12 0 0,-12 0 0,5 0 0,-7 0 0,1 0 0,-1 0 0,0 0 0,1 0 0,3 0 0,-3 0 0,4 0 0,-5 0 0,-4 5 0,3-4 0,-2 3 0,-1 0 0,-1 1 0,-4 4 0,4-4 0,-3 4 0,3-4 0,-4 4 0,0 7 0,-5 2 0,3 16 0,-9-7 0,3 16 0,-4-16 0,3 7 0,-7 5 0,8-12 0,-5 5 0,1 0 0,6-18 0,-6 11 0,7-16 0,1 1 0,0-1 0,2 0 0,-6 1 0,7-1 0,-7-4 0,7 3 0,-4-3 0,1 5 0,3-1 0,-7-4 0,7 3 0,-7-7 0,6 8 0,-2-8 0,4 3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1.35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19 24575,'10'0'0,"10"0"0,-8 0 0,8 0 0,-11 0 0,1 0 0,-1 0 0,7 0 0,-5 0 0,5-4 0,-7 3 0,1-3 0,-1 4 0,0 0 0,1 0 0,-1 0 0,0 0 0,0 0 0,1 0 0,-1 0 0,4 0 0,-2 0 0,2 0 0,-4-5 0,1 4 0,-1-3 0,0 4 0,-3 0 0,-2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2.65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41 38 14260,'4'-6'0,"-3"-2"4263,7 7-4263,-2-3 1787,-1 0-1787,3 3 975,-3-8-975,5 8 3290,-1-3-3290,0 4 0,0 0 0,1 0 0,-1 0 0,0 0 0,1 4 0,-1 1 0,0 5 0,0-1 0,1 0 0,-5 0 0,3 1 0,-3-1 0,6 7 0,-1-5 0,1 12 0,-5-12 0,4 5 0,-4 0 0,-1-5 0,1 5 0,-2-7 0,-3 1 0,3-1 0,-4 0 0,0 1 0,0-1 0,0 0 0,0 1 0,0 6 0,0-5 0,0 5 0,-4-7 0,3 0 0,-3 1 0,0-1 0,3 0 0,-4 0 0,5 1 0,-4-5 0,3 3 0,-3-3 0,0 1 0,3 2 0,-8-3 0,8 4 0,-7-4 0,7 4 0,-7-4 0,2 4 0,-3-4 0,0 4 0,-1-4 0,1 0 0,-1 3 0,1-7 0,0 7 0,-1-7 0,1 4 0,-1-1 0,1-3 0,0 3 0,-1-4 0,1 0 0,-1 0 0,1 0 0,0-4 0,3-2 0,-2-3 0,7 0 0,-3-7 0,-2-2 0,5-7 0,-10 0 0,10-9 0,-10 7 0,9-7 0,-3 9 0,5 1 0,0-1 0,0 7 0,0-5 0,0 12 0,0-12 0,0 12 0,0-5 0,4 7 0,-3-1 0,3 1 0,-4-1 0,4 5 0,-3-3 0,3 7 0,-4-3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42.64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47 42 24575,'-4'5'0,"3"3"0,-3-3 0,0 5 0,3-1 0,-3 0 0,-1-4 0,4 4 0,-3-4 0,0 0 0,3 3 0,-3-3 0,4 9 0,-4-8 0,3 7 0,-4-8 0,5 4 0,0 0 0,5-4 0,-4 4 0,7-8 0,-3 3 0,8-4 0,-2 0 0,2 0 0,3 0 0,12 0 0,-2 0 0,2 0 0,4 0 0,-2 0 0,-1 0 0,4 0 0,-22 0 0,5 0 0,-11 4 0,3-3 0,-7-1 0,3-5 0,-9-11 0,3 4 0,-9-10 0,10 4 0,-4 0 0,5-5 0,0 12 0,0-5 0,0-1 0,0 6 0,0-5 0,0 7 0,0-1 0,0 9 0,0 13 0,0 16 0,0 13 0,0-12 0,0 25 0,0-21 0,0 25 0,0-28 0,0 11 0,0-16 0,0 3 0,0-8 0,0-10 0,0-1 0,0 0 0,0 0 0,0 1 0,0-1 0,0 0 0,0 1 0,0-1 0,0 0 0,0 0 0,0 1 0,4-1 0,-3 0 0,3 1 0,-4-1 0,0-4 0,0-1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43.99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95 13880,'4'-10'0,"-3"1"4371,8 4-4371,-8-4 1854,7 4-1854,-3-4 1017,4-1-1017,1 1 3453,-1 4-3453,-4-4 0,3 8 0,-2-3 0,3 4 0,-4-4 0,3 3 0,-2-3 0,3 4 0,0 0 0,0 0 0,1 0 0,-1 4 0,0-3 0,1 7 0,-1-3 0,0 0 0,-4 4 0,4-8 0,-4 7 0,4-3 0,-4 4 0,3-3 0,-6 2 0,6-3 0,-7 4 0,7 1 0,-7-1 0,9 7 0,-9 2 0,4-1 0,-5 6 0,5-12 0,-4 5 0,3-6 0,-4-1 0,0 0 0,0 1 0,0 6 0,0-5 0,0 5 0,0-7 0,-4 0 0,3 1 0,-8-1 0,8 0 0,-7-4 0,3-1 0,-1 1 0,-2-4 0,3 7 0,-5-7 0,1 3 0,0-4 0,-1 0 0,1 0 0,-1 0 0,1 0 0,0 0 0,-1 0 0,1 0 0,-1 0 0,1 0 0,0 0 0,-1 0 0,1 0 0,-1 0 0,5-4 0,-3-1 0,7-5 0,-8 1 0,8-1 0,-7 1 0,7-7 0,-3 5 0,-2-12 0,5 12 0,-5-12 0,6 5 0,0 0 0,0-5 0,0 12 0,0-5 0,0 6 0,0 1 0,0 4 0,0 1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52.24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1699 24575,'9'9'0,"10"17"0,4 15 0,2 8 0,6 9 0,-14-12 0,17 27 0,-15-20 0,17 32 0,-19-46 0,4 0 0,-14-23 0,-3-6 0,0-5 0,1-5 0,5-5 0,-1-5 0,2-6 0,10-23 0,-6 9 0,31-53 0,-12-5 0,5 23 0,5-7-1757,-15 11 0,-1-5 0,3 2 1757,5 5 0,3 1 0,-3 1 0,5-22 0,0-1-447,-6 21 1,2 0-1,-2 1 447,6-16 0,2-3 0,3 0 0,4-6 0,-4 5-813,-1-1 1,-1 1 812,0 4 0,2-4 0,-3 8 0,-5 13 0,-3 3 0,5-12 0,-2 4 0,13-2 0,-31 32 0,-14 21 1061,3-5 0,-8 10 0,3 2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04.36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111 835 24575,'10'0'0,"-1"0"0,0 0 0,1 0 0,-1 0 0,7 6 0,11-5 0,-7 9 0,6-9 0,-1 3 0,-4-4 0,13 0 0,0 0 0,2 0 0,10 0 0,16 0 0,-12 0 0,12 0 0,-16 0 0,-10 0 0,-2 0 0,-9 0 0,-1 0 0,1 0 0,0 0 0,9 0 0,-8 0 0,18 0 0,-24 0 0,12 0 0,-4 0 0,20 0 0,-15 0 0,33 0 0,-50 0 0,50 0 0,-49 0 0,27 0 0,-33 0 0,34 0 0,-22 0 0,43 0 0,-36 0 0,8 0 0,-15-6 0,4 5 0,-7-4 0,6 5 0,0 0 0,-13 0 0,12 0 0,-8 0 0,-6 0 0,5 0 0,0-6 0,-5 5 0,12-5 0,-12 6 0,5 0 0,-7 0 0,0 0 0,0-4 0,8 3 0,-6-3 0,5 4 0,-7 0 0,0 0 0,0 0 0,1 0 0,-1 0 0,0 0 0,1 0 0,6-6 0,-5 5 0,5-4 0,-7 5 0,0 0 0,1-5 0,-1 4 0,0-3 0,1 4 0,-1-4 0,0 3 0,0-3 0,1 0 0,-1 3 0,0-4 0,1 1 0,-1 3 0,0-3 0,1 4 0,-5-4 0,3 3 0,-3-3 0,4 4 0,1 0 0,-5-5 0,10 4 0,-8-7 0,9 7 0,-7-3 0,-4 0 0,4 3 0,-4-4 0,0 1 0,-1-1 0,0 0 0,-3-4 0,3 4 0,-4-4 0,4-1 0,-3-6 0,4 5 0,-5-5 0,0-10 0,0 2 0,0-21 0,0 21 0,0-9 0,0 22 0,0-5 0,0 0 0,0-16 0,0 11 0,0-15 0,0 18 0,0 0 0,0 2 0,0-10 0,0 13 0,0-13 0,0 10 0,-6-2 0,5 0 0,-5 2 0,6 6 0,0-6 0,0 5 0,0-5 0,0 2 0,0 4 0,0-4 0,0 5 0,-4 4 0,3-4 0,-3 4 0,4-4 0,-4 4 0,-2 0 0,-3 1 0,0 3 0,-1-3 0,1 4 0,-1 0 0,1 0 0,0 0 0,-1-4 0,-6 3 0,-2-3 0,-6 4 0,-1 0 0,-9 0 0,-3 0 0,-9 0 0,-12 0 0,-3 0 0,-12 0 0,12 0 0,-10 0 0,10 0 0,-12 0 0,12 0 0,-10 0 0,22 0 0,-9 0 0,12 0 0,0 0 0,10 0 0,-8 0 0,17 0 0,-7 0 0,10 0 0,-1 0 0,-9 0 0,7 0 0,-1 0 0,6 0 0,4 0 0,-16 0 0,7 0 0,-8 0 0,1 0 0,-2 0 0,-10 0 0,9 0 0,-6 0 0,16 0 0,-7 0 0,16 0 0,2 0 0,-1 0 0,6 0 0,-12 0 0,12 0 0,-5 0 0,0 0 0,5-5 0,-12 4 0,12-3 0,-12 4 0,12 0 0,-12 0 0,5 0 0,-7 0 0,1 0 0,6-4 0,-5 3 0,12-3 0,-5 4 0,-1 0 0,6 0 0,-12 0 0,12 0 0,-5 0 0,7 0 0,-1 0 0,5 20 0,-3-11 0,7 24 0,-4-6 0,-1 9 0,4 10 0,-5-16 0,7 12 0,0-29 0,0 12 0,0-15 0,0 6 0,0-5 0,0 5 0,0-7 0,0 0 0,0 1 0,0 6 0,0-5 0,0 12 0,0-12 0,0 11 0,0-11 0,0 16 0,0-15 0,0 15 0,0-9 0,0 0 0,0 5 0,0-12 0,0 12 0,0-6 0,0 8 0,0 0 0,0-1 0,0-6 0,0-2 0,0-7 0,0 1 0,0-1 0,0 0 0,0-4 0,0-1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29.61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24575,'9'0'0,"1"0"0,-1 0 0,0 0 0,1 0 0,-1 0 0,0 0 0,7 0 0,-5 0 0,12 0 0,-5 0 0,6 0 0,1 0 0,9 0 0,2 0 0,1 0 0,6 0 0,-23 4 0,13-3 0,-27 7 0,9-7 0,-13 7 0,6-3 0,-7 5 0,3-1 0,-4 7 0,0 6 0,0 4 0,-4-9 0,3-2 0,-9-3 0,5-5 0,-6 8 0,1-10 0,1 0 0,0 4 0,-1-8 0,5 7 0,-3-7 0,2 3 0,-3 0 0,0-3 0,-1 4 0,5-1 0,5 1 0,12 5 0,6 7 0,20 15 0,-17-11 0,33 33 0,-32-31 0,13 12 0,-19-19 0,-5 0 0,-1-5 0,-4 5 0,2-11 0,-7 4 0,3-4 0,-4 4 0,0 0 0,0 1 0,-4-1 0,-1 0 0,-4 0 0,-13 13 0,3-8 0,-11 9 0,5-11 0,0-5 0,-9 5 0,7-10 0,-7 4 0,5-6 0,4 0 0,-4 0 0,11 0 0,2 0 0,6 0 0,1-4 0,4 3 0,0-3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30.82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0 186 24575,'6'-9'0,"2"4"0,-7-10 0,7 8 0,4-16 0,0 5 0,5 0 0,-5-5 0,4 11 0,-4-5 0,4 6 0,-6 2 0,-1 4 0,0 1 0,1-1 0,-1 4 0,0-3 0,0 4 0,1 0 0,6 0 0,2 6 0,16 2 0,-7 4 0,7 7 0,-10 0 0,1 6 0,-1 0 0,3 9 0,-1-8 0,-5 9 0,-3-11 0,-7-6 0,-1-2 0,-4-7 0,2 0 0,-7 1 0,3-1 0,-4 7 0,0-5 0,-4 5 0,-3 0 0,-2-5 0,-3 12 0,2-16 0,-1 8 0,2-10 0,-1 0 0,1 4 0,0-8 0,-8 3 0,0-4 0,-1 0 0,-19 0 0,6-7 0,-3 5 0,9-5 0,15 7 0,1-4 0,0 3 0,-1-3 0,1 4 0,4-4 0,-4 3 0,4-8 0,0 4 0,-4-4 0,8-1 0,-7 1 0,7 0 0,-7-1 0,7-6 0,-9-2 0,4 0 0,0-5 0,-15-16 0,17 9 0,-16-10 0,19 17 0,-8 12 0,8-5 0,-3 7 0,4-1 0,0 1 0,-4 4 0,3-4 0,-3 8 0,4-3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31.66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5 14418,'5'-5'0,"3"8"4217,-7-2-4217,10 25 1759,-2 4-1759,6 15 957,0 1-957,0 0 0,-1-9 3224,-6-3-3224,3-10 0,-9 1 0,8-1 0,-8-6 0,3 5 0,-5-12 0,4 5 0,-3-7 0,3 7 0,-4-5 0,0 5 0,0-6 0,0-1 0,0 0 0,5-4 0,-4 8 0,3-7 0,-4 7 0,0-3 0,4-1 0,-3 0 0,3 1 0,-4-1 0,0-4 0,0-1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32.69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0 108 24575,'5'-5'0,"-4"-3"0,7 7 0,-7-8 0,7 8 0,-3-7 0,0 3 0,4-5 0,3-1 0,-1 2 0,5-2 0,9-1 0,-11 2 0,11 2 0,-16 8 0,-3 5 0,9 11 0,-7 2 0,18 16 0,-13-18 0,8 25 0,-11-32 0,9 23 0,-7-14 0,6 7 0,-6-1 0,-1-6 0,1 5 0,-1-5 0,1 6 0,-5 10 0,-2-14 0,2 22 0,-6-29 0,6 13 0,-7-10 0,0-5 0,0 5 0,0-7 0,-4 1 0,3-1 0,-7 0 0,7 1 0,-8-5 0,8 3 0,-7-7 0,7 7 0,-8-7 0,8 8 0,-7-8 0,3 3 0,-5-4 0,1 0 0,0 0 0,-1 0 0,1 0 0,-1 0 0,1 0 0,0 0 0,-1-4 0,1-2 0,-2-10 0,6 5 0,-8-21 0,7 18 0,-8-28 0,8 22 0,-6-14 0,6 16 0,-17-27 0,9 22 0,-10-33 0,13 36 0,3-5 0,4 15 0,4 1 0,0-1 0,-5 1 0,4 0 0,-3-1 0,4 1 0,0-1 0,0 1 0,0 0 0,0-1 0,0 5 0,0 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56.42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38 24575,'9'-5'0,"1"1"0,-1-1 0,0 4 0,1-3 0,-5 0 0,10 3 0,-8-7 0,9 7 0,-7-4 0,0 5 0,1 0 0,-1 0 0,0 0 0,0 0 0,1 0 0,-1 0 0,0 0 0,-4 5 0,4 0 0,-8 4 0,3 0 0,-4 1 0,0-1 0,0 7 0,-6 2 0,1-1 0,-7 6 0,2-12 0,-1 5 0,2-6 0,4-1 0,-4-4 0,8 3 0,-7-7 0,7 8 0,-3-4 0,8 4 0,1-4 0,4 4 0,8-3 0,0 10 0,8-2 0,-7 2 0,-2-5 0,0 5 0,2-4 0,-1 5 0,-1-7 0,-10 0 0,2-1 0,-7 0 0,3 1 0,0-1 0,-3 0 0,3 0 0,-4 1 0,0-1 0,0 0 0,0 1 0,-5 6 0,-1-5 0,-4 5 0,0-7 0,1-4 0,4 3 0,-4-6 0,4 6 0,-15-7 0,7 3 0,-14-4 0,16 0 0,-5 0 0,7 0 0,-1 0 0,1 0 0,4-4 0,-4 3 0,4-3 0,0-1 0,1 4 0,4-3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57.41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46 57 24575,'4'-5'0,"-3"-3"0,3 2 0,0-3 0,-3 0 0,8 3 0,-8-2 0,7 7 0,-3-3 0,0 8 0,3 1 0,-2 0 0,-1 3 0,3-2 0,-3-1 0,0 3 0,-1-3 0,1 5 0,-4 6 0,3-5 0,1 11 0,-3 6 0,3-8 0,-5 12 0,0-21 0,0 12 0,0-5 0,0 0 0,0-2 0,0-3 0,0-3 0,0 4 0,-4-5 0,3 0 0,-8-3 0,8 2 0,-7-7 0,7 7 0,-7-7 0,2 3 0,-3-4 0,0 0 0,-1 0 0,1 0 0,-1 0 0,1 0 0,0 0 0,-1-4 0,1 3 0,4-7 0,-4 7 0,8-8 0,-3 4 0,4-4 0,-4-1 0,3 1 0,-3-1 0,4 1 0,0-7 0,0 5 0,4-10 0,-3 11 0,3-4 0,0 9 0,-3-3 0,3 3 0,-4-1 0,0 2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58.08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327 0 24575,'0'10'0,"-5"-6"0,4 16 0,-16 26 0,-3 1 0,-14 34 0,7-20 0,-8 9 0,19-30 0,-7 6 0,9-12 0,-4-7 0,-5 16 0,3-16 0,-6 7 0,18-16 0,-7-2 0,10-7 0,-1 1 0,-2-5 0,7 3 0,-3-7 0,4 3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1:59.46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87 1 24575,'0'16'0,"-5"1"0,-2 8 0,-6-1 0,0 10 0,6-7 0,-6 7 0,6-9 0,1-1 0,0-6 0,2-2 0,3-6 0,-3-1 0,4 0 0,4-4 0,1-1 0,4-4 0,1 5 0,6-4 0,-5 3 0,12-4 0,-12 0 0,5 0 0,-7 0 0,0 0 0,0 0 0,-3 4 0,2-3 0,-3 3 0,4-4 0,1 0 0,-1 0 0,0 0 0,1 0 0,-5-4 0,-1-1 0,-10-11 0,0-2 0,-1-16 0,1 9 0,6-8 0,0 17 0,0 0 0,0 15 0,0 2 0,0 13 0,0-4 0,4 3 0,-3-3 0,10 15 0,-9-12 0,5 20 0,-7-22 0,4 5 0,-3 0 0,3-5 0,-4 12 0,0-12 0,4 5 0,-3-7 0,3 7 0,-4-5 0,0 5 0,0 0 0,4-5 0,-3 5 0,4 5 0,-5 7 0,4-4 0,-3 2 0,3-17 0,-4 0 0,4-4 0,-3 0 0,3-5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0.40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96 57 24575,'5'-4'0,"-1"-2"0,0 1 0,-3-3 0,7 7 0,-7-8 0,8 4 0,-4 0 0,0-3 0,3 7 0,-3-4 0,5 5 0,-1 4 0,0 2 0,-3 10 0,2-5 0,-2 12 0,5-6 0,1 8 0,-5-1 0,3-6 0,-9 5 0,7-12 0,-7 5 0,3-7 0,-4 1 0,0 3 0,0-3 0,0 4 0,0-5 0,0 0 0,0 1 0,-4-5 0,3 3 0,-7-7 0,7 7 0,-8-7 0,8 8 0,-7-8 0,3 7 0,-9-7 0,4 3 0,-4-4 0,5 0 0,-1 0 0,1 0 0,-1 0 0,-17 0 0,13 0 0,-19 0 0,21-4 0,-4 3 0,7-3 0,4 0 0,-4 3 0,8-8 0,-7 4 0,7-4 0,-3-1 0,4 1 0,0-7 0,4 5 0,-3-12 0,8 5 0,-7-7 0,10-9 0,-5 7 0,1-7 0,-2 20 0,-6 3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1.17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24575,'9'0'0,"7"0"0,2 0 0,-1 0 0,6 0 0,-5 0 0,0 0 0,-2 0 0,-7 0 0,0 0 0,1 0 0,-1 0 0,0 0 0,1 0 0,-1 0 0,-4 0 0,-1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1.69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24575,'9'0'0,"7"0"0,-5 0 0,12 0 0,-12 0 0,21 0 0,-18 0 0,15 0 0,-18 0 0,2 0 0,-8 0 0,-1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2.60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1 129 24575,'20'-5'0,"8"-3"0,25-16 0,8 5 0,-10-5 0,17 7 0,-28 2 0,18 5 0,-29 4 0,4 6 0,-23 0 0,2 4 0,-7 1 0,-5 20 0,0 5 0,0 6 0,0 8 0,-6-17 0,5 7 0,-5-10 0,6 1 0,-5-1 0,3-6 0,-3 5 0,5-12 0,0 5 0,0-7 0,0 1 0,0-1 0,-4-4 0,3 3 0,-3-2 0,4 3 0,0 0 0,0-4 0,0-1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3.17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87 24575,'4'-5'0,"1"-3"0,11 7 0,2-3 0,7-2 0,9-2 0,-3-5 0,-3 1 0,-8 5 0,-10-1 0,-1 7 0,0-3 0,1 4 0,-1 0 0,-4-4 0,3 3 0,-3-4 0,1 5 0,-2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3.98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11 1 24575,'0'7'0,"-4"-4"0,3 15 0,-3-9 0,4 0 0,0 0 0,0 1 0,0-1 0,0 0 0,4 1 0,-3 6 0,7-5 0,-3 5 0,4-7 0,1 0 0,-1 1 0,0-1 0,1 0 0,-1 1 0,-4-1 0,3 0 0,-1 7 0,-2 2 0,5 0 0,-4 5 0,0-12 0,3 5 0,-8-7 0,4 0 0,-5 1 0,0-1 0,0 0 0,0 0 0,0 7 0,-5-5 0,4 6 0,-7-8 0,3 0 0,-5-4 0,-6 10 0,5-12 0,-5 8 0,6-11 0,1 0 0,0 0 0,-1 0 0,1 0 0,-1 0 0,5 0 0,1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4.60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67 24575,'0'-10'0,"0"1"0,4 4 0,-3-4 0,7 8 0,-3-7 0,5 7 0,-1-3 0,0 4 0,0-5 0,7 4 0,2-3 0,0 4 0,-2-4 0,-7 3 0,1-3 0,-1 4 0,0 0 0,1 0 0,-1 0 0,0 0 0,-4 0 0,-1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5.31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255 1 24575,'-5'4'0,"-5"8"0,1 27 0,-18 28 0,6 10 0,1-25 0,0-1 0,2 4 0,-3-3 0,-1-1 0,5-7 0,-12 25 0,15-35 0,7-9 0,-2-12 0,8 2 0,-4-13 0,5 2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5.60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10 24575,'0'-5'0,"0"1"0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5.90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8191,'9'6'0,"-4"2"1265,4-7 1,-8 3 0,3-4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46.40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124 60 15514,'5'-4'0,"-1"-1"3873,0-1-3873,-3-2 1564,8 7-1564,-4-7 841,4 7-841,7-9 2783,2 9-2783,0-9 0,4 9 0,-4-3 0,0 4 0,-2 0 0,-7 0 0,1 0 0,-1 0 0,0 0 0,1 0 0,-5 4 0,3 1 0,-3 0 0,0 3 0,-1-2 0,-4 3 0,5 0 0,-4 1 0,3 6 0,-10 1 0,-2 17 0,-10-7 0,3 7 0,-2-16 0,11-2 0,2-7 0,4 1 0,-4-5 0,2 3 0,2-7 0,1 7 0,8-7 0,-4 8 0,4-8 0,7 14 0,-5-12 0,5 12 0,-6-10 0,-1 4 0,-4 0 0,3-4 0,-2 4 0,-1-4 0,-1 4 0,-4 0 0,0 1 0,0 6 0,0-5 0,0 5 0,0 0 0,0-5 0,-4 5 0,-2-7 0,1 1 0,-3-1 0,-4 7 0,1-5 0,-5 5 0,-10-4 0,12-2 0,-11 2 0,15-7 0,1-1 0,-7 2 0,-2-5 0,-28 4 0,16-5 0,-17 0 0,23 0 0,6 0 0,-5 0 0,12 0 0,-5 0 0,10 0 0,2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47.55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23 206 12739,'4'-5'0,"-3"-4"4661,7 4-4661,-7-4 2057,8-1-2057,-3-6 1145,0 5-1145,3-5 3973,-2 0-3973,3-2 0,1 0 0,0 2 0,-2 6 0,-4 1 0,4 4 0,-4-4 0,4 4 0,-4-4 0,4 3 0,-4 2 0,4 4 0,0 4 0,1 2 0,6 10 0,-5-5 0,5 5 0,-7-11 0,7 10 0,-9-8 0,8 9 0,-7 9 0,2-11 0,2 11 0,-7-9 0,3-5 0,-7 34 0,7-29 0,-6 29 0,2-14 0,-4-10 0,0 9 0,0-21 0,0 1 0,0-1 0,0 0 0,-5 0 0,4 1 0,-7-1 0,-1 4 0,-2-2 0,-2 2 0,3-4 0,-3 1 0,2-5 0,2 3 0,0-7 0,4 3 0,-4-4 0,-1 4 0,1-2 0,0 2 0,-1-4 0,1 0 0,-1 0 0,1 0 0,0-5 0,-1 4 0,1-3 0,-1 0 0,1-1 0,-2-11 0,-5 3 0,3-3 0,-4-2 0,7 7 0,-2-12 0,1 5 0,4 1 0,-2 0 0,8 8 0,-3 0 0,4-8 0,0 6 0,0-5 0,0 0 0,4 5 0,-3-5 0,3 6 0,-4 1 0,4-1 0,-3 1 0,3 4 0,-4 1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8.76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2824 24575,'0'10'0,"5"6"0,-3-5 0,10 21 0,-10-12 0,23 51 0,-10-1 0,-1-18 0,2 2 0,1 1 0,-3-3 0,0 18 0,8 8 0,2 2-1644,2 6 1644,-6-3 0,1 1 0,9 8 0,-12-16 0,-1-18 0,-2-12 0,-7-17 0,-1-3 0,-3-17 0,-3 0 1644,3 1-1644,-4-1 0,5 0 0,-4 1 0,16-26 0,0-5 0,15-26 0,2-5 0,-3 3-1234,6-10 0,14-20 0,4-7 1,-5 9 1233,-4 6 0,-2 4 0,5-9-859,-9 12 1,4-7 0,2-4 0,1-2 0,1 0 0,0 4 858,-1 2 0,2 1 0,-1 1 0,1 0 0,-1 0 0,-2 1-689,4-8 0,-3 2 0,0-1 1,2-1-1,3-2 689,2 0 0,3-3 0,3-1 0,0-1 0,1 1 0,-2 2-350,-3 4 1,2 0 0,-1 0-1,-1 2 1,-1 2 0,-2 4 349,8-14 0,-3 6 0,0 0 0,1 0 0,-5 11 0,2-3 0,0 1 0,-4 4 0,-6 7 0,10-16 0,-5 7 218,6-2 1,2-1-219,3-15 0,-4 8 2588,2 12-2588,-9-5 3904,-35 50-3904,-5 2 5088,-2 7-5088,-4-1 3518,4 5-3518,-8-3 22,7 3 0,-7-1 0,3 2 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9:50.56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76 24575,'4'-10'0,"1"1"0,0 0 0,4-1 0,-4 1 0,4 4 0,-4-4 0,4 8 0,-4-3 0,0 0 0,3 3 0,-3-3 0,5 4 0,-1 0 0,0 0 0,1 0 0,-1 0 0,0 4 0,0-3 0,7 8 0,-5-7 0,6 7 0,-8-8 0,0 8 0,0-8 0,1 7 0,-1-7 0,-4 7 0,3-3 0,-2 5 0,-1-1 0,-1 0 0,1 7 0,-3-5 0,3 12 0,-5 4 0,0 10 0,-5-1 0,-4 8 0,-5-8 0,-1 10 0,0 0 0,1-10 0,-5-2 0,5-9 0,-4-1 0,7-6 0,0-2 0,6 0 0,-3-5 0,3 5 0,-1-7 0,-2 1 0,27-5 0,-14-1 0,28-4 0,-16-6 0,8 5 0,0-10 0,-1 10 0,1-5 0,-8 6 0,6-5 0,-12 3 0,5-3 0,-6 5 0,-1 0 0,0 0 0,0 0 0,1 0 0,-1 0 0,0 0 0,-3 4 0,2-3 0,-3 3 0,11-4 0,-5 0 0,5 0 0,-7 0 0,-3 4 0,2-3 0,-7 4 0,3-5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9:51.73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0 113 20918,'4'-5'0,"-3"-3"1738,7 3-1738,-2-5 619,-1 1-619,3-1 317,-3 1-317,5 0 983,-1-1-983,0 5 0,-4-3 0,4 7 0,-4-4 0,0 1 0,3 3 0,-3-3 0,5 4 0,-5-4 0,3 3 0,-3-3 0,4 4 0,1 0 0,-1 0 0,0 4 0,1-3 0,-1 3 0,-4 0 0,3-3 0,-2 7 0,-1-2 0,3-1 0,-7 3 0,9 4 0,-5-1 0,7 12 0,-7-6 0,6 8 0,-9 0 0,9-1 0,-10 1 0,10-1 0,-10-6 0,5 5 0,-6-12 0,0 5 0,0-7 0,0 7 0,0-5 0,0 12 0,-5-12 0,4 5 0,-3-7 0,0 1 0,3-1 0,-7-4 0,1 10 0,-3-12 0,-2 19 0,3-15 0,-2 9 0,1-11 0,1 3 0,0-7 0,-1 3 0,1-4 0,-1 0 0,1 0 0,-7 0 0,5-4 0,-5-1 0,6 0 0,1 1 0,-1-1 0,5 0 0,-3-4 0,3-1 0,-1 1 0,2 0 0,4-1 0,0 1 0,0-1 0,0 1 0,0 0 0,0-1 0,0 1 0,0-1 0,0 1 0,0-7 0,4 5 0,4-22 0,-2 20 0,6-20 0,-10 22 0,7-5 0,-8 7 0,3-1 0,0 1 0,-3-1 0,4 5 0,-5 1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09:53.10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18 110 24575,'5'-4'0,"4"3"0,-4-7 0,4 7 0,0-8 0,1 8 0,-1-3 0,0 0 0,1 3 0,-1-3 0,0 4 0,0 0 0,1 0 0,-5 4 0,3-3 0,-3 7 0,5-7 0,-1 7 0,0-2 0,1-1 0,-5 3 0,3-3 0,-2 11 0,5 2 0,0 4 0,-4-5 0,2 3 0,-7-2 0,7 0 0,-8-2 0,3-7 0,0 0 0,-2 17 0,2-13 0,-4 13 0,0-17 0,0 7 0,0-5 0,0 5 0,0 0 0,0-5 0,0 5 0,0-6 0,0-1 0,0 0 0,0 1 0,0-1 0,0 0 0,-5 0 0,4 1 0,-3-1 0,0 0 0,3 1 0,-7-5 0,7 3 0,-8-3 0,4 5 0,0-1 0,-4-4 0,4-1 0,-4-4 0,-1 0 0,1 0 0,-11 0 0,8 0 0,-9 0 0,12 0 0,-7 0 0,5 0 0,-6-4 0,8 3 0,0-7 0,-1 7 0,5-8 0,-3 4 0,2-4 0,1-8 0,-3 6 0,7-12 0,-3 5 0,-2-6 0,5-10 0,-5 7 0,6-7 0,0 9 0,0 0 0,0 1 0,0-1 0,0 0 0,0 1 0,0 6 0,0-5 0,0 12 0,0-12 0,0 12 0,0-5 0,0 6 0,0-6 0,0 5 0,0-12 0,0 12 0,4-5 0,-3 6 0,4 1 0,-5 4 0,0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09.31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264 1 24575,'-10'0'0,"1"0"0,0 0 0,-8 5 0,0 2 0,-1 0 0,1 2 0,1-2 0,5 2 0,-12 3 0,-4 7 0,5 1 0,-4 0 0,14 3 0,3-12 0,2 5 0,3-7 0,0 1 0,3-1 0,-3 0 0,4 1 0,0-1 0,0 0 0,0 1 0,4-5 0,1 3 0,4-7 0,0 7 0,1-3 0,6 6 0,2 0 0,6 1 0,1 0 0,-1-5 0,-6 3 0,-2-5 0,-7 0 0,1 3 0,-1-3 0,7 6 0,-5-5 0,1 3 0,-2 3 0,-5-1 0,6 5 0,-2-7 0,-4 1 0,5 6 0,-5-5 0,2 12 0,-3-12 0,1 11 0,-4-11 0,5 12 0,-6-8 0,0 3 0,0 2 0,0-9 0,-4 5 0,-1-7 0,-5 0 0,1 1 0,-1-1 0,1 0 0,-7 2 0,-12-6 0,1 6 0,-7-9 0,10 3 0,6-5 0,2 0 0,10 0 0,2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10.18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10 24575,'9'0'0,"4"0"0,-2 0 0,2 0 0,-4 0 0,1 0 0,-1 0 0,0 0 0,0 0 0,1 0 0,-5-4 0,3 3 0,-3-3 0,1 4 0,-2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11.53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0 152 24575,'10'0'0,"-5"-4"0,3-1 0,-3-5 0,5 1 0,-5-7 0,10 4 0,1-21 0,2 18 0,1-6 0,-10 12 0,1 8 0,6-9 0,-5 9 0,5-4 0,-7 5 0,0 0 0,1 0 0,-1 0 0,4 4 0,-2 1 0,2 4 0,-3-4 0,3 8 0,-3-7 0,4 7 0,-4 3 0,0-5 0,-4 12 0,4-5 0,-2 16 0,3-14 0,3 13 0,-3-16 0,2 17 0,-6-14 0,0 6 0,-3-17 0,-3 1 0,3-1 0,-4 0 0,0 0 0,0 1 0,0-1 0,0 0 0,0 1 0,0-1 0,0 0 0,0 1 0,-4-1 0,3 0 0,-9 7 0,5-5 0,-6 5 0,2-6 0,4-1 0,-4 0 0,4-4 0,-11 5 0,5-5 0,-5 6 0,10-2 0,-2-4 0,3 4 0,-5-8 0,1 3 0,0-4 0,3 4 0,-2-3 0,3 3 0,-5-4 0,-6 0 0,5 0 0,-5 0 0,0-5 0,5 3 0,-6-3 0,8 5 0,-7-6 0,5 1 0,-5-2 0,10-1 0,-2 7 0,7-7 0,-7 6 0,7-6 0,-4 3 0,5-4 0,0-1 0,0 1 0,0-1 0,0-6 0,0 5 0,0-5 0,0 6 0,4 1 0,-2-17 0,2 13 0,0-13 0,-3 10 0,3-2 0,-4 0 0,0-5 0,0 12 0,0-5 0,0 0 0,0 5 0,5-12 0,-3 12 0,3-5 0,-5 6 0,0 1 0,0-1 0,0 1 0,4 0 0,-3-1 0,3 5 0,-4 1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24.55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135 28 24575,'10'0'0,"3"-4"0,-3-1 0,10 0 0,-9-3 0,12 6 0,-12-2 0,5 4 0,-6 0 0,-1 0 0,0 4 0,1-3 0,-5 8 0,3-8 0,-7 7 0,7-7 0,-7 7 0,8-3 0,-8 5 0,3-1 0,0 0 0,-3 7 0,3 2 0,-4 0 0,0 5 0,0-5 0,-5 6 0,-10 10 0,-5-7 0,-17 10 0,10-18 0,-7 7 0,9-12 0,7 2 0,2-9 0,7 1 0,14-2 0,-2 0 0,13 3 0,-6-3 0,-1 3 0,7 2 0,0 9 0,-2-7 0,-1 8 0,-8-12 0,5 0 0,-1 0 0,-4 8 0,3-6 0,-6 5 0,6-7 0,-7 7 0,7-5 0,-7 5 0,3-7 0,-4 1 0,0-1 0,0 0 0,0 1 0,-4-5 0,3 3 0,-7-3 0,2 0 0,1 4 0,-10-3 0,8-1 0,-9 5 0,7-9 0,-1 7 0,-6-7 0,5 4 0,-5-5 0,0 5 0,4-4 0,-4 5 0,7-6 0,-1 0 0,1 0 0,0 0 0,-1 0 0,1 0 0,-1 0 0,1 0 0,0 0 0,-1 0 0,1-4 0,-1-2 0,5-3 0,1 4 0,4 1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25.99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208 94 11251,'6'-4'0,"-2"-1"4950,-4-5-4950,0 1 2319,0-1-2319,0 1 1321,0 0-1321,0-1 4734,4 5-4734,-3-3 0,7 7 0,-7-8 0,8 8 0,-4-3 0,4 4 0,0 0 0,1 0 0,-1 0 0,7 5 0,-5-3 0,5 7 0,-7-8 0,1 8 0,-1-4 0,0 0 0,-4 3 0,8 2 0,-11 0 0,10 3 0,-7-3 0,5-1 0,-5 7 0,3-5 0,-3 5 0,0-7 0,5 7 0,-9-5 0,5 5 0,-6 1 0,0 0 0,0 1 0,0 5 0,0-5 0,0-1 0,0 0 0,-6-1 0,1-5 0,-7 11 0,2-11 0,-2 12 0,2-12 0,0 5 0,-7 0 0,0-3 0,-1 3 0,-5-4 0,12-2 0,-6 0 0,8-5 0,0-1 0,-1-4 0,1 0 0,-7 0 0,-2 0 0,-7 0 0,3 0 0,5-4 0,-3-2 0,2-11 0,-7 4 0,7-4 0,2 11 0,5-10 0,2 10 0,-2-11 0,6 8 0,-4 4 0,8-4 0,-3 4 0,4-4 0,0-1 0,0 1 0,0 0 0,0-1 0,0 1 0,4 4 0,-3-11 0,3 9 0,0-9 0,-3 0 0,8 5 0,-8-12 0,8 5 0,-2-6 0,0-1 0,2 7 0,-7 2 0,2 6 0,0 5 0,-3-3 0,7 3 0,-7-1 0,3 2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6.90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160 0 24575,'-9'9'0,"-10"17"0,6-6 0,-16 24 0,7-8 0,-2 10 0,3-10 0,9-9 0,5-4 0,3-12 0,4 5 0,4-6 0,1-1 0,5-4 0,6 5 0,-5-5 0,5 6 0,0-1 0,-5 0 0,12 2 0,-12-2 0,12 1 0,-6 0 0,1 0 0,-2-4 0,-11 1 0,4-7 0,-8 7 0,7-3 0,-3 5 0,0-1 0,-1 0 0,-4 1 0,0-1 0,0 0 0,0 1 0,0-1 0,0 0 0,-4 0 0,-1 1 0,0-1 0,-4-4 0,4 3 0,-4-7 0,-1 4 0,1-5 0,0 0 0,-1 0 0,1 0 0,-1 0 0,1 0 0,0 0 0,-1 0 0,5 0 0,1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7.64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9 24575,'4'-5'0,"1"1"0,4 4 0,1 0 0,10 0 0,-8 0 0,8 0 0,-11 0 0,1 0 0,-1 0 0,4 0 0,-2 0 0,2 0 0,-4 0 0,1 0 0,-5 0 0,-1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0:38.80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0 254 24575,'9'-4'0,"-3"-1"0,2-5 0,0-15 0,-3 11 0,13-18 0,-10 14 0,20-11 0,-8 4 0,8-4 0,-10 11 0,-2 2 0,0 10 0,-5-2 0,5 3 0,-6 0 0,-1 0 0,0 5 0,-4 5 0,4 0 0,-4 4 0,11 7 0,-5-5 0,5 5 0,0 0 0,-4 2 0,5 0 0,-5 5 0,-7-12 0,5 5 0,-4 0 0,5 2 0,-4 16 0,-2-14 0,-5 21 0,0-20 0,0 6 0,0-4 0,0-6 0,0 1 0,0 5 0,0-12 0,0 5 0,0-7 0,-4-3 0,3 2 0,-7-3 0,7 4 0,-8 1 0,4-1 0,-4 0 0,-1 0 0,1-3 0,0 2 0,-8-2 0,6 0 0,-12-1 0,5 1 0,1-5 0,0 5 0,8-6 0,0 0 0,-8 0 0,6 0 0,-5 0 0,7 0 0,-1 0 0,1 0 0,0 0 0,-1 0 0,1 0 0,-1-5 0,1 4 0,0-7 0,-2-4 0,-6-6 0,4-7 0,-5-20 0,11 16 0,1-16 0,6 20 0,0 0 0,0 1 0,0 6 0,0-5 0,0 7 0,0-1 0,0 4 0,0 7 0,0 2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09.76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5175 24575,'11'24'0,"7"25"0,3 1 0,3-13 0,6 28 0,-3 3 0,-10-19 0,17 27 0,-14-6 0,6-36 0,-8 20 0,0-33 0,-6 7 0,-5-12 0,1-7 0,-3-4 0,5-5 0,0-12 0,44-68 0,-20 22 0,4-8 0,12-11 0,8-8 0,-6 4-2729,-7 2 0,5-6 2729,-9 21 0,9-8 0,5-8 0,2-2 0,-1 1 0,-5 3-974,1-3 0,-5 3 1,1-1-1,3-4 1,5-5 973,-12 22 0,3-3 0,3-3 0,2-3 0,2-1 0,0-1 0,1 0 0,-1-1 0,0 1 0,-2 2-337,0-1 1,-1 0 0,1 0-1,-1 0 1,0-1 0,1 1-1,-1 0 1,-1 0 0,1 1-1,-1 1 337,3-3 0,-1 0 0,1 1 0,-1 0 0,-1 1 0,1 0 0,0 0 0,0 1 0,0-1-282,6-8 1,2-1 0,1-1 0,-1 2 0,0 0 0,-3 4 0,-4 2 0,-3 6 281,2-6 0,-6 6 0,-2 3 0,0 0 0,2-2-57,9-9 0,3-2 1,0 0-1,-3 4 1,-7 5 56,-2-4 0,-7 6 0,3-2 323,12-11 0,2-1 0,-6 5-323,-6-6 0,-6 11 1294,-7 23 1,-4 9-1295,-5 3 0,-15 27 0,-3 8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10.72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2693 12063,'0'5'0,"4"-2"4792,19 74-4792,-4-9 0,11 19 0,-15-36 0,-1-4 2180,3-4-2180,12 42 0,-13-36 0,10 21 0,-10-31 1226,6 1-1226,-16-24 4303,2-11-4303,-2-1 11,-1-8-11,10-3 0,16-36 0,15-20-2586,-6 6 0,4-8 2586,-3 10 0,3-2 0,1-1 0,8-10 0,1-1 0,0 2-586,-6 11 1,1 2 0,4-4 585,5-9 0,5-6 0,2-1 0,0 3-1123,-5 7 1,-1 4 0,3-2 0,4-5 1122,-5 6 0,3-3 0,3-3 0,2-1 0,0-1 0,0 0-429,-7 8 0,0-2 0,1-1 0,1 1 1,-1 0-1,0 2 0,1 1 429,6-3 0,0 2 0,1 1 0,-1 1 0,-1 0 0,-2-1-69,8-9 1,0-2-1,-2 1 1,-2 3 0,-3 6 68,1 3 0,-1 5 0,-4 3 0,-7 4 171,11-15 1,-8 6-172,2 5 0,-11 8 3003,-26 13-3003,21-13 4490,-29 24-4490,-11 2 0,-2 11 0,-4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9:12:11.63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4955 8363,'0'18'0,"0"-2"5081,0-7-5081,0 0 2793,4-3-2793,1 13 1695,4-11-1695,2 19 6643,-1-16-6643,-4 5 0,2-11 0,-7 3 0,12 1 0,-7-2 0,7 1 0,-3-8 0,15-7 0,13-24 0,5-12 0,5 4 0,3-7-2022,5-10 1,4-10-1,1-4 2022,-9 6 0,1-6 0,2-1 0,1-1-955,-3 9 0,1 1 0,1-2 0,2-2 0,-1-2 955,-3 1 0,0-3 0,1-2 0,0 0 0,1 0 0,0 1-533,0 3 1,1 2 0,0 0 0,1-1 0,1-2 0,2-4 532,-3 2 0,3-3 0,2-4 0,1-1 0,-1 0 0,-1 1 0,-3 4 0,-4 4-428,8-9 1,-5 6 0,-2 2 0,1-2 0,6-7 427,-9 10 0,3-4 0,3-4 0,1-1 0,1-2 0,-1 2 0,0 1 0,-3 4-31,1 1 0,0 1 1,-1 2-1,-1 1 0,0 0 1,-1 1-1,0 0 31,4-6 0,-1 0 0,0 1 0,-1 1 0,1-1 0,1 0 151,-4 5 1,2-3-1,2 0 1,-1 1-1,-3 2 1,-3 6-1,-6 6-151,15-16 0,-9 9 0,-5 6 0,-4-2 0,-7 9 0,-3 7 0,-28 38 0,-1 1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55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8191,'-36'0'0,"2"0"1265,16 0 1,6 0 0,8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0.8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248 599 6993,'-56'-16'1979,"5"-1"-1080,-5-14-359,22 7 180,-2-22-540,25 19-91,8-11 1,8 11 0,9-1 0,4-1 0,7 1 0,5 0-3392,4 0 3392,1 1 0,3 0-224,2 2 224,0 1 0,1 1 90,0 2-90,-5 2 90,5 2-90,-5 2 89,5 3-89,7 0 90,9 4 90,8 6-180,-9 6-27,-4 9-153,-16 2 360,-1 6-360,-1 3 3178,3 19-3088,-7 10 0,-10 1 8,-13 0-8,-15-16 0,-3-1 0,-8 0 0,-4-1 0,-11-3 90,4-1 90,-4-5 0,2 0 0,1-7 90,-6 0-1,1-5 181,-1-2 400,-12-2-580,-2-7-181,-14-7-347,16-7 258,5-7 0,14-2 226,2-2-406,3-4-629,-2-10 269,11 5 180,3-8-449,12 12-271,8 1 271,3 0-631,3 4-179,6 0-989,2 3 2608,4 4 0,-12 7 0,-2 2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1.4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414 455 6633,'-57'0'3418,"-7"-2"-3058,5-8-90,7-1 0,19-5-90,8 0 89,3-3-179,4-2 90,5-2 0,4-3 0,7 1-90,5-4 0,5 2 0,3-2-90,5 3 0,4 0-577,5 2 577,5 1 0,0 2 0,6 1 0,-2 3-87,4 2 87,-1 3 0,2 2 0,16 4 0,2 6 0,16 13-533,-20 5 533,-8 10 0,-22-1 0,-8 4 0,-8 2 615,-7 1-615,-12 2-90,-6 0 270,-8-1-1220,-6-1 1130,-2 0 90,-7-4-141,-1-3 230,-24 6 1,14-12 270,-10 3 281,12-10-551,-5-8-180,-5-8-339,9-6 339,9-9-90,17-1 1452,6-3-1632,3-4 590,9-2-500,3-1-270,8-2-90,6 2-90,5 0-179,5 3-1,4 2 139,5 3-498,2 4-3328,2 2 4407,14 4 0,-27 5 0,10 3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1.9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161 436 6723,'-27'-10'2069,"1"-2"-1529,1-2-91,3-3 91,5-3-90,4-2 179,5-2-359,4-2 180,4-1-270,6 0-90,7 0 0,5 0 0,6 1-90,6 1-432,5 2 432,9 1 0,-8 2 0,10 4 0,-8 0 0,10 4 0,-4 1 0,4 4 0,13 3 0,-13 4 0,10 5 270,-18 6-270,-7 2-3040,-4 6 2951,-8 2 268,-9 5-269,-9 2 90,-8 2 0,-9 2 90,-6-1 270,-9 1-68,-8 0-202,-2 1 90,-8-2 0,0-1 449,-28 6-359,19-11 90,-15 3-392,28-15 571,3-3-269,-9-2-360,-21-18 0,24 1-43,-7-17-227,45 2 90,4-2 2788,8-2-5217,31-25 1350,-10 21-456,24-16-894,-20 28 2699,4 6 0,-16 5 0,-3 5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2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50 252 7443,'-31'-9'3148,"13"-8"-2968,19-4-90,15-4-90,13-1-361,7 5 271,6 0-443,8-1 353,4 2 0,4 1 0,3 3 0,2 3 0,-1 3 90,1 3-90,-1 3 180,-3 3-179,-3 5 179,-7 3 0,-4 4 0,-8 4 179,-7 4-89,-9 3 180,-9 3 0,-8 1 347,-10 1-167,-6 1 90,-9 0-90,-7-1 636,-5-1-7,-29 10-1304,12-13 765,-19 7 0,21-16-1,1-1 271,2-4-270,-12-2-271,6-6-269,-3-10 0,22-3-179,10-8-271,17 3 0,7-2-270,7-2 676,9 0-1036,9-1-89,3 0-360,7 4-3508,14-6 5037,-9 10 0,-6-1 0,-21 10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4.5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475 14 936,'-25'-13'5757,"-4"13"-3412,14 5-2076,-2 15-269,11 2 270,2 5-270,-4 4-2110,3 2 2110,-2 2 270,0 2 717,-1-1-897,1 2-90,-1-2-941,0 1 1031,-1-3-90,-3 0-47,-11 24 47,5-23 90,-4 19 2053,11-32-2053,4-2-54,-3 1-36,4-2 3223,5-37-3223,2 7 511,10-36-511,-7 17 0,3-2 0,-3-2 0,-8-3 0,19-15 0,-13 13-1246,22-10 1246,-8 19 0,-2 2 0,0 2 90,-5 5 0,-1 2 0,2-2 90,-2 4-180,0-3 1246,11 15-1246,10 4 0,6 10 90,26 10-90,-20-6-379,16 8 469,-15-6-90,2 1 0,1 1 0,3 0-3266,42 16 3266,-30-12 0,31 12-512,-42-17 512,-4 1-279,0-3 279,-3-1 0,-2 0-90,-3-2 230,-4 0-50,4 0 3258,-10 0-3078,-13 6-180,-28-3 90,-14 1 89,-18-4-89,6-2 287,-7-1-197,-1 0-1,-5 0 1,-2 0-90,-17 2-481,14-1 0,1-1 480,-8 1 1,1 0 0,3-1 0,2 0 270,-20 2-996,19-3 906,-14 2 115,11-4-25,10 1 823,-9 0-1543,13-1 270,6 0 0,-4 1 836,7 2-9831,-6-1 7231,58-6 1764,30-2 0,7-3 0,2 1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5.3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628 102 6363,'-24'-11'2969,"-8"-4"-1800,1-1-90,-6 0 720,5 3-1619,-3 10-90,11 5 0,-4 11 0,11 3 0,-2 3 0,-2 2 0,-2 2 0,-2 0-3392,2 2 3392,-3 0 0,6 1-206,-36 20 206,29-13 0,-27 11-1,35-22 1,2-4-90,-4 1-269,5-2 3425,23-11-3156,5-13-90,20-10 90,-6-6 712,-7 4-712,8-12-1196,-5 6 1196,6-9-90,-9 8 90,-2 0-90,0 1 90,-2 0-90,2 1 90,-1 2-90,1 1 90,-3 1 1106,-2 2-1196,4-3 0,-3 3 180,10-1-90,0 14 90,10 11-90,-2 8 0,3 5 90,-6-2-180,2-1 180,0 1-90,2 0 0,0 1 0,0-3 0,1 2 0,-1-3 0,0 3 0,2-2 0,-2 0 0,0-2 0,12 5-90,0-3 90,2 1 450,-7-3-271,-45-5 1,-17-2 180,-31-2-90,-18-2-2420,14-1 2420,-8 2-90,11 0 0,2 1 90,-4 1-90,-1 2 360,-28 3-361,22-2 91,-19 4-90,32-3-1243,3-1 1333,7 0-1,-8 1-179,7-2-4333,-7 1-2683,46-6 6926,17 0 0,12-4 0,-1 1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16.2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698 55 6723,'-24'-19'4048,"0"4"-1799,-6 2-1350,-6 6-719,0 9 0,-4 3-90,14 11 90,2-3-3482,8 5 3302,-3 1 180,-9 12-1,5-6-89,-6 10 0,7-9 0,-1 1 270,-2 0-270,-1 1 0,0 0-2268,-1 0 2357,2 0-372,-2-1 283,3-1 2128,-1-1-2128,4-3 90,-6 4-360,8-6 3002,-4 2-2912,20-18 634,15-11-454,8-11-180,12-6-90,-9 1 90,1-2 0,-4-3 0,2 2 0,-3-4 0,4 4 0,-4-3-662,1 1 752,-5 1-90,2 3 90,-4-1 0,1 5 0,-1 0 0,-2 1-90,-2 1 90,1-2 0,1 4 842,12 2-752,-2 13 0,12 9-90,-4 11 90,-5-2 0,6 6 0,-10-9-90,8 9 0,-1-6 0,6 0 0,-1 0-90,4-5 90,-4 0-90,8-1 0,5-3 90,3-4 360,6 2-180,-21 4 0,-18 1 90,-48 14 0,-2-7-1596,-18 4 1506,19-9-90,-2 0-90,1 1 90,-1-2 0,2 1 90,-13 2-90,12-5 180,-25 6-90,20-7 179,-9 1 1326,2-4-11516,0-3 9163,10 4 0,10-5 0,17 3 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37.1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3373 0 6453,'-38'7'1889,"6"2"-1529,6 2 90,3 2 0,2 3-1,-1-1-89,3 3-90,-1-2 0,0 1-180,-1 3 90,-2 1-1,1 3-89,1 2 0,6-4-90,0-2 90,7-4 90,-2-1-90,0 8 90,1-6-90,0 12 90,1-12 0,2 13 0,0-6 0,-1 8-90,7-1 179,-9-6-179,8-2 180,-10-6-270,4-1 270,-4 1-360,3 0 90,0-1 0,-1 1 0,0-2 0,2 2 0,-2-1 90,2 2-90,-3-2 0,0 2 0,0-2 90,1 2-90,0-1 90,-5 8 0,-5-7-90,4 7 90,-2-9 0,9 2-90,-3-2 90,1 0 90,-10 13-90,4-3 0,-6 11-90,6-8 0,2 0 89,4-6-89,0-2 0,15-5 90,-16 1-90,13 0 0,-16 0 90,6-1 0,-4 6 0,-1 0 0,-2 6 90,-1-1 0,-2 1 0,0 0-180,-1 1 90,5-6 0,-2-2 0,8-5-90,-7 6 90,6-3 0,-6 10-90,6-11 0,-4 4 90,4-4-90,1-1 0,0 2 90,2 0-90,-2 1 90,4 0-90,-4 1 89,2-2-89,1 2 90,-2-1 0,4 2-90,-3-1 90,1 1 0,-3-1 0,3 1 0,-2-1 0,1 1 0,-1 1 90,-3 11-90,0-6 0,-1 7 90,3-9-180,-3 0 90,4 0 90,-4 0-90,6-1 179,-3 1-179,1-1-90,-3 1 180,-7 24-90,5-18 0,-7 17-90,8-24 90,-1 1 0,-1 0 0,0-1 90,-15 24-180,11-19 90,-12 19 0,15-25 0,-1 1-90,1-1 90,-4-1 90,-6 13-180,10-11 90,-10 9-90,12-11 0,-4 0 89,1 1-89,-1 0 0,1 0 90,-1 2-90,1-2 90,-1 1 0,-1 0-90,-2 2 90,2 0 0,4 1-90,-9 1 90,6 1 0,-11-1 180,1 1-270,0 0 270,-3 0-270,3-1-90,0 0 180,0 1 180,3 1-270,-2-1-3212,-9 17 3481,8-13-269,-7 13 106,13-13-106,-3-1 180,3 2-180,-2 1 90,1 1-90,-1 1 270,0-1-270,-1 2 270,1 0-360,-1 1 360,1 0-360,-1 1 360,1-1-90,-22 35-180,17-26-90,-15 25 180,20-36-90,0-1 0,0-1 90,0-1-2215,-8 17 2215,6-12 0,-10 15-120,11-19 120,-3 3 0,3-3-90,0 1 90,-4-1 0,-9 17-90,6-11 992,-7 10-992,12-16 90,-2-2-70,4 0 70,-3-1-90,4-1 0,-11 13 90,9-10 2566,-5 9-2566,9-13-90,1-1 0,-1 2 0,0-1 0,1 1 0,-10 14 0,6-11 54,-6 10-144,10-14 90,1-1 0,2 2 1871,1-4-1961,-5-2-360,3 7-809,1-12-603,8 12-1466,5-12 3328,11 0 0,-7-9 0,6-5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26.0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232 431 12750,'-47'0'809,"-3"-1"-629,10-5-90,1-1 0,12-4-90,9-2 0,8-6 0,10 2 0,8-4-90,6 2 90,12 0 0,-14-1 0,18 1 0,-16 1 0,12 2 0,-2 2 0,0 1 0,-2 1 0,0-1 0,-2 0 0,3-2 0,0 1 270,6-2-360,1-1 0,2 1 0,-1 1 90,2 0 90,-4 3-90,0 0 90,2 2 180,4 1-360,7 3-90,2 4 180,0 4 90,4 3-3392,-9 4 3392,1 0 90,-9 1-90,0 2 180,-7-1-91,-4 7-89,-9-2 0,-7 3 90,-5 0-90,-7-1 3392,-8 5-3302,-5-5-3482,-9 4 3482,-1-4 0,-9 1 0,-5-1 90,-1 0-181,-1-2 181,4-2-90,8-3 90,-3-1 3302,-1-3-3212,-4 0-180,-9-3-90,5-5-90,-3-1-180,-3-3-810,8 0-3057,-12 2 4047,11-2 0,15 3 0,9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27.6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276 429 6903,'-50'3'3958,"1"-2"-3329,-1-3-359,8-4 180,6-3-360,11-5-90,9-1 90,8-4 0,8 2-360,7-3 180,5 1 0,6-2 90,5 1 0,0 0 0,5 0 0,-2-1 0,3 2 0,-4 1 0,0 3 90,-2-3-90,2 3 0,0-2 0,-1 2 90,-2-1-90,3 2 0,-2-1 90,-1 1-90,5 1 0,-1 2 0,8 1 450,-4 10-360,3 4 180,-7 8 89,4 2-179,-6 1 0,1 1 0,-4 1-90,-3 1-180,-2-1 0,-7 2 90,-4 1 0,-11 1 90,-3 3-90,-13-1 90,6-2 0,-15 0-90,8-5 90,-10 1 0,5-1 0,-3-3 90,-4-1-90,-2-2 89,-1 0-89,0-3 360,2 2-720,-8-5-1709,5-3 91,6-7-1261,8-6 3149,14-4 0,4 7 0,3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28.6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419 315 7173,'-11'17'3148,"-3"-1"-2338,-2-2-1,-8 0-539,-6-5-90,1 2 270,-15-5-1,2-1-89,-12-3-180,3-4-90,7-4-90,11-4-90,15-6 90,9-2 0,13-4 0,7-3-90,2 5 90,7-7 0,-4 12 0,7-9-90,0 5 90,4-3 0,-3 1 0,-1 3 0,-1 0 0,9 3 0,-7-2-90,5 2 90,-6 0 0,6 3 0,7 3 0,7 2 0,1-1-90,5 0 0,-1 1 180,-1 0-90,-3 2 90,4 4 0,-11 3 90,8 6-90,-15 6 90,-2 0-90,-7 4 0,-8 0 0,-3 0 90,-5 4 90,-3-3-181,-6 1 271,1 2-90,-15-1-270,-5 2-3302,-19-2 3302,2-4 0,-3-1 90,-9-4-90,12-2-90,-14 1-989,-27 0-271,22-5-898,-37 2-2789,31-7 5037,3-3 0,27 1 0,8-1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29.9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687 17 11490,'0'21'1080,"-1"-2"-990,-12 3 90,2-4-90,-2 1 90,-4 1-91,1 0 91,-1 2-90,-5-1 0,3 2 180,-15 6-180,11-6 0,-17 12 90,19-16-90,-9 8-90,13-12 0,-3 2 90,20-15-180,14-12 90,10-6 0,9-9-90,-2 0 0,-7 5 90,8-7 0,-13 7 0,6 0 0,-18 1-90,14 0 90,-2-13 0,1 6 0,11-5 0,-13 5 0,1 6-90,1-1 90,0 3 0,7 7 0,1 8 0,7 6 0,1 6 0,4 3 90,3 0-90,-1 3 0,1 1 0,-7-3 90,-5 3-90,-5-4 90,-2 5 0,4-2 0,-3-1 90,1 1-90,-18 0 90,-3 5-1,-42 0-89,11-2-90,-37-1 90,27-8 0,-11 2 0,7-4-3212,-23 4 3302,11-3 0,-15 3-385,18-3 384,1-1-180,1 2 181,0-2 90,3 1 90,-20 3-180,16-3 180,-12 1-91,9-1 1,9-2 180,-10 1 952,8-2-3021,-8-1-159,-2-1 1778,-7-1 0,28 0 0,8-2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31.2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588 1 8252,'-15'4'5217,"-3"3"-5127,-4 18 0,-1-6 0,5-4 0,-1 1 0,0 0 0,0 1-90,-1-1-3302,0 1 3392,-1 0 0,0-1 0,-1 0 0,0-1 0,2 0 0,-1-1 269,-6 5-179,-1-1 0,0 3 3482,5-4-3842,8-2 0,17-15 90,8-5-180,30-23 181,-13 8-1,7-6 90,-17 10-90,-2 0 90,4 0-90,-4 0 90,11-8-90,-10 6 90,8-8 0,-6 9 0,2-5 0,-1 6 180,-3-1 0,2 4-180,3 12 0,2 1 0,7 14 89,4-4-89,-2 3 0,5 0 90,-6 1-90,2 1 0,-5-2 0,1-1 90,-3 0 0,-1 1 0,-6 2 90,-2-1 0,-15 3 0,-5-1 0,-14-1 180,-36 6-360,19-9 270,-26 6-91,12-9-1639,10 0 1730,-15-1-158,-1 2 68,-4 0 0,-15 3-90,6-3 90,3-1 90,10-2-90,-2-2-2519,8-2 2701,2-4 0,20 1 1,9-3-1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32.5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764 0 13469,'-45'7'540,"-3"5"-360,14 1-90,-2 4 90,5-3 180,-11 5-1,-8 5-269,3-2-441,-3 1 441,24-7 0,-10 0 116,12 0-116,-11-1 0,3-1-90,-2-1 180,1-1-180,-2 3 0,3-3-590,0 2 500,37-15 15,13-3-14,20-11-1,-1 1-3482,17-11 3572,-19 10-90,19-9-531,-26 12 531,-2 0 90,-3 0-90,0 1 90,3-2-90,-1-2 3174,6-3-3084,-5-1 929,0 2-929,-7-1 90,2 6 0,3 6-90,0 7 90,6 8-90,-8 5 90,7-4 0,-6 5 90,0-4-91,-1 5 91,-11 0-90,1 5-90,-13-3 90,-2 3 0,-6-4 0,0 2 0,-3-1-90,0 1 180,3-1-90,-4-2 90,-7 0-180,-10-4 180,-7-2 0,-6-1-90,3-1 0,-3-2-90,3 1 0,0-2 90,-11 0-1,3-2 1,-21 0 90,14-3 90,-13-1-180,13-1-8185,6-3 8095,23-3 0,11 3 0,19-2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40.5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0 6183,'-29'9'9830,"29"-1"-8326,3 0-874,24 2-181,-7 3-179,-5 4 0,-6 0-180,2 1 0,-4-1 0,1-1-90,2 0 0,3-1 90,6 0-90,-2-1 0,4 0 0,-2 0 90,2-1-90,0 0 0,-1 0 90,-1-1-90,4 1 0,1 0 0,2 1 0,-3 1 0,5 1 90,-5 0-90,7 2 0,-1 0 0,6 1 90,-2-1-90,-3 1 0,-6 0 0,-4-3 0,1 2 0,0-2 0,-1 0 0,-1-1 0,-1-1 0,3-1 0,-1 1 0,3-1 0,-3 1 0,1-2 0,-1 2 0,3-1 0,0 1 90,-1-1-90,-8 3 0,4-2-1619,-8 2-8212,4-2 9770,-31-3 0,15-4 0,-22-5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3:42.7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5182 1 13739,'-22'14'900,"1"0"-631,-7-2-179,4 3 90,-8-1-90,7 3 90,2-3 0,-2-1 0,2 2 0,-1-1 0,2 3 90,1-2-180,6 0 89,-3 2 1,3-1 0,-2 2 0,-1-3-90,1 3 0,0-3 0,0 1 270,0 1-180,0 1 0,-8 8-1,7-3-89,-3 5 0,4-6-180,2 1 90,-1 0 90,1 1-90,6-1 90,-5 0 0,2-1 0,-6-2 90,-1 1-90,2 0 0,-2 0-90,0 1 90,0 1 0,-3 0 0,0 2-90,2-1 90,0 0 0,8 1-90,-2-1 0,1 0 0,-3 1 90,-2 1-90,0 0 0,0 2 90,-1 0-90,5 0 90,-6 1-90,8-6 90,-14 11-90,10-10 90,-8 5-90,7-2 0,-1-5 0,3 1 89,1-2-89,4-5 0,-3-1 0,2 0 0,-2 1 0,3-1 0,0 1 90,-11 14-90,8-10 0,-6 10 0,8-13 0,1 0 270,-1 0-360,2 0 360,-2-1-180,-4 10-180,4-7 90,-5 8-90,7-10 90,-2 0 0,3 0 0,0 0 0,0 0 0,-2 1 0,3-1 0,-3 0 0,2 1 0,-1 0 0,2 1 0,-1-1 0,0 1 0,-2 1 0,1-1 0,-2 2 90,2-1-90,4 2 0,-3 1 0,-5-1 0,2 1 0,-6 0 90,5 1-90,1-1 0,-3 2 0,0-1 0,1 1 0,-1 2 0,-1-2 0,0 0 0,0-1 0,-1-1 0,1 0 0,2-1 0,-3 1 90,5 0-90,-4-1 0,2 0 0,0 0 0,-1 1 0,0 0 0,-2 1 0,1 0 0,0 0 0,0 0 0,0-1 270,0 1-360,0-1 270,0 1-90,-7 11-180,5-8 0,-8 8 90,9-10-90,-1-2 90,1 2 0,-1-1 0,-1 0 0,-6 11 0,4-7 0,-5 7 0,8-11 90,1 0-90,2-1 90,-2 2-90,2-2 90,-1 1-90,2-2 0,0 0 0,6-1 90,-7 1-90,3-1 0,-9 10 90,3-8-90,3 8 0,3-9 90,-1 0-90,-2 0 0,1-1 90,1-2-90,-1 2 0,0-1 0,-2 1-180,0 0 180,3-1 90,-3-1-90,3 0 90,-3 0-90,1 1 0,2-1 90,-2 0-90,2 1 269,-2 0-269,0-1-90,1 0 360,-2 0-270,2 0 180,-1 1-270,1 0 270,-1-1-270,2 1 270,-1 0-270,-1 0 270,0 1-360,-1 0 360,2-1-270,0 1 270,0-1-270,-1-1-180,-17 16 270,13-12 0,-11 11-90,18-16 90,0 0 0,0 0-90,2 1 90,-14 20 90,8-13-90,-13 14 0,14-18 0,-3 1 0,3-2 0,-2 1 90,-1-2-90,1 1 0,-2-1 0,1 0 0,0-1 0,-1-1 90,4 0-90,-3-1 0,5 0 0,-2-1 0,1-1 90,1 1-90,-1-1 0,0 2 0,2-2 0,-2 2 0,-2 5 90,-2 3-90,2-1 0,0-1 0,3 0 0,1-6 0,-6 10 90,4-6 0,-5 5 0,5-2 180,0-3 0,-1 11-180,-1-8-1,-2 10 1,0-10-359,2 2 448,1 3-89,2-2 90,3 1-90,0-2-270,0 0 90,3-1 0,-3 1 90,1 0-89,-2 1 89,0 2 0,0 1 0,0-1-90,0-1 90,2-3-360,0-3-450,2-1-1259,-1-2 360,1 1 720,-3 0 179,-1 0 271,-2-1 89,-7-4 90,5 2 720,-5-4 4857,9 4-4767,-16-12-360,-1-3-180,-15-10 90,-5-4 0,0 0 0,5 0 0,0-1 0,4 1 0,-2-2-90,0-2 90,-10-6 0,16 5 0,-13-7-90,13 6 90,-12-8 0,4 2 0,-3-1 0,7 4 0,3 1 0,-1 2 0,1 2 90,-2 4-90,-6-2 0,-2 4 0,-9-1 0,2 2-90,-2 0 90,4 1-90,5-1 0,7-1 90,2-2-90,7-2 0,-1-1 0,11-2 0,-1 2-450,7-1-9291,-3 2 9770,26 8 0,-12 0 1,21 8-1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39:16.1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307 1 5914,'-36'74'269,"2"-2"-448,-7-3-1676,0-4 1855,-8-2 0,-2-3 0,-3-2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0:00.7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8830 4 7713,'-46'-3'1799,"-2"2"-1620,0 1-179,5 5 0,0 3 90,10 2-90,0 2 90,1 1 0,0 0 0,-1 2 0,1-2-90,0 0 90,3 0 0,-4 1 0,3 1-90,-2 1 90,2 1 0,0 0-90,0 0 90,0 1-90,1 0 90,1 0-90,6 0 0,2 0 90,3 1-90,-4 2 0,-1 0 90,0 1-90,-3-2 90,0 1 0,1-1 0,3 0 0,1-1-1,5-1 1,-9 0-90,12 0 0,-9 0 90,7 0-90,-5-3 90,-2 1-90,1 0 0,-2 1 0,2 5 0,4-3 90,-1 3-90,1-5 0,-2 3 0,-1-1 0,2 3 90,0 1-90,-1 0 0,0 2 0,1-6 0,2 6 90,-1-3-90,1 5 0,-2 0 0,0 0 0,1 0 0,-3-2 90,1-1-90,1 1 0,-4 8 0,5-5 0,-5 0 0,3-2 90,-12 8-90,8-3 0,-11 7 90,13-12-90,-2 0 0,3-7 0,0 5 0,4-2 0,-5 12-90,11-2 90,-11 3 0,14-6 0,-6-2 0,-1-6 0,4 3 0,-6-6 0,6 5 0,-1-1 0,0 1 0,-3 0 90,5 1-90,-5 1 0,-4-2 0,4-1 90,-9-3-90,12-1 0,-2-1 90,-1 1-90,1 0 0,1 1 0,-4-3 0,6 4 0,-10 2 0,2 3 0,-1 4 0,0 4 0,3-6 0,2 1 0,5-9 0,0-1 0,-1 0 0,0-1 0,-2 1 0,-3 6 0,0-3 90,-2 4-180,3-7 180,1 1-90,2-1 0,-2 0 0,1 0 0,-9 7-90,5-5 90,-6 6-90,8-8 180,-3 0-180,5 1 180,-5-2-90,3 1 0,1-2 0,-2 0 90,2 0-90,0-1 0,-4 7 0,4-6 0,-12 18 0,8-10 0,-5 10 0,5-6 0,4-6 0,-1 5 90,1-6 0,1 7-90,0-6 0,-1 7 90,3-11-90,-2 5 90,4-4-180,-1-1 180,0 2-90,0 0 90,-2-1-90,1 1 0,0 1 0,-1-2 90,1 0-90,0 0 90,1-1-90,-2 1 0,1 0 0,-1 0 89,-1 0-89,0 0 0,-4 10 90,4-7-90,-2 8 0,3-11 0,0 2 0,2-1 0,0 1 0,0 0 0,1-1 0,0 1 0,0-1 90,3-1-180,1 0 90,0-1 90,-1 8-90,-1 2 0,-2-1 0,2 8 0,-1-13 0,2 5 0,0-8 0,-1 1 0,-2 7 0,0-6 90,-2 6-90,3-8 0,-2 0 0,2-1 0,-2 2 90,1 0-90,-11 19 0,7-12 0,-9 14 0,8-16 0,0-3 90,-1 2-90,2-2 0,2-1 90,1-1-90,-2 0 0,0 0 90,0-1-90,0 0 90,-1-2-90,3 1 0,-2-1 90,3 1 0,-2 5-90,2-4 0,-1 5 0,1-8 0,-1 1 0,0 1 90,-3 1-90,2 1 0,-1 0 0,1 0 0,0 2 0,-2 0 0,0 0 0,0 0 0,-2 0 0,-4 0 90,-1 11-90,0-9 0,2 9 0,-1-12 0,2 0 0,3 0 90,-5-1-90,1 8 0,-2-8 0,-3 7 270,7-10-270,2 2-90,-2-2 90,3 2 0,-2-1 0,-11 17-90,7-12 180,-8 13-90,11-16 0,0 1 0,1 1 0,-1-1 449,-10 20-539,9-15 270,-9 15-270,11-19 0,1 0 90,-2 1-89,-1 1-1,-13 23 90,2-16 90,-4 18-90,6-21 0,9-1 0,-5 2 0,2-1 89,-15 11-89,8-9 270,-6 8-270,9-11 0,0 0 0,0-2 0,0 0 0,1-2 90,-6 10-90,5-8 0,-3 7 0,6-11 0,2 1 0,1-1 90,-2 1-90,3 1 0,-9 9 0,8-6 0,-10 8 0,11-9 0,-2-1 0,6 2 0,4 0-3302,-7 12 3302,6-7 0,-7 8 0,-3 2 0,6-10 90,-7 10-90,8-11 0,-4 0 0,-6 15 0,2-10 90,-4 11-90,4-13 90,0 0-90,-2 0 0,1 0 0,-2-2 90,-3 0-90,0-1 90,-2 1-90,4-2 90,0 1-90,0 1 0,-2-2 2749,-1 1-2659,-1-1-90,1 2 0,0-1 0,0 1-148,3 0 148,-4 1 0,2 0 0,1 0 0,0 3 0,5 2 0,-2 1 0,0 3 0,4-1 90,-2 1-90,4 0 0,3 1 0,-4 2 90,3 0-90,-2 2 90,-8 20-90,7-15-516,-8 15 516,10-19 0,1-1 90,2 3-90,-4 0 0,-4 2-2869,-3 1 2869,-2-1 90,-3-2 8,3-4-8,-5-2-90,3-3 269,0-2-334,2-1 65,-1-1-1758,0 0 1758,-2 0 0,3-2 1179,-5 2-1179,3-1 270,-7-1-270,1 0 0,0 0 242,-2 0-242,2 1 0,-1-1 2631,2 1-2541,0-1-90,0-1 0,1 0 90,1-1-90,1 2 90,-1-1-90,3 2 0,0-2 0,1 2 90,1 0-90,-2 0 90,3 3-90,-3 0 90,-2 0-90,0-1 90,-11 12-90,12-13 90,-3 9-90,11-16 0,2 0 0,1 0 1447,-2 1-1357,-11 29-592,8-21 502,-9 24 90,13-28 0,0 2 0,-2-1-90,1-1 90,0-2 0,1-1-90,0-1 0,0 1 90,-1 0-90,-3 0 0,-1 1 90,-1 1 206,-4 0-296,-15 19 0,7-11-1862,-14 15 1862,13-17 90,-2 1 38,1-2-38,2-1-90,-1-2-2467,-5 14 2557,5-11-90,-6 11 0,8-14 90,-17 18-90,11-12 1463,-11 13-1373,-6 8-90,22-23 0,-15 18 0,29-28-329,1 0 419,5 0 2984,-3 1-3074,4-2 0,1-1 0,-1-1 0,4-1 0,0 0 0,3 0 0,1 1 960,-1 1-960,3 1 0,-12 29 0,7-17-343,-9 23 343,3-25 0,-2-2 0,-2 0 0,0-2-3278,-12 15 3278,5-10 0,-11 12-338,5-14 428,-2 0-90,-1-1 90,3-2 0,-5-2-90,7-2 0,-4-1 90,3-1-90,3 2 0,-2-2-128,1 2 128,-2-1 0,1-1 90,0 0-90,-1-1 0,2 0 0,-1 0 90,1 1-90,2-2 0,1-1 213,1-2-123,5-2 3064,1-4-3154,1 1-28,5-2-3210,-8 1 1197,36-11 692,-2-5-1620,24-10-898,-2-4 3867,-12-3 0,-8 7 0,-6-1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0:07.0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490 548 6723,'-42'-11'8905,"1"1"-8725,31 11 0,4 4 90,30 12-180,-5 2 90,2 4-90,7 4-1,-1 1 1,6 2 0,-2 0-3392,2 2 3392,16 14-90,-8-13-333,13 11 333,-17-17 0,2 0 0,-3-3 0,1-1 0,-1-1 0,0-2 0,0 0 90,-3-3-180,1-2 90,-8-1-90,1-2 0,1 1 270,-2-2 2957,-28-10-3137,-2-3 498,-32-14-588,4-1 90,-6-4-596,-7-6 596,-3-3 0,-6-5-90,0-2-841,-2-4 931,-2 0-90,1-2 90,1-1 0,0 1 0,2 1 0,-22-17 0,23 16 0,-21-10 0,29 20 0,-6 3-85,12 2 85,-1 4 0,10 2-2978,0 3 2978,2 2 0,5 2 214,3-2-394,3 3 649,12-3-559,18 7 156,20 5-66,27 8 0,-7 3 1662,12 4-1752,-18-1 90,-3 3 0,5-1-366,-4 3 366,8-1 0,-3 1-2697,0-1 2697,-3-1 0,-3-1-81,-3-1 171,-4 0-90,-3-2 911,4 1-1181,-2-1 560,-6-13-200,-16-6 3251,-19-11-3431,0-1 90,-4 4 0,8-1 242,0 0-242,-3-1 0,2-1-90,1-2 90,0 0 0,2 1 0,3 1 0,-1 1 0,4 3 0,2-5-90,6 3 90,7-4 0,7 5-90,6 2 90,5 3 0,-5 1 0,13 7 180,-6 1 0,15 9 180,-1 4-270,1 6 90,-10-1-90,-5 0 0,-12-2 89,-2 0 1,0 2-369,-2 0 369,4 2-1,-2 1 1,0 0 0,-2 0 0,0 0 0,0 1 360,24 15-360,-19-9-1,24 9 1,-33-14 370,1 0-460,-4-1 90,0 1-90,3-1 0,1-1 0,-1 0 0,-2-2-90,-1 4-90,9-3-450,-2 3-450,8-3-1708,-4-3-3149,8-1 5847,3-2 0,-13-4 0,-5-2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0:45.2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1129 1 6813,'-14'1'4138,"-4"2"-4048,0 16-90,-4-3 90,-2 0-90,1-2 90,-2-1 0,0 3-1,1-3-89,0 2 180,3-2-90,-5 1 90,-4 0-180,-2 0 90,3-2-90,2 1 90,9 1-90,-2 1 0,3 2 90,-2 1 0,0 0-90,0 2 90,1-2-90,-1 1 90,1-3 0,-1-1 0,2-1-90,-4 2 90,3 1 0,-4 2-90,4-2 90,2-1-90,4 0 0,-3 1 90,2 0 0,-2 0-90,-1 1 90,2-2-1,-2 0-89,2 0 90,-2-1 0,-1 1 0,-2 0-90,0 1 90,3-1-90,-5 1 90,2 0-90,-3 0 90,2 0 0,0 0 0,-1-1 90,-1 0-180,4-1 90,-3-2-90,5 1-180,-4-1 90,7 6-180,1 0-1079,10 4 360,4 1-1350,3-4-719,-3 1 3058,-4-3 0,0-8 0,-2-1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5.4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238 1 6183,'-24'17'1350,"0"0"-901,2-2-89,3 1 90,2-3-180,-6 5-180,2-1-270,-2 4-450,7 0-719,5 1 270,0 3 1079,-2-4 0,6-7 0,0-7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5.5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139 1 7443,'-30'17'3058,"2"-2"-1889,-5 0-6925,9-3 5756,9 4 0,6-9 0,14-1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40.0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258 1 6723,'-29'19'2249,"0"0"-1709,3-2 179,-9 5-449,10-5 0,-5 4-360,14-8-450,-1 7-1079,1 12 450,3-7-270,2 7 1439,5-15 0,4-7 0,0-3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40.1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267 1 7803,'-31'28'2878,"0"-1"-1799,1-2-539,3-1 180,1-4-451,3-1 181,1-2-450,2-1-899,-2 2-3239,5-3 4138,6 6 0,5-13 0,7 1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4.9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350 0 6363,'-20'21'2249,"1"0"-1799,7 4 0,-4-7-91,2 4 361,-2-7-270,-10 3-180,5 1-91,-5 3 91,2-1-270,9 2-539,-1 0-451,4 2 1,-3 1 539,-3 3-270,4-6-359,-5 0 0,8-4 1079,-7 1 0,10-9 0,-1-1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5.0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331 0 0,'-19'16'285,"-1"-1"3261,3-1-2916,-4 3 1361,-2 1-1631,1 4 726,-6-3-906,8 1 2963,-4-1-3413,6 1-360,-1 2-89,3 1-451,-3 2-1348,0 1 2518,-3 0 0,9-11 0,2-3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5.2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258 0 6183,'-25'26'1799,"0"-3"-359,-4-3-631,2-2-179,-6 4-270,12-3-181,0-3-448,11 0-271,-2 2-180,8 0-89,-2 4-361,3 1-808,-6 3 1978,-5 3 0,5-13 0,0-2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8.9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539 1 6363,'-27'17'2069,"2"0"-1619,6-2 539,-2-1-89,0 3-360,-2 2-1,2 3 1,1 3-270,4-4-90,1 1 0,4-4-90,1 0-90,0 4 0,-1 1 89,-7 4-358,3-5-1,-2 2-180,4-7 0,-2 1 90,-2 1-359,-2 2-91,0 2 1,-2 1-630,-1 3-270,-4 2 1709,-2 2 0,0-1 0,-3 2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9.2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342 1 6453,'-19'16'3958,"4"0"-2969,-1 2-359,5-1-90,2 1-90,0 2-360,7 2 179,-9-3-179,2 6-90,-4-9 90,-2 4-90,3-6-270,-5 6 91,3 4-3483,-3-2 3572,4 1-360,1-8 270,2 2-450,-2 1 271,4 0-361,-2 2 270,-1 0-269,1 2-1260,-7 11 630,5-6 1349,-8 7 0,12-20 0,-1-3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0:38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589 1 24575,'0'9'0,"-4"0"0,-1 1 0,-5-1 0,1 0 0,-1 1 0,-6 6 0,4 1 0,-11 2 0,10-2 0,-23 14 0,14-10 0,-29 30 0,23-23 0,-10 10 0,-23 4 0,32-13 0,-24 6 0,36-17 0,6-9 0,-5-2 0,11 1 0,-4-7 0,8 7 0,-14-1 0,8 2 0,-9-2 0,7 1 0,-1-3 0,1 1 0,-7 9 0,4-13 0,0 9 0,8-11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0:39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0 24575,'-5'5'0,"4"4"0,-7-4 0,3 4 0,-5 0 0,0 7 0,0-5 0,-7 7 0,4-2 0,-5 3 0,1 6 0,-3-1 0,-7 10 0,-4 15 0,0 0 0,-2 9 0,2-12 0,7 0 0,-2-10 0,6-2 0,1-10 0,-5 1 0,16-11 0,-3-3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18.4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0 228 10501,'42'-7'2069,"-4"-2"-1979,-15-5 0,0 2 0,10-3-90,-6 3 270,5 0-181,-7 1-89,-1-2-89,-2 1 358,-1-2-1348,-4 0 0,0 1 179,-1-4-539,2 3-1529,3-1 2968,5 3 0,-12 5 0,-2 2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0.3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0 201 6363,'14'-20'2249,"2"0"-1709,1 1-270,4 1-90,5 3-1,-7-2-448,11 1-361,-11-2-1259,3 0 1889,-5-1 0,-8 9 0,-3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18.9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0 401 6543,'15'-20'3238,"1"-1"-2608,-4-2-270,-3-2-90,1 2 0,-3-2 179,2 5-269,2-3 0,0 5-180,4-2 90,9-1-270,-3 4 90,10-4 90,-10 6-90,5 0 90,1 1-450,1 1-719,3-2-1979,-6 0 3148,0-3 0,-16 9 0,1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19.3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0 482 6363,'14'-21'2429,"3"-1"-1979,0 3-90,4-1 179,-4 5 181,-2-3-360,1-1-181,5 2 1,-4-3-90,8 1 0,-3 0-90,2-2 90,5 1-90,-2-1 0,4 0 90,-3 3-180,-1 0 90,-2 2-90,-6-1-809,-1 0-271,-4-4-269,-1 1-899,-8-2 2338,-7 2 0,-1 8 0,-2 3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19.7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0 523 6273,'11'-17'2609,"2"-2"-1979,2 2-1,4-2 1,0 1-90,2 1-91,-2 1-89,2 1-180,-3 0 180,0-2-360,5 1 180,-2-2-180,7 0-180,-4 3 0,4-3 90,-3 1-90,6-2-180,-1-2-90,1-1-179,1 1-1,-5-4-89,1 5-1,-6-2-90,-3 2-89,-7 1-180,-7-2 1079,-4 1 0,-2 8 0,-1 3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0.1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1 913 6453,'12'-19'2789,"2"-2"-2340,2 2 91,5-1-180,0 2-90,7-1-90,2-2 0,4-1-3572,3-2 3482,-9 3-90,7-1 89,-7 4-178,2-1-181,1 1-90,-8 0-90,0 0 3213,-1-1-3303,0 0-90,0-1 1,2-2 89,0 0 180,2-2 90,-2 0 90,-1 1 270,-1 1 0,-2 1 270,-1 2 180,-2-3 89,-1 1 1,-2 0-90,1 0-1,-1 2-89,5-1 0,1-2-360,8 0 90,-2 1-180,8-3 0,-7 5-270,2-3-90,-7 4-719,-4-1-1260,-2 1 2339,-11-7 0,0 13 0,-8-2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0.5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9871,'57'2'1170,"-4"1"-1080,6 3 0,-2 1 0,4-3-1,-2 1 1,5-2 90,1-1-90,8 0 810,-2-2-1,-9 6-1079,-51-2 180,-2 10 0,-35 0-3302,16 8 3302,4 1 0,2 0 0,2 3 0,6-3 90,4-1-90,7-3 90,3 3 3302,4-6-3212,-1 4-90,6-5 90,-3 0-90,12 1 90,-9-1-90,16 0 90,-5 2-90,3 0 0,-1 1 89,-5 2 1,-1 0-90,2 1 90,-3-1-90,1-1 0,-4 1 0,-1-4 90,-5 1-90,-3-2 90,1 0-90,-1 0 0,6 2 90,0 1-90,6 3-1,1 2 1,2 0 0,0 2 0,1 2-90,-9-6 90,4 3 90,-6-2 0,5 3 0,-4 2 90,2 0 0,-3 0-1,-2 0 1,2-1 0,-5-1 0,-4-3-90,1 0-5127,1-5-3598,-25-2 8545,-6-5 0,-8-5 0,0-2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1.8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389 321 6004,'-29'-12'989,"-2"0"-1169,-1 0 90,-6-1 0,5 1 180,-6-1 90,4 2 90,1-1 360,1-1-91,7-2 361,-5 2 4677,7-1-5488,21 14 1,7 3 0,30 13 0,-9-1 0,14 3 0,-7 1-90,3 0 90,4 2-90,-9-3 0,6-1 720,-7-3-990,-25-11 180,-28-17 0,-13-2 0,-6-20 0,15 17 0,9-8 0,-4 7 90,2-2-90,1 1 90,0 0-90,2 2 90,0-5-90,2 2-269,2-5 269,38 18 270,-1 4-1,40 17-269,-13 2 90,-6 0 0,-5-1 0,-12-1 0,13 5 90,-2 0-90,6 2 0,-7-3 540,-6-2-720,-26-14 90,-4-3 0,-23-13 90,2-3-90,-3-8 90,6 3-90,1-4 270,19 6-90,6 4-629,15 2 898,9 12-359,10 5 90,0 10 0,10 1 90,-6 1-90,7 1 90,-4 2-90,6 0-90,-10-1 90,3 0-180,-10-2-9741,-8 1 9815,-36-11 0,10 3 0,-29-12 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2.5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85 75 8072,'-6'-17'5397,"-9"11"-5487,-7 10 90,-1 12-90,13 5 90,7 1-90,-3 0 90,8 1 0,-2 0 0,5 1 0,7-1-89,1-2 89,3-2 0,3-1 89,6-4-89,5-9 90,-4-10-90,-5-9 0,-10-8 0,-5 0-90,-2-5 1,-2-2-91,-7-3 0,1-2 90,-7 1-90,2 3 0,0 3-180,-1 3 360,20 17 0,4 8 0,16 12-3302,21 17 3392,-20-12 0,18 10-90,-22-14 90,1 0 0,4 3 0,2 0 90,3 0-1979,0-2 3932,-21-16-3123,-12-4-89,-26-17-540,-8-4 1619,-4-1 0,14 11 0,4 4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2.9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23 247 6903,'-14'-17'2699,"6"-2"-1980,12 1 271,9-1-1,8 3-719,9 2-90,5 12 0,6 4 0,2 11-1,1 1-89,-2 3 0,2-1 0,-5 2 540,1-6-540,-19-12-90,6-10-180,-20-18-180,7-3-359,-6-3-271,-1 4-809,-2 4 180,2 3-540,7 4 2159,2 2 0,-2 8 0,-4 3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3.4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36 7713,'5'10'4137,"2"-2"-4137,10 31 90,3-11-90,2-1 0,-1-3 90,3-6 180,-5-3-270,-16-17 0,-5-4 0,-20-19 0,0-1 0,5 2 0,-6-4-90,12 6 90,0-4 0,16 4 0,20 5 90,13 10 0,12 9 180,19 12-180,-20-1-242,9 7 331,-20-6 1,-1 1-90,15 0 90,-12 3 270,47 16-270,-45-11 180,31 13-180,-41-19-91,3 1 1,-7-1 180,0 0-180,-10 5 180,5-4 0,-13 11-90,-8-4 62,-11 0-152,-18-1 90,-24 0-180,10-5-256,-24 4 256,17-8 0,-4-3-90,-1-1 90,0-1-90,0-4-270,0 0 90,-16-5-449,-4-1-361,-8-7 541,13-7-811,24-2 631,24-15-91,18 7 1,14-10-91,4 7-13,10-2-436,4 0 1349,4 1 0,-14 12 0,-6 4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3.7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 8522,'25'-7'3598,"4"4"-2968,14 13-91,9 2 1,-4 3 0,14 0-360,-5 4-180,7-2-3212,-11-2 3302,-3 1 89,0-3-179,-7 4-7106,6-4 7106,-50-9 0,11-1 0,-33-8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3.9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20 10141,'3'-11'0,"0"3"0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4.4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62 6903,'56'18'2878,"21"6"-2518,-35-6-90,16 4 360,-12-3-181,-11-5-269,21 11 180,-24-11-90,17 8-90,-16-6 0,4 1 719,-1-3-719,-30-12-90,1-8 0,-29-12-360,1-7 90,-1-3 360,-1-5-180,13-2 90,7 0-90,17 5-270,8 3 180,12 7 0,2 5 270,10 3 180,15 10-180,3 6 90,-2 4 180,11 9-181,-29-3-220,17 5 221,-20-4 0,2-1 0,-2 0-91,0-2 91,-3 0-180,-2-1 180,0 1-450,7 0-2518,-1-2 2698,10 0 0,-25-5 0,-4-2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7.4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170 0 6273,'-6'21'2069,"-1"0"-1439,1-1 0,2 1-91,0 2 91,1 2-180,-3 2 89,0 2-179,-3-2 0,3 1-90,0-2-90,-1-1 89,-2 0 91,4 0-90,-5-1-270,7-1 90,-4 0-90,-2-2 0,1 1-450,-4-4-1529,0 1 1979,0-2 0,5-9 0,2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7.8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372 1 6543,'-21'17'2789,"-1"0"-1980,5-1-179,0 1-1,0 2-89,1 1-90,1 2-90,-6 0 0,6 1-91,-1-1-89,3 3 270,9 0-90,-3 2-360,1 1-3212,-1-6 3212,-7-1 180,4-5-270,-4 0 180,3-1-180,-4 6 0,4-4 0,-7 7 3392,6-4-4561,0 0-990,1 1-1079,4-3 3328,-4 3 0,6-10 0,-2-1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8.1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235 1 6723,'-27'23'3148,"1"-1"-2698,4 0 0,4-2-90,3 1-4252,5-2 4162,2-1 859,2 1-949,1-1 90,-1 1-180,2 1 0,-2 1 0,1 1 3392,-2 1-3392,0 2-180,-2 1 0,-2 2-270,1-5 180,-1 7-989,0 5 719,6-6-90,0 4 1,4-15-1,4 1 90,-3 0-180,1 0-1348,2 8 1978,-4-6 0,2-2 0,-2-11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8.3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129 1 6723,'-15'23'3328,"-2"-1"-2608,2-1-91,1-1-89,3-1-270,-1 0 0,3-1-180,0 0 270,4 1-180,4-1-270,5 0-630,-2 1 540,5 1-809,2-1-540,-5 4 809,-2 2-629,-9-3-270,-5 2 1619,-2-5 0,6-9 0,1-2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38.7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635 0 6543,'-18'18'3059,"-6"2"-2340,9 5-359,-10 1-90,12-5 449,-3-1-269,-2 0-180,-1 0 0,-8 6-360,6 0 0,-4 0 90,5 1 0,0-1-90,3-4 90,2-2-3122,3-5 3032,0 1 360,-3 0-360,0-1 270,-2 2-360,1-2 180,-5 10-180,-1-6 0,2 6-90,0-8 0,5-1-90,-1 3 3303,2-2-3393,-1 3 0,1-3 0,1 1-449,-5 7 449,8-6-179,-6 5-1170,6-7 1799,-5 7 0,8-13 0,-1 4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13.8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10591,'42'2'90,"-9"3"0,0 6-90,-9 4 90,6-2-90,-4 3 90,2 2 0,-5 3 0,1 3-90,-1 1 0,-3-1 0,-1-2 0,0-4 90,-3 0-90,3-4 0,1 3 0,0-2 90,2 0-90,4-1 0,2 0 89,5 0-89,6 0 90,3-1-90,6-1 0,28 0 90,-15-3-180,22-1 90,-27-2 90,-3-1 3059,-1 0-3059,-33 5-180,1 4 90,-33 5-90,4 0 90,-3 0 0,0-1-180,0 2 90,6 1 0,1 3 0,4 0 90,13 2 0,-9 0 0,10-1-90,-9 0 90,4-1 0,5 0 0,2 1 0,4-2 0,3 1 0,1-3-90,3 0 180,4-1-90,3-1 0,-3-4 0,0 0 0,9 4 0,-10-7 0,11 7 90,-7-5-90,1 1-90,1 1 90,2 2 90,-9-2-90,6 4 90,0-1-90,3 2 90,-12 0-90,-1 0 180,-17 0 179,1-2 91,-10-2 0,-7 2-90,-15-2-180,-10 2-90,2-4 179,-2-2-179,2-1-180,2-1-1798,-3 2-1081,17 1-2967,9 6 5936,8 2 0,2-7 0,-3-4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3.4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410 0 12210,'-21'13'450,"-5"1"-6201,8 1 5751,-4 0 1409,1 0-1319,2 1 860,1 0-860,-3 1 0,-5 0 0,-4 2 3392,4 0-3482,-9 11-90,15-8-270,-3 6-360,10-10-359,4-1-270,-1 1-2249,-3 3 3598,-5 0 0,8-9 0,-1-1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3.7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345 0 7173,'-24'17'3238,"2"-1"-2698,4-1-91,2 1-89,3 1-90,-3 3 0,0 1-90,-2 0-180,2 0 90,2 0-90,1-1 0,1 1-90,0 1-180,0 2-180,1 2-269,-9 2 359,8 2-360,-8-6 1,10 4-451,-1-6-179,-2 5 1349,0-3 0,6-9 0,1-6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4.0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94 1 6723,'2'21'1529,"-1"3"-989,1-4-90,-3 2 179,-2-3 451,0-1-541,-2 3-89,-4-4 0,2 6-450,-4-5-180,2 1-809,3 0-720,2-2-360,0 5 540,-3-1 1529,-6-2 0,4-8 0,2-5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4.5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924 0 6993,'-11'18'3238,"-1"1"-2428,-2-1-271,0 3-89,-2-1-180,2 0-90,0 1-90,1 0 0,0 0 0,0 1-90,5 0-90,-3 1 0,5 2-180,-6 0-180,0 2-179,-6 0 449,0 0-270,-9-5 180,10-1-270,-3-6 271,11 1-361,-8 7 90,3-5 360,-8 5-3571,6-7 3571,-2 1-90,0-1 0,-1 1-2268,-8 8 2448,5-7 90,-4 6 0,8-9 0,1 0 2448,0-1-2178,-5 4 0,0 1 90,-1 2 3751,4 1-3751,3-3 180,5 1-1,0-1 91,3 1-90,-3 0-1,-1 0-179,-4 1-90,1-1-90,2 0-90,-7 0-90,4 0-360,-6 2-450,3-1-359,0 1 540,1 2-721,2-6-988,-1 8 2338,1-3 0,6-8 0,1-1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41:24.7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285 1 6273,'-17'18'3508,"-2"0"-2518,0 3-271,-4-2-449,3-2-90,-1 2-90,0-1-180,-1 4-90,3 0-269,-1 4-541,3-2 181,1 2 449,1 0-989,4-5-540,0 7 1889,4 1 0,3-11 0,1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16.3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1154 470 6723,'-1'6'4498,"-1"-1"-4408,-30 15-1,11-7 1,-14-2 0,14 1 0,-10-1 0,5-1 0,0 3 90,-4-3 0,2 1 0,-6-1-90,1 0 0,-1-1-90,2 2 180,0-3-180,-2 1 90,-1-1-90,1 0 90,-3 0-90,3 0 180,-3-1 89,-2-1-89,-17-3-180,5-3 90,-8-2-90,15-2 0,6-3 90,4-1-90,-1-2 0,3 0-90,2 0 90,4-2 0,3-2 0,5-3 0,2-1 0,7-3 0,0 1 0,8-2 90,-3 0-90,5 2 0,-1-1 0,0 1 0,6-1 0,-1 0-90,6 1 90,-3 1 0,5 0 0,-3 0 0,9 2 0,-6-1 0,7 2-90,-2 0 180,1-1-90,4 1-90,-2 0 90,2 3 0,0-1 0,3 0-90,0-4 180,-1 3-90,-2-1 0,-4 2 0,4-1 0,2 2-90,6 0 90,1 3 0,1 0 0,0 1 0,5 1 90,0 1-180,7 0 180,-3 2 90,4 3-90,4 2 0,-9 5-90,3 1 90,-11 3 0,3-1 0,-2 4 0,-2 1 0,-4-1-90,-5 2 90,-7-1 0,1 1 0,-4 3 90,1-1-91,-6 5 1,-5-3 180,-2 15-270,-14-10 90,3 5 0,-11-11-90,6-4-3212,-21 10 3212,13-7 0,-23 12-270,20-15-359,-13 6-631,7-8-3327,-7 5 4587,-1-7 0,19-2 0,2-4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18.1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835 500 8882,'-1'16'1529,"-8"1"-1349,3-1 90,-10-1-90,-2-2 90,-9 0-91,0 0 1,-7-2-90,4-2 90,-6 0 180,-4-1 180,-2 0-450,-10-4 179,6-3-89,-6-4-90,8-3 0,3-1 0,4-2-180,7-1 180,-5-3-180,4-1 90,-7 0 0,6 2 90,4-1-180,1-1 90,6-2 0,2-4-90,7 1 90,9-5 0,3 4 0,7-2 90,-3 3-180,4-2 0,-6-1 90,4 1-90,-4-2 90,4 4 0,1-2 0,6 4-90,0-1 90,11 6 0,-8-3 0,11 4 0,-10-3 0,6 2 0,4-2 0,-4 2 90,7-3-90,-5 2 90,3 0-90,-2 1 90,-1 1-90,0 0 90,6-1 0,-4 1-90,8 0 90,-4-1 90,6 2-90,0 1-90,12 5 90,-2 2 0,5 6 0,0 1 0,-7 3 0,-1 1 0,-5 2-90,-9 0 90,1 0 90,6 0-91,-4 2 91,2-1 0,-9 4 0,-6-1 90,-4 7 180,-4 3-180,-7 6-180,-5-7 89,-3 5 1,-5-7-90,2 5 0,-4-4 90,0-4-720,-2-2-2608,-1-1-1079,-4-1 4227,-4 0 0,9-8 0,-1-1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19.8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5793,'0'0'0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0.3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 11221,'26'-6'-990,"9"2"1,-9 7-1,-1-1 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1.9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232 122 6004,'9'20'539,"-2"-1"-359,2-2 90,1 0 2249,0-2-1440,-11-2 180,-18-2-989,-5-12-270,-3-5 90,16-10 0,10-3 360,6-1-540,14-16 90,-2 13 0,8-10 90,-3 19 0,1-1 449,4 2 1,2 1-360,5 2 0,1 1 90,8 4 0,0 4 89,-2 3 1,7 5-180,-6 3 0,2 2 0,-6 0 0,-3 2 90,-3 1-91,0 3 91,-6 0 0,-5 3-90,-7 1 0,-4 3 90,-9 3-180,-6 3 0,-4-8-90,-4 0 90,0-8 0,-2 2 0,-1-1-1,0 2 1,-2-2-90,1 0 90,-3-1 0,0-1 90,0 0 0,-2 2-180,-1-4 180,-3 3-180,-4-6 90,0-1 90,-4 0 0,-14 0 0,-5 0 179,-14-1-89,0-4 0,2-3-90,7-4-90,13-2-90,4-4 0,10-5 0,5-1 0,7-3 0,5 3-90,7-1 0,0-3-90,3-5-90,3-1-269,2-5-271,4 4-1079,1 5-1349,2 1 3238,5 4 0,-7 6 0,4 4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2.8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169 281 10231,'5'10'1619,"-4"1"-899,-27 1-1,-6-2-89,-4-1-360,-10-6-180,26-8 0,5-6-180,30-9 180,2 3-180,4-1 0,-1 4 0,0-1 0,5 0 90,2-1-90,3-1 90,3-1 90,4 1-90,-1-1 270,6 1-270,-5 0 36,5 2-126,-1 0-3045,0 1 3135,4 2-2306,-5 2 2306,3 1 0,-6 0 0,17 1 90,-3 1 194,8 6 76,7 12-180,-28 0-90,9 11 90,-24-3 2268,-2 2-2268,-5 3 3392,-4 1-3392,-5 2 0,-2 1-1,-4-1-89,-3 2 90,-4-2 0,-5 0-90,-2 0 90,-8-1-90,0-1 90,-5 0 90,-16 8-90,9-8-1520,-14 6 1520,10-11 0,2-2-268,-1 0 268,2-4 359,4-1-89,-7-1 270,4-2-720,-12-1 1276,10-14-1456,3-4-179,9-11-480,9 3-1769,-2-1 269,11 1 2339,12-3 0,-2 8 0,10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3.6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777 407 4657,'-72'3'3238,"3"0"-1734,-3 3-784,-4-2 0,-7-2-181,-1-4-359,11-5-261,16 0 351,15-3-2991,8-2 2811,9 0-90,-1-4 46,6 0-46,2 0 132,6-2-132,4 0 287,3-1-287,4-2 0,4 0 0,3 0 3235,4 1-3235,1 1 473,9-7-473,-2 8 0,8-5-90,-3 8 90,1 1 0,0 0 0,4 1 0,-4 1 0,4 2-89,8-1-1,2 3 180,15 2-1,-14 8 1,2 4-90,-15 4 90,-1 2-90,0 1 90,1 3 0,-2 2-90,-1 2 90,-5 1-90,-8 2 90,2 0 0,-6 0 0,4 0 180,-6-1-180,-1 0-90,-7-1 90,-1-2 0,-4-1 90,-4-2 0,-14 1 89,-24 2-179,-12-4-180,-17-5 180,10-12-360,15-3-89,9-4-91,16 0-180,4-1-179,7-3-91,1 0-179,9-3-990,2 0-629,11-2 2698,2 0 0,1 9 0,-2 1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4.9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656 807 9062,'-47'8'2698,"-2"-1"-2338,-12-8 0,6-1 0,-1-3-90,10-4-181,2-4 1,13 0-90,1-5 90,11 3-90,2-3 0,0-1 90,7-3-90,-1-2 0,3-3 0,2-1 0,2-2 0,3-1 0,2 0 90,1-2-90,2 0 0,5 0 0,3-1 0,2 0-3302,4 0 3302,1 1 0,8 0-150,0 2 150,6-1 0,-1 3-90,2 1-2129,0 4 2219,-1 1-1214,-4 4 1214,1 1 1483,3 0-1573,-2 3 107,16 4-17,-10 11 0,3 6 0,-4 8 0,-4 1 0,3 4 90,5 3-90,-3 2 1498,1 2-1498,-1 3 0,1 0 2435,-7 1-2435,-2-1 90,-7 1-90,-5-1 0,-12 1 0,0-1 90,-11-3-90,2 0 90,-5-3 0,-9-2 0,-6-1 90,-10-2-90,-6-2 89,0 0-2071,-8-2 1982,3-2 90,-31 1-211,17-4 31,-20 0 90,18-5-554,1-1 554,-2-1-90,2-2 90,2 0-90,0-2-407,-12 1-2292,10-4 3430,-8 4 0,37-3 0,10 3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6.3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 1 6004,'-4'28'629,"-2"0"-539,0-1 90,0 0 90,-1-1-180,2-1 180,0-1-270,1-1 180,2-2-180,0-2 179,3 0-268,0-1 268,2 1-269,0 0 270,-2 0-360,-2 0 1,7-2-1,-6 1-90,7-1-90,-6 2-180,0 1 91,-4 1 449,-1 2 0,1-11 0,-1-1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28.6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104 6795 6273,'-10'18'810,"2"-2"-810,5 3 90,4-2-90,2 1 90,2 2 0,-5 2 0,-2 2-90,-7-2 90,-5 1 0,0-4-90,2 3 0,1-1 0,3 0 0,1 0 0,1 0 0,1 0 269,3-1 1620,0-1-1619,21-12-270,1-4 180,20-18-90,-2-1 0,-6-1 0,-3 2 90,-7 3-90,0-1 450,23-15-361,-19 9-1142,21-13 1143,-24 15-578,2-2 578,1 0-90,-2 0 90,0-1-90,-3 1 0,0-1 89,-1 1 892,0-1-981,-1 1 180,2 1 380,-2-2-380,0 2-180,18-16 90,-14 12-180,13-11-90,-19 16 90,1 0-90,-1 2 180,0-1 0,14-14-90,-11 11 0,11-11 90,-17 15-90,1 0 0,-3 1 90,2 0 0,6-6-90,-5 4 90,11-9-90,-11 10 0,8-10 90,-7 10 0,14-17-90,-10 14 90,7-9-90,-10 13 0,-2 0 90,1 1 0,-2-2 0,7-4 0,-3-2 0,7-5-1,-3 1 1,-1 2 90,-2-2-180,-2 2 180,1 2-90,-1-4 0,0 4 0,-5-1 0,2 2-90,-4 5 90,7-7 0,-5 4-90,5-5 90,-5 6-90,5-7 90,-5 5-90,3-5 0,-4 7 0,5 2 90,-4-1 0,7-5-90,-7-1 90,6-9-90,-7 7 90,4 0-90,-7 6 0,3 1 0,-1 0 90,0-1-90,3 0 0,-1 1 90,3-2-90,-1 2 0,-2-2 0,0 1 0,2-1 89,6-8-89,-1 6 0,12-13 0,-11 14 0,6-6 270,-8 7-360,1 1 270,11-7-90,-7 7-180,10-6 270,-12 8-270,0 1 0,-4-1 90,2 2-90,-4-1 90,9-5 0,-6 5 90,8-11-90,-10 7 90,4-7-90,-7 1 90,1 3-90,-3 1 0,0 5 0,-1 0 0,-1 0 0,1 0 0,-1-1 0,2 0 0,0 0 0,-1-1 0,2 0 0,-1-1 0,1-1 0,2 3 90,-2-3-90,3 3 0,6-12 0,-1 9 0,1-8 0,-6 10 0,-2 0 90,0 0-90,2-1 0,-3 1 0,2-1 0,-5 0 0,2 0 0,-2 1 0,0-2 0,0 1 0,0-1 0,0 0 0,1-2 0,4-9 0,0 7 0,3-6 0,-3 10 0,-1 1 0,2-1 0,3 1 0,-1 1 0,-1 1 0,-2 1 0,-2 0 90,0 2-90,5-6 0,3-1 0,1-4 0,-2 1 0,-5-1 0,-4 5 0,-2-2 0,2 7 90,0-2-90,3 0 0,-2-1 0,2 0 0,-4-1 0,-1 1 0,2-2 0,-1 2 0,4 0 0,-3 2 0,5-7 90,-1 0-90,2-5 0,-2-1 90,-4 2-90,2 6 0,-6-5 90,4 5-90,-4-7 0,2 6 0,2-2 0,4 3 0,-2 2 0,5-2 0,-5 6 0,3 0 0,-4 0 0,5 1 0,-5-2 0,2 1 90,6-2-180,-5 1 180,4-1-90,-7 1 90,5-6-90,1 0 0,0-7 0,-3 6 0,-2 2 90,-1 5-90,0-7 90,8-8 0,-6-2-90,3 3 0,-3 3 89,4-5 1,1 4-90,2-7 0,-3 11 90,-2 2-90,1-2 0,1-1 90,-3 4-90,1 0 0,-4 5 0,3 0 90,-3 0-90,2 1 90,1-6-90,3-2 0,0 0 0,13-12 0,-14 17 90,13-15-90,-12 12 0,1-4 0,-1 4 90,-5 0-90,-2 6 0,-1-1 0,0-2 0,0-2 0,1-3 90,1 0-180,3-3 90,6-13 90,-4 7-180,4-10 180,-4 14-180,1 1 180,-2 0-180,21-32 90,-18 26 0,14-24 0,-18 35 0,-3 0 0,1 2 0,1-9 0,0 6 0,4-6 0,0 7 0,5 0-90,-1-1 90,4 0 0,0-3 0,3 0 0,4-3 0,0 2 0,2 0-3392,-2-1 3392,1 3 0,0-1-67,-1 2 67,-2 0 0,-1 1 0,-5 2 0,6 1 0,-8 0 0,5 2 90,-8 0-180,0 1 180,-1-1 3269,-1-1-3359,0 1 0,-2-1 90,3 2 10,-5-1-100,1 1 0,-4 0 0,2-1 0,-1 0 0,2-1 0,-1 0 0,-3 1 0,3-2 0,-4 0 0,5 1 0,-6 0 0,5-6 0,-3 6 0,2-10 90,-3 5-180,0-7 90,-2-2 0,-2 1 0,1-1-90,0 1 90,1 2 0,-9 7 0,13-2 0,-8 6-90,15-4 90,-4 1 0,0 0 0,-4 2 90,1 1-90,2-1 0,-3-1 0,1 0 0,-2-1 90,0-2-90,1-1 0,0 3 0,-2-1 90,1 5-90,-1-2 90,9 3 90,-12 0-90,8-6-90,-13-2 90,5-1-90,-1-4 0,3 4 90,-1-3-180,4 1 90,2 4-450,1 1-1349,0 5-809,0-3-2070,-1 5 4678,-1-4 0,-4 12 0,-4 1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0.6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281 1 0,'-64'0'7436,"2"0"-4544,1 0-2982,14 13 90,15 8-90,18 17 1243,13 6-1243,3 3 90,2 0 270,5 2-360,1 0 359,2-1-359,3-3 270,1 4-270,5-5 136,0 3-226,-4-6 360,9-1 2503,-2-4-2503,5-2-360,-2-3 90,-7-3 0,-3-2 0,2-6-90,-4-1 369,3-3-3247,-1-2 3209,-17-10-2400,-1-5-1221,-23-15 3470,-1 0 0,9 6 0,2 2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1.1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0 636 6453,'50'-10'1439,"-3"2"-1079,-14-1 180,3-1-270,-1-2 180,5 0-1105,5 1 1105,2-2-3514,24-7 3244,-16 4 0,15-4 600,-22 6-600,-5 1-226,-4 1 226,-8 0 209,1 1-299,-6 0-90,0-1 3297,-3 0-3297,4-2 571,-9 1-661,6-2 256,-12-1-166,3 0 90,-12-2-180,0 0 90,-2-1 0,-2-1 0,4 0-90,-6 0 180,-2-1-180,-4 1 180,-5 0-90,-11-13 0,7 11 0,-6-10 0,13 15 90,-4 1 270,10 2 90,-32 6-450,64 3 0,-21 11 90,47 4-90,-10 8 89,-14 3 1,4 2 0,-3-1 0,3 2-90,-3 1 90,11 8 0,-13-7-90,10 6 0,-17-12 0,4 1 90,-7-2-90,3-1 0,-9-1 90,7 12-180,-13-6-450,7 9-1348,-18-10-1620,3-2 3508,-17-5 0,10-5 0,-2-5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1.5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31 174 6813,'-17'14'1799,"4"3"-1529,14 5 0,11 3-90,10-1-90,8-1-90,6-4 180,-3-5-91,15-8 91,0-10-180,-2-5 90,-1-8-90,-16 2 90,2-3-3572,-4-2 3572,-2-1-90,-4-1 90,-3-1-90,-6 0 180,-4 0-90,-3 1 270,-3-1-180,-4 1 449,-2 3 3303,-6-1-3302,1 2-630,-4 1 0,8 16 0,1 11 90,11 11-180,0 4 180,5-3-180,-2 2 180,17 16-90,-5-9-309,12 11 309,-3-11-3290,-1-2 3290,7 1 0,-3-2 0,1 0 90,-1-2-90,-1-1-676,0-1 676,-2-2 90,0-1-59,-3-4 149,-2-2 2835,2 3-2655,-5-4-540,1 2-1529,-10-17 613,-11-3-523,-8-18-450,-6 4 2133,0-3 0,7 12 0,0 2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1.8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7803,'12'1'2608,"-4"2"-2338,33 17 0,-13-3-4262,3 3 4352,-1 1-180,4 3 790,0 0-790,2 2 0,-5 0 0,2 3-1,-5-3-89,2 2 90,-2-3-90,-3 1 0,1-2 0,-3-2 0,0-2 0,-1-1 0,-4-1-90,-1-1 3343,-4-2-3253,4 3-2840,-4-3 1041,-27-8 360,-7-10 1349,-32-17 0,26 7 0,3-1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2.1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86 281 6094,'-37'-20'2968,"8"0"-2249,12-3-359,14-4-180,8 4 90,11-2-90,2 6 90,5 0-180,3 0 0,1 2 0,1 0-1,2 4 1,-2 0-90,16 1 0,7 3 0,15 4 90,-10 6-180,-4 6 180,-17 3-1227,1 1 1227,-4 5-90,-1 1 0,-5 2 0,-3 2 90,-3-2-180,-4 2 180,-3-3 0,-5 7 0,-7-2 1047,-4 2-1047,-17-7-90,-13-6-270,-14-6 0,-11-9-179,12-3 89,2-5-180,15-1 1,2-1-91,4-2 0,3-1-539,19-3-90,-3-3 1259,9-2 0,-6 9 0,-3 4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2.7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1 147 6094,'18'22'1888,"4"-1"-1708,6-6 270,2-2 270,1-4-450,16-3-181,-5-4 181,4-6-90,1-7-180,-17-1 90,7-5 0,-5-6-90,-9 4 90,4-15-90,-16 13 360,-4-7 539,-16-3-719,-25 17-90,-10-6-90,-19 20 0,4 0 0,21 7 0,9 4-90,22 6 180,3 2-180,11 7 0,-2-8 90,10 6 90,1-3-180,5-5 180,4 4-90,9-6 90,-1-3 0,19-2-90,-9-9 90,17-12-90,-22-7 0,-1-4 0,-19 2 0,-5-2 90,-11-2 0,0-6 0,-15 7-900,0 4 720,26 13 90,-1 6 0,32 8 0,-9 2 360,9-4-180,-2-7 0,7-8-180,8 2-899,1 0-810,15 8-90,0 0 1799,0 0 0,-31 0 0,-11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3.3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254 1 10771,'0'0'1979,"11"0"-1799,47 14-90,-14 5-332,-12 15 332,-10 1 90,-3 1-4086,1 0 3996,-2-1 0,1 0 607,-5 0-517,4 13-180,-8-14 90,4 9 0,-6-16-90,2-3 226,-3-3-136,2 3 4602,-8-5-4782,-23-9 241,5-8-511,-26-23-269,8-4 179,1-5-449,-16-14 539,18 13-643,-8-12 644,11 9-91,0-1 90,-3-2 0,1 0 90,-3 1-179,-22-28 539,19 27 359,-29-9-359,90 35 0,9 11 0,43 0-90,8 0 90,-25 0-1150,30 0 1150,-20 0-90,17 0 90,-27 0 90,16 0 1349,-11 0-1016,-49 0-423,-35 0-90,-57 0-360,1 0-1619,13 0 1979,5 0 0,28 0 0,5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3.5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10771,'54'0'2698,"12"0"-2518,-6 0 0,13 0-4251,-13 0 4071,4 0-130,-8 0-6976,3 0 7106,-3 0 0,-22 0 0,-10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52:33.9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452 1 8342,'-68'0'2699,"3"0"-2340,-8 0 1,-2 0-90,-7 0-270,4 0-180,68 0-180,17 0 181,55 0 89,0 0 180,2 0-90,1 0 2338,0 0-2338,25 0-180,-21 0-359,21 0-541,-22 0-2518,-5 0 3598,3 0 0,-34 0 0,-1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35.28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28 24575,'0'-9'0,"0"-1"0,0 5 0,0 1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36.946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700 605 8522,'-48'2'7286,"1"-3"-6926,2-5-180,-1-2-90,4-2 0,0-1-90,-6-1 90,10 2-90,-3-1 89,12 2-89,0-1 90,2 0-90,-4 0 90,4 0-90,-1-1 90,-4-5-90,3-1 0,-3-6-90,10 0 90,9-1 0,10 1 0,5-1 180,7 2-90,2 1 0,5 1 0,2 2-90,0 2-90,1 1 0,0 0-90,2 0 90,1 0 90,3 0-90,-1 2 90,6 0-90,-1-1 180,5-1-90,0 0 0,5-1 0,0 0 0,-2 2 0,-4 0 0,-1 4 90,-2 1 0,15 4 0,-1 3 0,14 3 0,-7 4 0,4-1 0,3 2 0,-1 0-90,7 3 0,-4-1 90,-1 3-90,-3-1 0,-8 1 0,-4 0 270,-10 1 90,-6 1 89,-4 2-269,-10 1 0,-2 4 0,-11-2 90,-5 1-90,-3-3 0,-6 0 0,-1 0-1,-4-2-268,-1 2 89,-2-2 0,1 1 89,-4 0-89,-4-1 0,-5 1 90,-10 0-90,1 0 90,-6-1 90,9-3-90,-3-2-719,-5-4-451,-9-5-629,-10-2 630,-13-3-920,13 2 560,-8 1-3088,16 3 1829,-6 0-900,-3 3 3571,-1 0 0,28-1 1,10 0-1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37.937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576 587 8702,'-25'12'3058,"-6"-2"-2338,-14-2 269,1-1-359,-8-2-180,3-6-91,-1-5-179,3-9 0,9-8-180,4 2 180,4-4-270,8 6 0,0 0 90,3-3 0,-1 1 0,3 0 0,2 1 0,7-2 0,2 2 0,5-3-90,4-6 90,2 5 0,5-5 0,0 9 0,2 0 0,2 2 0,2 0 0,1 1 0,10-5-90,-2 3 90,8-3 0,-2 3 0,2 4-90,5-1 90,2 1 0,1 0-90,0 3 90,4 3 0,-1 3 0,6 2 90,2 3-90,4 1 0,1 1 0,0 1 0,4 1 0,0 4 90,5 3-458,-14 0 458,-6 2-1,-16-1-89,-4 2 90,-2 1 0,-3 3 90,0 11-180,-10-5 90,-3 9 0,-14-7 0,-4 0 180,-7 1-270,0-1 180,-8 0-180,-2 0 270,-8-1-1626,-4-2 1266,-5 1 180,-3-2-305,-6 1 215,0-1 270,-4-3-180,-1 1-2510,0-4 2510,-1-1 270,-22 1-468,20-5 198,-19 1 449,27-6-179,-16-1 0,3-3 583,-2-1-1753,14-5 713,23-4-893,16-5 1662,18-13-2112,12 5-826,11-10-2141,0 10 4407,3-2 0,-13 11 0,-2 2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38.631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1221 436 6903,'9'15'2788,"-16"1"-2338,-16-1 0,-13-1 0,0-3 269,-3-2-269,-3 2-90,1-2 90,-4 0-91,3-2-405,-5 0 586,2-2-271,-22-2 1,13-2-417,-15-1 327,19-3-90,-2-1 90,-1-2-90,-1-2 89,-3-1-89,7 0 0,-3-3-90,8 0 90,0-1-90,5-2-100,6-1 100,2-3 0,8-1 0,2-2 197,4-2-197,12-1-90,4-2 0,14-2 0,10 0 90,7 1-90,6 1 158,6 2-158,2 2 90,6 1-3253,1 3 3253,3 0-90,-2 2-1309,3 2 1399,-6 2-263,2 2 263,-4 2 0,-3 2 100,0-1-190,13 1 0,4-1 90,15 3 2494,-3 3-2494,24 8 0,-35 1-90,31 8 1750,-54-1-1660,13 2-2888,-21 2 2978,-3 0-271,2 12 271,-13-5 0,-4 7-1,-14-6 442,-7 0-441,-8 0 0,-6 1 0,-2-1 0,-11 0 3029,1-2-3119,-11-2 90,-1-1-143,-6-2 53,1-2-90,-7-2-90,1-2-450,-37 0 450,23-5-2384,-25-1 1844,29-6-89,1-1-516,1-4 156,2 1-180,3-3-270,5-1-729,6-1 2348,6-1 0,20 4 0,7 1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39.287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890 502 7892,'-14'20'3149,"-4"1"-2250,-12-1-719,-6 1 90,2-6-90,0-1 90,4-5-90,-2-1 89,-3-1 91,-3-1 0,-19-1-180,-8-4 90,-7-1-180,-7-7 0,25 0-1677,2-3 1677,16 1-90,4-3 0,1-2 0,3-2 0,3-2 0,5-2 0,2-2 0,4-4 0,9-3-90,5-4 0,16-3 90,-1-1-90,13-3 1767,-3 4-1767,9-2 90,4 3-1259,4 2 1259,3 2-90,3 4-388,1 1 388,0 5 90,-1 3 0,1 2-90,-4 4-173,-2 2 173,15 3 90,-2 4 0,2 4 782,-9 5-692,-11 3-90,-1 5 180,20 13-90,-13-3 0,10 13-90,-19-7 90,-2 2-90,-5 2 90,-5-1-90,-9 3-2590,-10 16 2680,-13-11-90,-12 13-284,-11-18 284,-9-2 0,-4-1 90,-8-3-90,-2-3 90,-29 4-90,20-11 90,-20 2-270,27-13-1188,1-4 1099,2-3-271,2-4-24,4-3-1235,-10-9 540,19-2 1950,-4-6-3210,23 2 2519,7 2 0,7 6 0,3 5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40.099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1045 160 6183,'4'18'990,"8"7"-540,-4-6-360,8 11 269,-9-12 91,2 11-90,-10-5 90,-7 5-3662,-6-7 3661,-9-2-179,0-5 270,-3-1-360,-5 0 269,-8 0-179,0-1 180,-7-1-270,3-1-210,0-1 299,-4-1-89,2-2 270,-1-1 0,-14-1 359,-1-2 3199,-14-2-3648,16-4-271,15-8 1,26-8 225,16-5-315,12-2 0,4 1 90,5-1-180,3-3 90,6-1-90,2-2 90,5 0-90,1-1 90,3 2 0,2 1-516,2 3 516,-1 1 0,3 4-90,-1 1 90,1 5 180,2-1-270,0 4 270,1 1-360,0 2 270,-2 3-90,19 2-90,3 6 180,14 8-574,-21 4 484,-11 7 180,-23 1 311,-4 4-401,-7 3 90,-6 3 0,-10 1 90,-14 15-90,-5-10-352,-12 11 352,0-15-1,-5-2 91,-5-1-90,-3-2 90,-4-3 270,-23 5-270,13-10-1604,-18 3 1604,21-10 0,0-4-477,-1-2 387,-2-3 90,-3-4-2449,2 0 2359,-3-3-90,2 1-62,0-3 62,2-2 0,3-1 0,3-1-90,3 0 269,2-1-874,6 1 515,4 0-360,5 0-1621,-1-2-1616,0 1 945,27-4-1756,15 2 4613,30 2 1,-12 4-1,-6 4 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40.874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872 531 11311,'-41'11'1259,"-1"1"-6560,12 0 5661,-8 1-90,-2 1 1094,-6 0-1005,-2 2-89,-3-2 0,0-1 0,0-3 0,2-1 899,-21 0 273,6-4-1262,-15-4 0,26-5-90,12-5 0,15-4 0,2-15-90,10 3 0,0-15 0,14 6 0,4-3 0,4-3 3257,10-2-3257,2 1 90,27-17 90,-7 17-270,24-11-377,-14 18 377,9 2 180,-1 2-3253,7 3 3253,-2 3-270,0 3-193,-1 3 283,-3 5 90,-2 2 0,-1 4-291,18 5 381,-18 4-180,12 5 570,-24 5-570,-3 5 2936,-7 5-2936,-4 4 90,-10 3 716,-7 3-716,-10 1 188,-10 4-98,-24 16 0,-4-10-840,-2-5 0,-3-2 840,-18 5 90,-22 12-799,19-21 799,-1-2-530,0-3 709,0-3-89,2-3 0,1-4 90,3-2-90,3-3 269,3-3-359,-5-2-450,-1-6-89,-7-7-91,15-3-270,8-6-179,16 1 1569,7-4-2109,4-3-1799,3-13 360,7 5 128,-1-7 2750,3 12 0,1 12 0,-1 3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41.693"/>
    </inkml:context>
    <inkml:brush xml:id="br0">
      <inkml:brushProperty name="width" value="0.06" units="cm"/>
      <inkml:brushProperty name="height" value="0.06" units="cm"/>
      <inkml:brushProperty name="color" value="#FF0066"/>
    </inkml:brush>
  </inkml:definitions>
  <inkml:trace contextRef="#ctx0" brushRef="#br0">762 522 7803,'26'12'4137,"-10"1"-3957,-23 7 0,-15-1 0,-10 2 0,-12-4 0,-10-2 90,-14-6-181,-8-5-753,11-6 754,4-3-3232,19-2 3232,-1-2-90,1-2-128,1-3 218,2-1-90,4-2 90,2-1-90,6-1 180,-5-12 404,14 7-584,-1-9 3414,16 8-3325,8 0 118,5-4-117,8 0-90,43-29 270,-13 20-494,-8 7 1,2 3 313,16-2-1060,4 2 1150,2 2-270,1 4 0,-2 1-2952,-3 4 3042,0 3-90,-5 3-63,2 3 243,-8 2-90,21 6 359,-22 2-1655,29 15 1386,-40 0 179,10 10 211,-26-2-300,-6 3-90,-7 3 2295,-11 2-2115,-3 2-90,-10 1 89,-6 0-26,-5 0 26,-6-1 1,-4-1 90,-3-2 90,-1-3-90,-1-3-91,0-3 91,11-3-90,-9-4-90,12-2 3283,-10-4-4182,-5-1-877,1-8 427,-1-8-270,13-5 0,10-7-1800,10 1-953,1 0 4192,-3-2 0,7 10 0,-1 2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58.725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243577.78125"/>
      <inkml:brushProperty name="anchorY" value="-111206.17188"/>
      <inkml:brushProperty name="scaleFactor" value="0.5"/>
    </inkml:brush>
  </inkml:definitions>
  <inkml:trace contextRef="#ctx0" brushRef="#br0">21 19 7083,'-21'-15'7825,"22"11"-7825,7 8 0,17 7 0,1 11 90,-4-7-90,1 5 0,-3-5 0,-1 2 0,2 2 90,-1-1-90,2 2 0,-1 1 0,-1 2 90,-1 0-90,-2 3 0,-1-1 90,-2 2-90,-1 1 90,1-1-90,-2 2 90,1-2 0,-4 0 0,2-1 0,-4-2-90,2 0 90,-2-2-90,0-2 0,0-1 90,0-1-90,0 6 90,3 1-90,0 5 0,2-4 90,3-1-90,-3-3 0,1-3 0,-3 0 540,0-4-540,-14-13 0,2-10-90,-11-11 0,3-5 90,0 2-90,0-2 0,-2-2 0,4-2-180,-5-14 180,4 9 0,-2-9 0,5 14 90,4 1-180,2-6 90,1 3 0,2-4-359,3 9 449,21 18 0,-8 6 0,16 15 0,-13 2 0,3 2-3392,12 12 3481,-7-6-89,9 8-179,-4 1 269,-7-10-90,5 9 90,-10-13-90,5 3 89,1-3-89,3 2 90,-4-6 3393,1-3-4382,6-5-271,2-6-1079,0-5 90,-3-10 2159,-10 4 0,-9 1 0,-5 4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59.526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273826.53125"/>
      <inkml:brushProperty name="anchorY" value="-114897.89844"/>
      <inkml:brushProperty name="scaleFactor" value="0.5"/>
    </inkml:brush>
  </inkml:definitions>
  <inkml:trace contextRef="#ctx0" brushRef="#br0">0 76 13289,'30'18'720,"3"1"-810,-5 0 270,2-2-180,-7-3 180,-1-2-360,0 1 0,8 4 90,-4-1 450,13 1-360,-11-13 0,-7-11 0,-8-16-90,-12-1 90,2-2 0,0 5 0,-20 0 0,10 0 0,-19 2 0,13 1 90,-3-3 90,-4 4 0,-2-4-180,22 19 0,9 6 90,18 10 0,3 3-90,-8-4 90,2 0 179,9 8-89,-7-5 180,6 5-90,-5-2 90,1 0 0,7 3-91,-4-3 1,-2-2 0,-6-3 90,1 0-180,-2 1 0,2 0-90,2 4 0,-4-4-1,2 2 1,-5-3 0,1 3 90,1 2-90,0 1 0,-1 2 0,-1 1 90,2 0-90,-2 1-3392,1 1 3482,-3 1 0,0 0-90,-3 1 269,11 11-179,-11-9 0,7 8-90,-11-11 90,2-2 90,5 9 3212,-3-9-3392,3 6 0,-4-12 0,1-1 0,10 11 0,-3-12-90,13 12 0,-5-14 90,5 2-3239,-4-3 451,-26-2-900,-14-2-2788,-32-1 6386,-10-4 0,19-2 0,5-2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0.198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305020.78125"/>
      <inkml:brushProperty name="anchorY" value="-119274.79688"/>
      <inkml:brushProperty name="scaleFactor" value="0.5"/>
    </inkml:brush>
  </inkml:definitions>
  <inkml:trace contextRef="#ctx0" brushRef="#br0">1 6 8072,'20'-5'7106,"4"8"-6836,6 16 0,2 3 270,4 15-270,-5-10 179,13 25-359,-18-18-246,8 9 336,-11-14 180,21 22-270,-19-19-1,18 16 1,-22-25 90,2-2-7,2-1-83,-5-2 360,8 5-180,-2-3 0,3 3 0,-6-7-91,-1-1 1,-1-2 74,4 0-704,-4-1-4407,-1 3 2158,-15 1-3417,-18-3 6116,-26-1 0,12-8 0,-3-1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0.572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336310.6875"/>
      <inkml:brushProperty name="anchorY" value="-123327.8125"/>
      <inkml:brushProperty name="scaleFactor" value="0.5"/>
    </inkml:brush>
  </inkml:definitions>
  <inkml:trace contextRef="#ctx0" brushRef="#br0">14 293 6273,'-9'-23'1709,"5"1"-1169,3 0 0,5 2-90,1 1-91,2 0 1,3 3 0,4 0-90,2 1 0,3 0-90,6 2 269,14-5-359,-3 5 0,11-3 90,-11 6-180,4 2 90,1 0 0,3 1 180,0 1-180,18 2 90,4 2-90,16 3 0,-4 6 89,-11 3 1,-11 5 360,-16 4-270,-10 4-90,-26 3 0,-10-7 0,-13 1 89,-1-7 181,3 1-90,-10 3 0,-8-3-270,-10 2-180,-4-4-810,3-3-1528,-3-2-4498,6-2 6926,-3 1 0,25-2 0,2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1.272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367259"/>
      <inkml:brushProperty name="anchorY" value="-126793.27344"/>
      <inkml:brushProperty name="scaleFactor" value="0.5"/>
    </inkml:brush>
  </inkml:definitions>
  <inkml:trace contextRef="#ctx0" brushRef="#br0">1 370 7982,'62'-2'2789,"-2"-3"-2429,11-1-270,-9-3-5661,-7 1 5751,-10 0 1096,3-2-1186,-11 2 980,16-6-980,-16 2 90,3-6-180,-11-3 3297,-11-3-3297,-12-3 287,-12 0-197,-4 0 270,-9 4-90,1 4-270,-18 12 0,-1 13 0,-4 7 0,5 11 0,8-4 0,-1 2 270,0 0-360,3 0 269,3 0-268,6-1 268,4 0-179,5-2-179,5 5-1,7-4 180,8 3 449,6-6-449,16-6-90,0-8 180,13-6-90,-1-9 0,-8-2 0,-3-2 180,3-11-450,-16 8-269,8-10-1,-17 6-90,-4 2-359,-4-3-180,-7 2 989,-3 4 360,23 9 89,-1 6 181,25 10-180,-9 2 90,1 2 0,-1 0 179,-5 0 2160,1 0-2249,7-7-91,-6-7-179,13-13 0,-13-2-90,4-5 90,-2 5-90,0-2 0,1 1 0,25-13-90,-21 13-90,15-9-900,-21 14-5306,-4 2 6296,-1 10 0,-11-3 0,-7 11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1.700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399808.625"/>
      <inkml:brushProperty name="anchorY" value="-129904.74219"/>
      <inkml:brushProperty name="scaleFactor" value="0.5"/>
    </inkml:brush>
  </inkml:definitions>
  <inkml:trace contextRef="#ctx0" brushRef="#br0">0 7 9602,'22'-6'4857,"0"5"-4677,10 13 89,-2 2 1,2 5 0,1-1 0,4 5 0,-2 2-455,1 3 455,-1 1-91,1 3-89,-1 0 90,-2 2 0,5 0 0,-6 1 0,6 0-3361,-7-1 3361,1 0-90,-5-3 7,2 0-7,-3-4 90,-1-3-90,-5-2 0,2-2 179,8 5 332,-5-8-3119,4 6 3529,-30-22-2361,-14-3-3353,-17-11 2365,-7 1-1115,1 2 3453,-7 0 0,20 4 0,2 2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1.997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433049.625"/>
      <inkml:brushProperty name="anchorY" value="-133585.51563"/>
      <inkml:brushProperty name="scaleFactor" value="0.5"/>
    </inkml:brush>
  </inkml:definitions>
  <inkml:trace contextRef="#ctx0" brushRef="#br0">1 360 6633,'17'-25'2159,"4"1"-1529,5-2-1,4 1-89,3-1-90,3 2-1,4 0-789,4 1 610,5 0 0,2 2-1,3 1-89,6-1-90,-9 6 90,4 0-90,-11 4 0,1 2 0,-4 0-90,0 2 239,9 0-239,-1 3 0,5 3 90,-6 7-90,-6 9 0,-11 1 90,-6 6 0,-4-4 461,-16 2-461,7 0-90,-17 1 90,3 1 270,-13-2-360,8 1 90,-14-3-90,8 0 0,-7-1 0,-2-3 90,-1-1-630,-4-2-629,-11 2-360,-7-2-450,-9-2-1349,-2-6 3328,8-8 0,19 2 0,13-2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2.304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465976.375"/>
      <inkml:brushProperty name="anchorY" value="-136845.70313"/>
      <inkml:brushProperty name="scaleFactor" value="0.5"/>
    </inkml:brush>
  </inkml:definitions>
  <inkml:trace contextRef="#ctx0" brushRef="#br0">1 9 7353,'35'-6'5936,"-2"4"-5666,17 10 90,-14 1 180,8 4-360,-10-1 359,6 2-359,-2 1 450,18 10-270,-18-5 89,24 16-3546,-32-14 3276,11 7 1,-8-3-270,-10-5 912,6 3-1272,-16-9 499,7 4-1848,-5-3 1799,4 4 0,-12-10 0,-1-3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2.844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499725.625"/>
      <inkml:brushProperty name="anchorY" value="-139937.09375"/>
      <inkml:brushProperty name="scaleFactor" value="0.5"/>
    </inkml:brush>
  </inkml:definitions>
  <inkml:trace contextRef="#ctx0" brushRef="#br0">225 88 7083,'-3'-18'3778,"-5"2"-3149,-15 0-179,-8 4-90,-2 1 0,-8-2-360,5 12 0,11 4 0,5 17 0,19 0 0,-2 4 0,3-5-90,1 0 0,2 7 90,5-1 0,5 5-90,1-6 90,3-4 180,1-5-90,3-12 90,0-5-180,3-14 90,-9 0 0,5-7 0,-6 0 269,1-5-179,-10-6-180,-1 8 0,5 9 90,8 17-90,11 16 0,-1 0 0,-5 6 90,-1-9-90,5 7 0,4-5-450,5 0-4227,-5-2 1889,-20-15 2788,-6-5 0,-10-3 0,1 1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3.249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534423.125"/>
      <inkml:brushProperty name="anchorY" value="-142870.65625"/>
      <inkml:brushProperty name="scaleFactor" value="0.5"/>
    </inkml:brush>
  </inkml:definitions>
  <inkml:trace contextRef="#ctx0" brushRef="#br0">1 75 7803,'39'-5'3328,"3"6"-3059,11 8-179,-9 3 180,-11 1-90,-8-2 0,0 7-90,0 1 90,-1 3-180,-3-3-90,-28-14 0,6-7 90,-22-17-90,15-6 90,-2 2-90,8-1 90,3 6-90,7-5 90,4 3-90,5-3 180,8 7 90,10 10 0,8 10-90,4 11 90,2 8-180,-14-4 90,1 2 0,-15-8 0,0 1 90,-1-2-90,6 3-1,2-3-3147,3 2-1169,-17-17 4227,-7-5 0,-10-4 0,1 2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03.667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569790.125"/>
      <inkml:brushProperty name="anchorY" value="-145646.375"/>
      <inkml:brushProperty name="scaleFactor" value="0.5"/>
    </inkml:brush>
  </inkml:definitions>
  <inkml:trace contextRef="#ctx0" brushRef="#br0">1 158 6993,'59'-2'3598,"6"1"-3058,1 2-181,2-1-179,-5-2 0,-10-5-180,-14-3 0,-6-5-90,-13-2 0,-4-3 90,-13 0 0,-11 0 90,-6 3 450,-5 2-270,-4 3-180,-5 13 0,5 4-90,2 13 90,0 0 0,6 2 0,-5 2 0,7 0 89,2 0 1,2-2-90,5 1 90,2-1 0,4-2 0,5 0 180,2-2 89,17 2 91,5-2 180,23 0-360,7-6-3483,-2-6 3393,1-5 12,-14-4-103,16-4 1,-10 0 0,10-3-90,-16 2-2183,12 0 2273,-22 0-360,18-2-1259,-26-1 1193,-4-5-4341,-21 4 629,-34 4 3958,-9 6 0,6 4 0,12 2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31.021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661401.125"/>
      <inkml:brushProperty name="anchorY" value="-187346.60938"/>
      <inkml:brushProperty name="scaleFactor" value="0.5"/>
    </inkml:brush>
  </inkml:definitions>
  <inkml:trace contextRef="#ctx0" brushRef="#br0">4640 0 11131,'-10'12'809,"-3"1"-629,12 3 0,-10 2 0,0 1-90,-4-1 90,4 2-90,-2-3 0,1 2 0,-1-3 89,3 3-89,-1 0 90,2 1-90,0-1 0,-1 1 0,0 2 0,-5-4 0,4 3 0,-6-4 0,4 1 0,-2 1 0,3-1 0,1 1 0,-1-1-90,5 3 90,-5 0-90,4 1 0,-3-3 90,2 1-90,-2-1 90,16-1-90,-15 3 0,12-6 0,-12 4 0,1-2 90,5 2-90,-1 1 0,-1 0 0,1 0 0,-2 1 89,1 0-178,7 0 89,-5 0 89,5 0-89,-6 1 0,3 0 0,0 1 0,5 0 90,-2 1-90,5 0 0,-5 1 0,3-2 0,-3 0 0,-1-2 90,-2 0-90,-1-2-90,-3 0 90,-1-2 0,1 3 90,-4-3-90,5 4 0,-4-3 360,1 3-360,2-1 0,-1 3 90,4-1 0,1-1-180,0-1 90,2-1 90,0 1-180,3 1 180,-1 1-360,2 3 180,-3 1 90,-1-3-90,-1-1 90,-3-2 0,-2 1 0,-4 0 0,2-1 0,-4-1 0,0-3 0,6 1 0,-3-1 0,7 3 0,-2 1 0,-1 0 0,-1 0 0,1 1 0,1 0 0,1 2 0,-1 0 0,0-1 0,-4 0 0,14 0 0,-13 0 0,14 2 0,-13 0 0,0 1 0,4 1 0,-1-2 0,0 0 0,-1 1 0,-3 2 0,-1-1 0,1 1 0,-2-2 0,0 1 90,-1-1-90,2 0 0,2 1 90,-2-1-90,0 2 0,0-2 270,-3-2-180,8 1 0,-4-2 0,8 0-90,-1 0 0,0-1 90,-1 0-90,0 2 0,0 0 90,0-1-270,1 0 90,-3 0 90,0 0 0,-1 0 0,-1 0 0,-2-1 0,1-1 0,-2 1 0,1-2 90,2 2-90,-4-1 0,6 1 0,-3 1 0,6-1 0,-2 1 0,0-1 0,-6 0 0,6 1 90,-6 1-90,8-1 0,-1 2 90,-2-2-90,2 0 0,-1 0 0,0-1 90,4 2-90,-4 0 0,4 0 0,-4 1 0,-1 0 90,-2 0-90,-1 0 0,-1 0 90,3-1-90,-1-1 90,-3 2-90,2-2 0,-2 1 0,4-3 0,-2 2 0,1 0 90,0 0-90,-2 0 0,1 0 179,-3 2-89,1-2-90,-1 1 90,2-3 0,1 1-90,-1 1 0,2-1 0,-1 1 0,3-1-180,0-1 90,2 3 1,-2 0 89,0-1 0,-1 0-90,4 1 90,-1-2 0,3 2 0,0-4 0,-2 1 0,1 0 0,-4 2 0,-1 1 0,1 1 0,0 0 0,3 1 0,-4 0-3392,2 1 3392,-1-2-90,1 0 180,3-1-90,0 0 0,1 2 0,3-1 0,-2 1 3392,1-1-3392,-1 0 0,1 0 0,-4-1 0,3 1 0,-3 9 0,0-7 0,-2 6 0,1-11 0,-3-1 0,0 2 0,-2-1 0,-2 2 0,1-1 0,-4 3 179,3 1 1,0 2-90,-1 0-90,1 2 0,0 0 90,-1 0-270,1 0 90,-5 0 0,-1 0 90,2-7-89,-1 0 89,4-6 0,0 0 0,-1 0 0,-2 1 0,1 0 0,-6 8-90,5-6 90,-5 5 0,4-8 0,1 2 0,-1-2 0,0 1 0,1-1 90,-8 7-180,9-5 90,-7 4 0,8-6 0,-1 0 0,-1 0 0,1 1 0,-3 0 0,2-2 0,-1-1 0,0 6 0,-1 2 0,-1 6 0,3-6 0,-2-1 0,5-7 90,-1 1-90,-1-1 0,3 1 0,-1 0 0,-2 0 0,1 0 0,-7 8 0,5-5 0,-7 4 0,9-6 89,-4-1-89,3 1 90,-4 0-90,1-1 0,-1 0 0,-2 5 90,-2 0-90,0 6-90,1 0 180,3-2 90,2 1-270,-1-1 90,3 3-90,-5 9 90,5-4 0,-3 0 0,5-9 0,-1 2 0,3-6 0,-7 17 0,3-16 0,-2 7 0,2-10 0,4 0 0,-1 1 90,3-1-90,-2 2 0,2-1 90,-3 1-90,3 0 0,-3-2 0,4 1 90,-3-1-90,3 1 0,-4 1 0,-4 8 0,1-6 0,-2 6 0,2-9 0,3-1 90,-2-1-180,3 0 180,-2 0-180,2 0 180,-4 2-180,2-1 180,-2 0-90,0 6-90,-5 0 90,-7 19 0,4-16 0,-2 8 0,11-19 0,-2-1 0,1 1 0,-7 7 0,6-6 0,-9 5 0,6-1 0,-1-4 0,1 5 0,10-5 0,-7-2 0,3 1 0,-9 5 0,5-4 0,-4 9 0,3-5 0,-1 6 0,0 0 0,3-4 0,-1 4 0,4-3-90,-1-1 90,5 7 0,1-11 0,0 7 0,-1-7 0,-1-1 0,-2 1 0,2-2 0,-2 1 0,-4 7 0,3-4 0,-4 6 90,3-7-180,1 1 90,-2 1 0,1 0 0,2 0 0,2 0 0,0 0 0,2 0 0,-3-1 0,1 1 0,-3 0 0,2-2 0,-3 2 0,1-2 0,2 10 0,-3-8 0,3 5-90,0-7 90,0-3 0,0 2 0,-1-1 0,3 1 0,-5 8 0,6-7 0,-6 7 0,4-8 0,-2 1 0,-1 1-90,-1 1 90,-8 18 0,6-13 0,-6 15 0,10-18 0,-1 0 0,-1 1 0,2-1 0,-5 11 0,3-8 0,-1 9-90,2-11 90,1 1 0,-1 0 90,0-1-90,0 1 0,1 10 0,-7-8-90,3 8 180,-11-1-90,6-9-90,-3 7 90,8-11 0,-1 0 0,0-1-90,-2 1 90,0 0 0,-2 1 0,1 1-89,-1-1 89,-1 1 0,3-1 0,-6 12 0,5-7-90,-4 7 180,4-9-180,1-2 90,3-1 0,-1 2 0,-1-1-3392,-1 0 3392,0-1 0,-4-2 0,5 0 0,-4-1-90,6 0 90,-2 1 90,2-1 3302,-2 1-3392,-3 8 0,4-6 0,-3 6 0,5-9 0,1 1 0,-3 0 0,2-1 0,-3 1 0,-1 0 0,3 1 0,-4 1 0,0 0 0,-4-1 0,3 1 0,-2 0 269,2 0-269,0 1 270,-2-1-360,0 0 270,2 0-270,0 0 270,3 0-360,-3 1 180,1 0-90,-3-1 0,3 0 0,-2 0 90,2-1 0,-2 1 0,1 1 0,-3 0 0,5 0-90,-8 0 360,7 0-360,-3 1 360,3-1-360,2 0 0,-3-2 0,3 3 0,0-1 90,0 2-90,2-1 90,-1 2 0,-2 0 0,4 1-89,-4-1 89,1 0 0,0 0 0,-3 1 269,-3 1-269,0-2-90,2 1 90,-9 10 0,12-9-90,-12 10 90,8-12 0,0 0 0,1 0 0,4 1 0,-5-1 0,5 1 0,-6 1-3481,2-2 3481,1 3 0,2-1 0,6 1 0,2 0 0,3 1 0,4 0 0,1 16 0,1-10-772,-1 10 682,0-15 3100,-4-1-2921,1 0-89,-2-1 0,-3-1 0,-1 11 90,2-11-90,-3 9 0,5-16 90,-3-2-90,0-2 885,-1 2-10716,-4-3 9635,-3-11 0,5-1 0,0-12 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7.5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446 0 6723,'-17'22'2519,"-1"0"-1620,1 3 1,1 2-181,5 3-269,5 1-180,2 2-180,1-5 90,6-2-180,-2-6 90,2 0-90,1 0-3482,-4-1 3392,0 1-93,1-1-357,-3 0-90,3 6 270,-2 1 91,8 1-271,-11 5 180,5-11 0,-13 8 3481,-1-5-3301,1 2 180,-10 11-180,4-8 270,-8 9-180,9-11 180,-2 1-265,2 0 85,-1 0 90,1-1 180,1 0-180,-1-2 270,-2 8-90,6-10 180,-3 4-1,9-5 1,0-2-90,3 2 0,0-2 90,3 1-1,1-1 1,-1 4-90,-1 1-90,-3 5-90,-1 3-90,1-4 0,-2-1 0,4-8-180,-4-1-360,3 0-269,-1 4-361,-1 2 91,3 7-630,0 0 630,0 1 1079,-3-8 0,3-9 0,-1-9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7.7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102 0 6273,'-18'22'3598,"3"-2"-2788,4-2-180,6 2-271,-2 1-89,9 3-90,-3 0-450,7 0-180,2 1 91,-5-2-271,1 2-359,-8-2 449,-3 3-180,-1-6-359,-3 2-90,2-6 1169,-5 1 0,8-8 0,-2-1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7.9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 0 6813,'-8'18'2339,"2"-1"-1710,-1 0 1,3 1 0,-4 0-1,2 0-179,-4 1 0,3-1-90,-1 3 269,0 8-449,3-6 0,-1 7 0,7-10-180,-2 0 0,4 2-180,0-4 0,3 3-449,2-5 179,7 8-180,-4-6 0,3 5-89,-3-6-181,-3 0-89,1 2-360,-3 1-180,-4 3 1529,-1-1 0,-3-8 0,1-5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8.2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185 1 6903,'-15'17'2249,"-2"0"-1620,6 0 271,-7 7-450,7-6-181,-5 6 1,8-6 0,-5 1-90,5 0 90,-5-2-90,11 8-90,1-1-180,8 2 0,1-4-270,3 2 90,0 1-3392,3-1 3303,-5-2-1,-2-5 90,-5 1 0,10 0 90,-13 0 0,5 0 0,-15 1 3482,9 1-3391,-11-1 89,10 1 0,-17 0 0,3-2 0,-2-1-180,-2 2-270,3-5-630,6 4 1080,25-8 0,-6-2 0,13-6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1.6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0 266 6453,'21'-20'1529,"-9"1"-6829,8 1 5750,-17 0 1228,6 0-1408,-4 0-180,7 1 950,-1 0-951,7 2 1,-4 0-90,6 1 3123,-3 1-3753,6-3-449,1 1 1079,5-3 0,-14 10 0,-3 2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3.3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317 1 6453,'-9'18'2339,"-2"-1"-1170,0 4-719,1 1-90,-2 0 0,5 0-180,-2-7 89,2 3-89,-1-1-90,-1 2 90,-1 1-90,2 1-90,-3 1 0,2 2-90,-2-1 0,3 1-90,-3 0 180,4 1-360,-2-1 1,0 1-91,1 0-90,1 2 91,-1-1 89,1 2-180,0 0 0,3 2-539,-7 1-90,2 0 1169,-14 1 0,2-1 0,-5 1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3.5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132 1 6183,'-10'25'1620,"2"0"-1171,2-1-89,2-2 90,3 1-90,3-1-1,-2-1 1,2-1 0,-3 1-90,-2 0-90,3 1 90,-4 0-180,2 0 89,-2 1-89,1-2-90,-1 0-90,-1 0 0,2 0-179,-1 0-1,0 0 180,0 1-360,-1-2 270,-1 1-359,1-1 179,-1 0-270,1 1-90,-1 0-269,1-1 0,-3 2 989,-1-1 0,3-9 0,2-3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3.6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183 0 6543,'-21'29'1529,"-5"-1"-1079,5-2-180,-3-1 0,5-2-90,1-2-90,3 0 0,1-1-180,5 0 0,1-1-90,4 0 0,1-1-90,4 0-90,1 1-89,3 0-1,1 1-270,-1-1 1,2 2 719,-4-1 0,-1-9 0,-2-2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3.8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345 0 7173,'-52'31'2608,"1"-3"-1978,5-2-180,5-4-90,4-3-91,6-2-628,0 0-811,-1 0-1078,16 2 2248,8-1 0,12-9 0,4-1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1.4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1 352 6183,'5'-28'2519,"3"1"-1979,1-1-91,3 1-179,0-1-90,4 1 0,0 1-270,3 2-270,-3 2-269,1 0-451,0-1 1,-2-3 1079,-1 4 0,-5 7 0,-6 9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9.8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4945 460 7533,'-27'-9'4137,"-1"-1"-3777,-3 1 0,0 1-90,-5-1-90,3-1 0,-5 0-90,1-3-1,2 2-89,1-1 0,3 1 90,-3 1 0,1 0-90,-1 1 270,-3 1 90,4 0-360,-6 2 270,2-1-360,-5 1 270,-3 2-360,-6 1 360,-6 2-180,-7 0-90,5 2 90,-1 0 0,9 0 0,-1 2-90,-3 0 180,-12 3-270,8-1 0,-4 1 90,14-2 0,1 2 90,2-1 0,1 1 90,-1 0 360,1 0-360,-6-4-180,1-4 90,6-3-90,3-4 90,5-1 0,-5-1 0,3-3 0,-4 2-90,6-5 90,-1 1 0,4-1 0,7 1 270,-2 1-90,7 2-180,-1-2 180,-2 1-90,3 0-1,-6 1-448,4 1 629,-19 2-270,5 3-90,-14 4 90,1 6 0,0 3 0,-11 3 0,13-3 0,-5 0 0,8 1 90,-2 0-90,-1-4 0,-4-2 0,-1-6 0,1-4 0,-3 2 0,1-4 0,-6 1 0,-7 0 0,0-1 0,-2 1 0,2 1 0,6-1 269,7 2-89,-3 1-90,8 1 90,-7 1-180,6-1 180,2 1-270,-5 3-90,7-3 270,-8 3-90,12 2-90,-1 5-90,0 6 90,5 1 0,-6 2 90,6-3-90,-6 0 180,2 0-90,-5-1 0,2 0 0,-2-1 0,-1 0 90,1 1-90,-3-2 0,-1 1 90,3-2-90,-7-1 90,-3-2-90,6 0 0,-6 0 0,13 1-4407,-6-1 2248,65-4-719,-4 0 2878,68-6 0,-13-2 0,7-3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1.0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40 223 6633,'-19'-15'5127,"-1"1"-4947,21 10-90,18 20-180,8 0 180,8 11 90,-17-13-180,-8-14 0,-2-8 0,-6-13 0,0-1-90,1 1 90,-4 0 0,4 1 0,0-1 0,-2 2 0,8 0-90,-7 0 0,13 3 90,-6 0-90,25 11 180,-1 3-90,13 11 0,6 3 0,-4 2 0,6 2 0,-2-2 0,-6-2 450,-3-1-450,-29-15-90,-6 0 90,-31-15-90,4 1 90,-7-2 0,6 2 0,2 2-180,2 1 180,37 10 90,4 3-90,36 11 0,-4 1 90,2 1-90,-4-1 90,-3-1-90,-8-2 0,-19-3 0,-9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1.9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295 190 6543,'-22'-14'4048,"-1"2"-3598,-12 3-270,-4 2-360,-11 5 90,6 7 90,7 6-90,11 9 0,15-1 90,4 5-90,9-5 0,4 1 90,9-2-90,0-2 0,9 1-180,3-4 180,4-2 90,3-12 90,-5-3-180,-2-10 180,-7-2-90,-5-2 0,-2 0 90,-9 0 180,-8-1 180,-13 4-540,18 12-3302,1 8 3392,22 9 0,2 2 0,9-1 0,-7-3 90,10 2-90,-10-4 0,2-1 0,12 1 90,1-2-360,8 0 3122,4-7-3571,-18-7-91,-4-7 0,-22-9 451,-14-5-1,-4 4 90,-7 2 0,-1 5 90,0 2 90,-3 0 90,0 2 180,-2 0 90,-9-2 180,-4 2 90,-8-1 179,4 2-719,41 3 90,17 4-90,43 4 90,3 5 0,-2 2 0,-6 2 90,-14 1 1979,-8 3-1710,-48-6-179,-1-3-180,-38-11-90,18-2 0,-1-4-90,12-2-360,4 0-629,9-5 270,11 2-181,10 0-629,11 4 1619,10 4 0,-17 5 0,3 1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2.5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204 107 7982,'-37'3'1530,"19"2"-1620,19 11 90,20 1-90,6 1 0,4-3-90,0-4 90,7-1 90,0-8 0,-6-6 0,-10-10 90,-7-7-90,-10-7 180,5 0 90,-9 1 89,-8 3 1,-6 5 90,-6 4-180,-5 1-270,-8 4-90,11 12 90,14 1-90,16 13 180,17-4-90,-2 1-90,7 2 90,-1-4 0,7 9 0,-5-8 0,5 2 0,2 2 0,-1-4 0,1 4-90,-5-4 90,-5-1 90,-3 0-90,3 6 0,-8-3 90,1 5-90,-11-3 90,-5 8 0,-5-4-90,-9 7 90,-7-7 90,-3-1 89,-34 17-89,16-14-525,-24 11 524,21-19-89,0-2 90,0-1-90,1-3 0,-1 0 90,-13-3-90,-1-2-90,-17-4 0,8-5-180,4-4-90,9-5-179,9-2-271,11-6-269,10 2-271,16-6 886,13 2-615,2 2-180,5 2 1169,-6 6 0,-5 7 0,-1 1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2.9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8972,'36'7'270,"5"2"-270,1 2 90,7 3-90,3 0 0,0 0 90,-3-1 0,-9-2-2429,-2 0 2339,-47 0 0,18-5 0,-33-2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3.1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 8522,'48'-7'-420,"-29"1"0,15 6 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03.6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58 6453,'17'14'1979,"4"-2"-1979,8-1 90,6-1-90,0-1 0,4-1 90,2 1 630,2-4-450,-12-10-91,-11-7 91,-17-8-90,-8-2 0,-1 4 270,-2 1 0,1 0-450,6 1 0,27 10 0,5 3 0,20 14 89,-14-1 1,7 5 0,-1-1 0,5 0 0,-2 1 90,-6-6-1349,2-1 1169,3-5 0,-17-1 0,-4-3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6.2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304 52 6094,'-14'-17'6026,"-4"2"-4317,-9 2-989,-12 6-540,-2 9-1,3 6-89,5 8-90,12-2 0,2 3 0,5-1 180,0 5-90,2 0-180,-1 3-180,15-5 91,9-3-91,20-4 180,8-3 0,14-3 0,4-6 0,9-2 90,3-2-90,0-1 90,-8 1 360,-4 5-180,-20 9-90,-16 9 0,-15 3 0,-12 3-1,-4-4 1,-1 2 0,-5-1 0,-2 0 0,-2-1 0,0-2-90,1-1 90,0-2-360,-5 1-3508,-2-3 1710,-7-10-1350,16-11 3418,1-17 0,17 10 0,-1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7.2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1 490 8162,'20'-6'2789,"1"5"-2519,17 11-180,6 5 89,-13-5-89,23 5 0,-19-6 0,28 3-90,-12-5 90,13 0-90,-8-5 0,-8-4 90,-11-6-90,-13-8 0,-11-10 0,-12 0 0,-6-4 0,-4 9 0,-4-1 0,-2 1-382,-4 2 382,0 2 90,-4 2 179,0 2 1,-13-2 90,7 4-270,-6-2 0,39 12 382,17 2-472,25 8 90,17 3-90,-18-5 0,10 4 0,-11-5 0,-2-1-269,17 3-91,-4-3-360,9 0-629,-12-6 539,-23-11 451,-22-7-1,-16-3 90,-13 2-180,-11 0 270,6 4 180,-13-2 0,12 7 90,-1 1 450,-10-2 0,-1 1-1,-4 0 901,4 2-1261,48 6 1,12 3-90,33 5-230,-2 4 230,-11 1 89,2 1-89,1 2 90,2 2 90,19 9-90,-11-5 0,14 7 0,-20-8 0,-2 0-90,-2-1 90,0 1-91,-2-1 181,18 6-90,-17-7-338,13 4 248,-21-8 0,-1-1 0,-2-1 0,8 1 223,-4-2-2742,9 2 1890,-27-17-1,-8 0 256,-24-16-256,-6 5 1,-3-2 89,-5-1-270,-24-10 450,7 7 90,0 3 1,-1 0 89,-14-4-955,-24-6 1045,24 10 90,-1-1-2956,2 1 3226,3 2-1768,-20-6 1588,21 6-13,-11-3 13,29 6 705,4 1-435,1-3-180,11 0-90,9-3 2202,28 2-2202,24 3 0,27 4-180,19 6 2424,-13 6-2334,-1 4 0,-26 4 0,-2 1 611,-6 3-611,-3 2 90,-7 2-90,-5 1 89,-6 0-89,-8 2 0,-4-2 90,-7 0 0,-9 5 612,-9-3-1062,-13 0-234,-7-9-486,-5-8 631,-2-13-361,13-3 1,5-8-1,13 1-629,6-1-270,3-1 1619,6 0 0,0 10 0,4 3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7.5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12300,'58'7'1439,"-7"6"-1259,-3 3 360,13 13-1623,-12-7 1353,15 9-3529,-19-7 3439,-1 2 0,2 0 931,-1 0-841,38 18-270,-30-17 90,27 11 0,-40-22-180,-3-2 0,-2-3-2203,6 2-46,-5-4 1033,12-5-763,-36-23 360,1 2 1819,-28-17-110,-4 13 0,11 9 0,-4 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7.7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100 220 6543,'-25'-12'1709,"2"0"-719,3-1-91,0-5-269,10-2-360,9-6 0,11 5-91,8 0 1,5 7-90,0 1 0,8 0 0,-1 3 0,5 0 0,10 1-90,7 3 90,7 5-90,-5 10 90,-17 2-90,-10 6 90,-14-1 0,-7 9-90,-6-5 90,-7 6 0,-5-9-90,-4 0 90,-2-2 90,-2-1-450,-9 1-540,-6-1-179,-16-5-270,5-8-1,-1-13-1168,19-9 2428,4-6 0,17 11 0,-1 2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8.1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0 290 6004,'43'-13'2698,"0"-3"-2338,-16-2 359,1 0-359,0-4-90,-2 5-90,8-6 90,-12 7-90,11 1 0,-10-1-90,9 2 89,-4 1-89,0 0 90,1 3-90,10-2 90,6 4 90,13 4-90,3 9 0,-14 4-90,-2 6 90,-15-1 0,-4 3-1,-3 0 1,-6 3 0,-4 0-90,-4-1 450,-3 1-360,-5 3 90,-9-2-1,-13 1-179,-15-9-180,-12-9 0,-20-12 180,17-3-269,-5-5-91,28 1-90,-3-2 0,5-4-180,-3-1-89,4 0-1,4 0-89,6 1-1,4 1-899,6 2-1439,8-5 3058,8 3 0,-2 5 0,2 5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8.4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0 271 6723,'34'-12'2879,"2"0"-2160,4 2 91,1 2-271,12 4-269,-5 5 180,0 4-180,-8 5 809,-12 1-899,-11-12-180,-8-9 270,-7-10-90,1-10-360,1 8 0,2-3 0,-1 6-539,0 2-361,2-6-269,-1 3-1979,-2-3 3328,-6 1 0,1 12 0,-3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8.6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90 100 6094,'-21'-20'2068,"3"1"-628,2 2-91,-1 0 810,0 1-1980,38 8 1,-5 6 90,41 12-90,-15 3-460,6 3 549,4 2-89,3 2 90,2 1-90,-1 1-672,3 0 582,-5-1 90,4 0-90,-5-2 0,1 1-3017,-3-2 3017,-3-1 0,-2-2-199,-7-2 19,-1 0-269,-8-2-619,8 0-1900,-6-2 371,-19-8 79,-21-6 3260,-24-6 1,6 4 0,11 3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8.8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18 190 8342,'-17'-10'3148,"18"-3"-2968,27-3-90,11-1-90,-5 3 0,5-3-270,-1 0-840,5 0 391,-1 1-1,-4 1-4769,1 0 5489,-5 3 0,-15 6 0,-6 2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9.2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34 495 7353,'-18'-15'7645,"3"1"-6835,28 0-180,11 4-271,38 3-89,5 4-90,8 1-90,-3 3 0,-11 1 720,-5 1-720,-25-11-90,-15-1 89,-21-12 1,-17 0-90,-3-5 90,-6-1-90,-4-3 0,-4 0 0,1-2-226,0 2 137,4 0 178,2 3-89,2 2-89,5 3-1,3 2-720,4 3-359,-3-1-3778,13 2-720,10-1 5746,21 12 0,-7 0 0,1 10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9.6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0 461 7263,'42'-8'2968,"8"-3"-2608,-21-3 0,10 0-5751,-10 1 5661,2 0-90,2-2 667,0 0-667,1-1 425,0 0-515,-2-3 0,2 3 0,-6-1 90,7-5-90,-12 6 2899,2-5-2899,-16-2 1097,-8-1-1007,-11-5-90,-15 4 1021,1 7-751,-19 4-270,8 6 0,-13 5-90,17 8 0,10 10 90,24 2-90,6 13 90,8-12-90,1 6 90,3-9 0,5-1-90,1-1 0,8 3-180,7-3-90,7-1-270,8-6-269,-10-6 359,4-9 0,-21-4-180,-1-4 91,-12-2-181,-2-1 91,-3-1 89,5-1-90,-8-2-899,3-11 630,-7 7 899,-3-8 0,0 22 0,-2 4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0.1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96 381 7263,'-9'-22'5667,"-2"4"-5487,-2 18-1,0 4 1,1 18-90,3 0 90,-1 3 0,2 1 0,0 1-90,6-2 90,2 0-90,6-2 0,1-1 0,2-2 0,3-2 89,2-3-89,13 1-90,8-3-179,26-5 89,-2-10-244,0-8-26,-14-6 270,-11 1-450,-3-3 91,-2-1-181,-3-1-3251,-5-1 3431,-4-1-270,-5 0 91,-7 0-91,-4 0 91,-7 0-1,-2-1 0,-8 1 181,-1-1 89,-8-1 90,1 0 0,-5 0 360,1-1-2264,-1-1 2263,2-2 121,-10-11 240,11 10 1748,-6-6-1928,15 16 629,2 1 451,0-2 3460,3 1-4270,20 3 1534,9 10-1714,31 9-3327,-12 7 3237,15 3 89,-15 0-224,9 3 225,3 1 270,-1 1-450,5 1-2104,1 1 2104,2 1 0,2-1-313,-1 0 313,0-1-90,-1-1 0,-5-1 0,1-1 0,-6-1-90,-1-1 0,-5-2-220,-6 0-410,8 0-2928,-11-1-1659,-32-4 5337,-31-3 1,-4-6 0,-2 1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0.2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3 276 6903,'-2'-24'3148,"6"5"-2428,14-2-91,4 7-89,2-2-90,1 1-90,7 0 0,3-1-797,6 1 617,1-1-90,3 1-340,0 1 340,1 1-540,-1 0 180,0 1-449,-5 2-810,-1 1 1529,3-1 0,-21 6 0,1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0.5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91 6903,'21'20'1979,"0"-1"-1349,-2-4-91,3 0 1,4-1-90,2 1-91,4 0 1,4-2-90,4 0 0,1-2-90,1-3 180,-1-1-180,13-1 89,3-4-89,5-4-90,-9-9 90,-13-7-180,-21-10 90,-10 4 0,-17-3 90,-3 8 0,-6 0 0,-2 0 90,-1 2-1,-3 0 91,-1 4 450,0 0-91,-8 1 91,2 2-3059,-2-3-269,31 11 2518,12 2 0,9 4 0,-3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0.8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27 437 7982,'-11'-28'3598,"1"1"-2698,4 1-181,6 1-269,13 1-90,10 1-180,16 4 0,9 5-90,9 7 0,5 9-90,-13 2-127,-3 6 217,-17 0 0,-2 2-90,-3 0 90,0 0-90,4 5 899,-3-3-899,-4-14 127,-4-5-397,-16-18 0,0 3 90,-7-1-359,2-1-91,-2-2-89,1-1-181,2-1 270,2 1-359,0 0 0,8 0-631,-2 0-448,12 1 2068,-3 1 0,-2 10 0,-5 3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1.0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 7803,'20'-4'8005,"-4"3"-7645,9 16 269,8 5-359,-3-3 0,15 5 0,-4-7 0,5 1 180,29 7-181,-14-7-89,19 7-787,-20-7 787,-3-3 90,0 3-90,-7-3 89,-3 4 361,23 14-450,-30-10-90,16 11-180,-43-14-270,-3 0-1349,-16 10-1979,-18 2 0,-11 3-1709,-16-4 5245,3-8 0,-10 0 1,-2 2-1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2.4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1839 6723,'-26'11'7196,"23"-9"-6926,18-5-180,26-8-4072,21-4 3982,9-3 23,17-3-68,-36 7 0,2 1-906,6-3 1,3 0 950,5-2 0,2-1-567,5-1 1,1 0 566,3-1 0,2-1-45,1 0 0,5-2 45,-5 1 0,6-1 0,-3 0 30,-17 5 0,-3 1 0,3-2-98,19-5 0,5-1 0,-6 1 113,9-3 0,-3 1-7,-29 8 1,2-1 0,-1 1-9,0-1 0,0 0 0,0 0 0,0-1 0,1 0 0,0 0 0,-2 1 0,1-1 0,2-1 60,22-8 0,3-3 0,-3 1-74,-19 8 1,-3 1-1,2-2 44,17-7 0,2-1 0,-5 2 75,2-3 0,-4 1 0,-2 0 0,0 0 175,-5 1 0,0-1-175,-6 2 0,2-1-99,20-11 0,-1-1 144,-25 12 0,-1 1 0,17-10 0,-5 1 263,-28 14 0,-4 2-83,37-23 867,-11 6-868,-9 5 1114,-10 6-1203,-8 6 0,-7 4 90,-8 4 2549,2 0-12740,-7 3 8891,-24 10 0,8-1 1,-25 9-1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7.1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1 6094,'-7'17'2248,"-1"5"-1528,0-1-91,0 5 1,4-1-90,1-2-180,2-1-181,2-2-358,0 1-451,5-1-270,-1 5 271,2 1-91,-3-3-449,-2 2-90,3-3 1259,-4 3 0,4-11 0,-6-1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2.7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0 524 8162,'26'-11'2429,"-1"-3"-2429,-15-6 90,3 0 0,-2 0 0,2 2 90,-1 0-90,-1-1 0,-3 1 0,0-3-1,-4 3 1,1-2 0,-3 1-90,1 0 0,-1-1 0,1 0 90,4-1 0,-6 1-90,3 1 90,-3-1-90,4 0 90,-1 0 180,2 2-90,-6 1-810,7-1-2878,-7-1 3508,6 0 0,-6 9 0,3 2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3.3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0 453 6004,'10'-17'1709,"-3"-2"-1350,-7 1 1,4-2 0,4 1 0,4-3-180,-4 1 90,3 1-181,-4 1 91,3 3 0,-1-1-180,3-1 360,-3 0 719,4 0-899,-10-1-90,2 1-90,-7-2-90,3 2-1079,-3-2-90,3 1 269,0-1-1348,8 3 2338,-1-3 0,0 10 0,-4 1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3.7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36 511 6004,'-14'-19'2698,"2"0"-1978,6-1-630,3 2 89,2 0 91,2-1-90,1-1 0,3 1-180,2 0 0,3 2 0,5-1-90,-1 0-360,1 0 181,1 0 179,-3 0 90,-1 0-90,-2 0 90,-5 1-360,-3-2-270,0-1 180,-1-2 1,7 2-1,1-1 0,4 3-179,-3 0 629,-2-2 0,-4 9 0,-2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4.0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3 344 6813,'-1'-16'2429,"-1"-1"-2069,14-2-1,-2 2 181,6-1-90,-4-1-180,0 1-1,-2 0-89,-7-1-90,4 1 0,-7 0-90,4-2 0,-1 2-90,5 0-359,-5-1-991,6 2-1258,-2-2 2698,8 2 0,-8 7 0,3 2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4.4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0 411 6273,'1'-21'2879,"0"-1"-2429,0 2-181,2-2 1,2 4-90,2-3-90,2 1 0,-3-2 180,6-2-270,-2-2-90,6 0 0,-1-2 0,5 0 0,1 1-90,-2 0-360,-3 5 540,-5 2 0,-6 11 0,0 1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5.7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241 0 11311,'-26'12'719,"3"1"-629,11 8 180,-1-1-90,1 4 0,-2 2-90,3 3 0,-2 0 0,-1-2-90,4-1 90,1-3-270,3-1 0,3-2 90,-1 1 90,3-1 90,2 0-540,2 2-450,1-1 271,-2 1 89,-4-1-179,-1-2 89,-1 0 90,-1 0 90,1 1 1,-4 2 89,2 1 0,-4-1-269,-1 1 629,-2-2 0,4-9 0,4-3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6.1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1 6183,'-13'16'1979,"0"2"-1169,0 0-270,-1 2 359,1 0-359,4 2-1,2-2-179,4 1 90,1-2 0,2 1-90,4 3-91,5-2-89,14-3 0,-21-3-90,19 2 0,-25-1 0,11 5 0,-3-2-90,-2 0 0,-4-1 90,-4-1-450,1 2-899,-8-3-450,7 3 719,-3-3-89,4 2 539,1 0-269,10-2 179,-7 3 0,5-1 630,-8 1 0,1-8 0,1-4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6.4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145 0 6543,'-14'18'2879,"0"1"-1980,9 0 1,-10 0-91,11 1 450,-11 0-809,9 2-180,-2 0-360,2 0 360,-1 0-720,1 0-719,0 0-180,3 1 539,-3-1-179,5-1 269,0 3-90,2-6 271,0 7-91,-1-5-179,-5 3-39,-6-2 0,5-9 0,-2-2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46.9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435 0 6363,'-8'20'2609,"1"-3"-1979,-2 6 89,2-6 271,0 3-181,-3-1-269,-4 1-270,0 1-180,-2-3-180,9 1 180,3 0-360,9 1-270,-5 0 90,11-1-89,-15 2 179,1 4 0,-6 5 180,-6 2-1184,7-6 1184,-2 0 0,2-5 90,-2 1 180,0-1-180,-1-1 180,0-2-270,-2 7 90,4-4 180,-4 6-180,-3 3 1365,6-9-1186,-8 12-89,12-12 0,1 3 0,0-3 180,4 2 90,-3-3 180,-3 5-180,3-3 90,-6-1 89,4-1 181,-1-2-270,-2 2 0,-1-1-630,-1 2 0,1-2 0,6 4 180,-7-1-360,19 0-539,-19 0 89,11-1 361,-10 4-541,-1 8 1,5-5-90,-2 2 1169,-2-8 0,4-10 0,0-3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0.5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1011 5762,'-31'-9'9534,"-5"2"-9593,24 8 59,8 5 130,30 8-130,0-1 0,4 3 0,-4-1 20,4-1 70,-2 1 61,-1-2 29,0 0 1439,-3-1-1529,-6-13 0,-8-9-90,-6-13 90,-3-6-90,1 2 90,0-5-90,-1-2 0,0-3 0,-1-2 0,2-2 0,-2-3-356,2-2 356,-2-3 0,3 0 0,2-1 0,1 0-3274,7-21 3364,-5 17-818,8-35 728,-6 40-187,0-12 187,-3 23 90,-3 5 0,-1 1 0,-2 5 179,-1 3 296,0-2 245,-1 4 3371,1-2-14012,13 10 5823,-24 12 4008,19 8 0,-23 3 0,13-1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1.8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131 882 6633,'23'-13'9830,"14"5"-8326,-7 6-1504,14 5 0,1 3 0,-6 1 0,2-1 0,-5 1 449,1 0-89,-5-9-180,-14-5-90,-9-17 0,-12 0 0,3-8 0,-1 3 0,1-3-90,-10-2 90,6-1-90,-13-4 0,3-2-388,-6-3 478,-3-1-3354,-13-20 3264,8 15 90,-11-13-366,10 22 366,1 4 0,-1 2 0,4 3 0,-2 2-3,3 5 3,1 1 90,4 4 245,0 2-245,-2-2 3202,1 2-13213,-2-1 8616,1 15 1,11-1-1,0 11 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6.4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1 6273,'4'19'2699,"1"-1"-1620,5 0-899,-5 1 90,-7 0-180,-5 1-90,-8-4 0,15 0-180,-11-2 0,12 0-270,-9 4-449,1 2-180,-1 1-810,1 0 1889,-6-2 0,8-9 0,-3-1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6.7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171 1 6273,'-30'23'1709,"-2"-2"-1079,3-1-180,3-3-90,5 0-1,1-3 1,15 3-90,-2-1-180,10 5 0,0 0 90,-3 2-90,2-1-90,-1 0-270,9-5-360,-10 1 1,6-2-631,-10 1 1260,0 3 0,3-9 0,-1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7.0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6183,'7'17'2699,"-1"2"-2159,1 1-271,-2 3-89,1-3-90,-3 0 0,4-2 0,-3 1 0,2 1 0,-3 2-90,-1 1 0,1 2-90,0 1-90,-2 1-3751,0 0 3031,-1-2-629,0 0 1529,0-2 0,0-9 0,-1-3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7.3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0 6273,'21'17'1979,"-2"0"-1439,-7 0-90,-4 1-1,-2 2 1,-5 2 0,-5 2-180,-3 3 269,-8-2-89,-2 1-180,-3-2-180,4-2 90,1-2-180,6-1 90,0 0-90,3 1-270,2 1 0,1 1-180,3 2 91,-2 0-271,2 1-539,-2 1-181,-1 1-718,0 0 2068,-7 0 0,6-11 0,-2-4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7.5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1 6183,'-10'19'1530,"2"0"-901,2 1-89,3-1-90,3 0 449,3 1-449,-1 2-450,2-1 270,3-2-180,-6 1-630,4-2-449,-9 2-1080,-2 0 2069,-5 2 0,4-11 0,-1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7.8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304 1 6723,'-18'17'2789,"0"1"-2340,1 1 91,-1 3-90,0 1-90,-1 3-181,2 2 1,0-1-90,2 3 0,0-3-90,5 1-360,1-1-269,2-1-181,0 0-89,-4 0 449,-1 3 0,-1-8-449,1 2-540,-2-2 1439,-2 1 0,5-6 0,1-5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8.0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1 6453,'11'18'3238,"1"0"-2068,-2-2-361,-2 3-179,-1 1-180,-7 1-180,-2 4-450,-3 1 90,-2 2-270,0 3 90,0-6-360,0-2 181,3-5-451,-1 0 1,0 1-540,-2 0-3842,0 1 5281,-4-1 0,7-8 0,-2-2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8.3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191 0 6633,'3'25'2429,"-4"-2"-1800,1 0 91,-7 0-450,0 3 90,0-4-180,-1 0 89,1-4-89,0 0-90,0 0 0,-3 1 0,1-1 0,-2 1 0,4-1-180,-4 6 0,6-5-360,-4 5-179,1-1-181,1 1-359,-4 5 629,1-1-989,1-6 1529,0 5 0,-4-3 0,-1 6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8.5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69 0 6633,'-2'26'2789,"2"-2"-1980,1-4 181,-1-1-451,-2 0-179,1 0-90,-3 1-180,0 2-180,2 2-450,-4-2-269,4 4-451,-4-1 1,0 1-360,-4 2 1619,-1 0 0,4-12 0,1-3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8.6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183 1 6004,'-8'31'2698,"-1"-2"-1978,-1-4-1,-1-4-179,0-1-180,-2-3-90,0 2-270,-4-1-450,3 2-450,-3 0-269,4 1-540,-1 0 1709,-2 1 0,8-9 0,-1-3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8.8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209 1 6543,'-18'16'1619,"0"-1"-1169,3 0 0,-1 1-180,3-1 0,-2 0-1,2 0-89,0 1-90,1 0 90,2 1-270,5 6-180,-7-4 0,7 5-89,-4-6-631,4-1-1438,-1 8 2428,-4-2 0,4-5 0,-1-5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39.0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263 0 6363,'-22'19'2069,"0"1"-1439,-2-2 179,5 0-449,-8 7 0,9-7-180,-4 4 0,10-6 0,-2 0-180,4 0-180,-10-2-540,12 3-1349,-11-2 2069,11 2 0,-2-9 0,2-1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1.2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3 558 6363,'-1'-25'1979,"-1"1"-1529,3-7-180,2 2-90,7-2-90,-1 7 0,4 0-90,-3 6 90,4 0 0,-1 0-90,2-1 0,-4-1-90,11 2-90,-10-1 90,8 1-180,-9-2 0,0 1 0,-1 0 90,-1-1-180,2 0 1,-2 0-91,1 0-180,0 0 91,0-1 539,-2 0 0,-2 9 0,-4 2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19.8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219 270 6004,'50'-8'809,"2"1"-539,3-1-90,2 1 224,2-1 1,3 1-2963,21-4 2648,-17 3 0,0 0 0,15-2 90,1-1-90,2-2-1318,-24 4 1,2 0 1317,29-6 44,-32 6 1,1 0 147,-4 0 1,-2 1-283,28-5 134,-30 5 1,-1 0-135,17-2 180,21-1 90,-24 2-360,16-1 268,-31 4 2,-3 0 89,14 0 91,-1 2 838,11 0-928,-7 4-180,-6 0 90,-4 3 0,-4 0 269,-4 1 3422,1 0-3151,-6 1 995,-9 6-1355,-8 3-84,-11 8-96,-3-2-90,1 2 270,-4-4-270,2 2 180,-1 1-1,7 14-269,-5-7 180,7 9-180,-6-8 0,2 1 90,-3 0-90,2 0-3392,4 14 3482,-4-11-90,7 10 0,-9-15 90,1-2-90,-1 2 90,2-5-90,0 1 270,1 4-180,3 1 3572,-5 2-2763,2-5 1260,-9-5-1979,-27-6-180,-10-2 0,-18-5-165,-3 1 255,6-1-90,-33 6 0,10-3-3044,-22 3 3044,18-4 90,0 0-910,-4 0 730,-4 0 180,-2 1-45,22-4 0,-1 0-806,-34 4 806,34-3 0,0-1 45,-25 3-1656,0 0 1656,2 0 90,0-1 1467,3 1-1332,30-4 0,1 1-225,-23 2 359,-11 2-179,26-5 681,15 0-951,-7-1 1110,34-11-840,3-4 3226,17-24-3227,-4 10-269,-5-10 270,-2 13-128,-2 0 217,-4-2-538,4 0 179,-11-1 0,-9-11 0,0 8 90,-9-9-1454,11 13 1454,1 1-90,0 0 180,1 3-180,2 0-16,-11-4 106,12 6 89,-7-2 1,8 4 0,2 3-450,-2-3-825,5 3-1513,-5-2 1305,-10 0-2655,-13-6 1979,1 6-1259,-6-2-1259,10 8 4497,-4 2 0,20 2 0,5 2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0.8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479 210 14729,'29'-14'179,"1"0"-5749,3 1 5660,5-1-90,6-2 1371,5 0-1281,2-1-90,2 2 516,0 1-426,-1 1-2232,27-2 2142,-18 3 90,22-2 1933,-25 7-2023,-1 1 0,1 2 121,-1 1-121,18 2 179,0 0 91,7 4 90,-13 1 524,-17 6-254,-10 3 3419,-12 6-3689,-7 5 547,-7 1-277,-5 5-181,-2 6-269,-2-9 0,2 5-90,-2-15 0,5 0 0,0 0 0,3 1 0,3-1-3482,1 1 3482,1-1-90,5 2 90,0 0-90,6 1 0,1-1 90,9 2-90,-6-2 0,8 2 90,8 7-288,-11-6 198,13 7 0,-16-8 270,-2 0-270,-1-1 270,-5 1-360,-3-1 90,-4 0 0,-2 0 90,-6-1 90,0 0 0,-5 5 3294,-4-2-3204,-3 4-90,-10-6 0,-13-4 205,-7-1-295,-20-2-90,-4-1-495,-1-2 495,-2-2 89,8-2-89,-3 0-3198,-5 0 3198,-3 1-986,-31 3 986,18-1-623,-22 2 713,23-3-90,1 0 51,0-1-51,4 0 90,3 1 0,-21 3-180,20-4 180,-13 4-90,28-5 90,2 1 2163,3 0-2253,1 0 1485,-11 1-1305,4-1 1275,-5 2-1185,13-9 386,12-4-656,2-11 212,11 0-212,-13-9 0,11 7 90,-11-6-90,-11-2 90,7 3-90,-16-6 0,9 4 0,-22-10-831,11 7 831,-15-8 0,18 10-3207,-1 2 3297,3 0-180,-1 1 180,5 2-180,-9-4 90,18 8-180,-11-6-9651,19 9 4747,-1 11 5084,9 9 0,8 3 0,6 2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2.0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460 370 8072,'-55'-3'7376,"38"-5"-7196,31-4-90,33-3 0,23-2-1470,-6 2 1470,11-2 0,3-1-90,5-2 90,5 0-2537,2-1 2447,3-1 180,-1 0-1228,3-1 1048,-6 2 0,4 1-90,-9 2 90,-3 0 0,-9 3 0,-8 2-90,-8 2 90,-8 4 270,2-1 2124,-6 2-1765,-15 11 2864,-18 4-3043,-14 13 1416,-14 0-1686,12-1-90,0 0-180,12 0 90,10 0-90,2-4 90,4 0 0,-3-5 0,3 1 0,4 1 0,15 8 0,-6-4 0,10 4 0,-9-5 0,-1 1-3392,0 0 3392,4 1 0,-3 0-877,5 1 877,-2-1-159,1 1 159,-9 0 0,5-2 0,-5 1 90,4-2-90,-1-1 0,-3 0 0,-5-1 180,-1-2 2834,1 4-2564,-2-3 1856,-3 6-1856,-14-3-173,-17 2-7,-10-4-270,-10 0 270,-6-4-90,-25 8-270,3-5-422,-13 6 422,10-6 270,1 1-270,-6 0 270,-4 0-270,0 1 270,-4-1-1532,1 0 1532,-2-1-270,1 0-581,0-1 491,2 0 225,20-4 0,-1-1 135,-27 4-180,16-1 0,-1-2-90,-11 2 270,-15 2-360,29-5 242,9-1-62,3-1 688,-3 1-868,7-2 1564,-7 1-1294,6-2 1046,-4-1-1586,-3-3 704,3-2-164,6-3 90,2-9-360,12-1 360,-4-5-360,8 0 360,-4-1-360,1-4 360,-4 0-270,0-3 90,-15-15 180,7 9-860,-10-10 950,14 15-360,0 1 270,2 3-270,3 3 180,-13-6 270,15 9-540,-11-3 90,11 7-7916,3 4 5758,-1 9-1260,10 8-1619,1 10 5127,0 2 0,8-9 0,-1-1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3.0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1 379 11850,'32'-11'1439,"15"-3"-2564,27 1 1215,-5-2 90,8-1-90,-16 3 0,2-1 0,2-1 0,3-2-90,0-2-2793,3-1 2883,1-2-1,1 1-514,1-1 515,3 0-482,-1 1 482,-15 1 0,5 3-90,-11 1 90,5 2 0,-3 2 180,-9 3 494,7 0 46,-9 4 1714,6 4-2164,-19 7 1956,-6 9-2046,-9 5 570,0 5-750,0-5 0,-1 0 0,1-5 0,-2 1-1,6 1-89,4 0 180,19 9-90,-6-5-90,14 6 90,-10-6-90,0-1-389,5 0 479,-3 1 90,45 19-90,-34-15-551,33 14 551,-45-20-1,-2-1 1,-1-1 0,-1-2 90,7 3-90,-11-5 180,6 2 90,-7-2 357,-5-3-87,5 3 492,-8-1-852,-8 2-180,-10 3 90,-17 2-180,-15 2 90,-6-2-90,-6-1 90,4-5 0,-3 0 0,-4-1 0,-31 6 0,9-4-693,-22 4 693,16-6-1110,-4 1 1110,-7 0-1448,-7-1 1358,1 2 90,-4-2-90,6 2 90,-1-1-981,3 1 981,1-2 0,3 0-90,3-1 281,3 0-281,5-2 497,7-2-317,10 0 1213,-5 0-1214,7-2 1069,-6 1-1248,-1-4 208,9-4-208,-2-6 0,13-3-90,3-3 605,5-1-605,-2-2 180,1-5-180,-3-2-137,-1-4 227,-1-4-3317,0-3 3227,3-3 180,0 0-1554,0-2 1824,0 0-607,1 0 517,1 1-360,4 3 269,0 2-268,2 2 268,2 3-151,0 3 152,4 2 2526,0 4-2706,0-2 779,2 4-7165,-2-2 753,-1 17 5633,-8 5 0,8 6 0,0-2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4.3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1 540 9422,'27'-15'2968,"-5"1"-2428,2-2-91,-2 3-89,2-1-90,7-1-90,2-3 90,8-2-2754,6-3 2664,8-2-90,5-2-167,5 0 167,3-2-90,2 0 90,2 0-746,0 0 656,1 2 270,5 0-360,-8 4 270,1 1-180,-16 2 180,-10 4-90,32-3 90,-33 5 1706,37-2-717,-43 8 100,18 3-819,-20 8 1140,12 8-1410,-2 12-90,-10-6 0,7 7 0,-17-11-90,2 2 0,2 0 90,1-2-90,20 8 90,-12-6-544,19 4 454,-10-6 0,-1-1 0,5 0 0,-7 0 0,4-1 0,17 4 0,-13-4 0,13 3 0,-24-6 0,-1 0 90,-4-1-90,-2 0 0,8 4 270,-3-1 90,1 4-1,-10 1-179,-9 4 180,-18-3 0,-7 9-270,-10-8 270,-1 5-360,0-7 723,-4 2-723,-1-1 180,-3 3 0,-12 9-270,8-6 360,-11 6-360,12-9 360,-2 2-360,4-2 270,-3 0-180,-13 10 90,13-11-90,-17 12 90,16-12-270,-19 7 180,12-7-406,-10 2 406,12-8 0,-2 0 0,-11 1 90,3 0 0,-10-1 180,-18 5-90,12-4-514,-20 2 694,-9-3-1217,19-4 1037,-20 3 89,31-8-62,-17 3-27,1-5 0,-9-1 103,9-1-193,11-3-180,6-4 180,5-4-180,14-1 90,1-5 388,14 2-478,-12-11 180,11 4-180,-7-7 1184,12 8-1094,2-1 165,-2 0-255,1 1 270,-1 1-1,-9-5 91,1 2-90,-8-2-90,4 5 180,1 4-180,0 3-5667,0 2 990,-1 0 449,-4 0-2068,2 0 6206,-3 1 0,16 6 0,5 1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5.2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66 254 8432,'-60'6'5757,"55"-6"-5487,41-6-90,41-2-2495,15-7 2405,-11 3 0,3-5 0,8 0-1103,3-2 1013,-45 9 0,0 1 90,47-10-90,1 1 0,-5 1 90,-1 1-90,-7 1-92,-5 2 182,-7 1-556,-10 2 466,-7 1 1002,-10 2-373,6 1 1963,-5 1-1693,2 5 555,-11 7-1364,-7 8 817,-9 3-817,0 1 0,-6-2-90,2 0 90,1 2 0,-1 0-473,3 1 383,0 0 0,2 1 90,1-1-90,0 0 0,1 0 90,3 1-90,6-2 0,-1 1 0,-3-1 0,0-2 0,-7 1 0,8 0 473,-4-2-473,2 1 0,-2-1 0,0 0 0,0 0 0,-2-1 0,-2-1 90,-1 1-90,-2-2 180,6 4-90,-2 0 180,1 4-1,-7-3 181,-7 0-90,-8-1-90,-13-1-270,-15 2 0,-7-5 0,-10 3 0,4-4 90,-7 1-2118,-7 0 2118,-4 2 0,-8-2-751,-1 0 751,-6 0 0,-2 0 0,-4-2 0,-1 1 0,0-1 0,-1 1 0,0-1 0,2 0-1,2 0 1,4-1-90,5 0 90,5-2-447,4 0 447,6 0-90,3-2 90,7 1-90,-7 0 1626,4-1-1716,4-8 90,14-9 0,15-7 889,8-6-889,-1 1 621,0-2-621,-4-2 90,-2-2-90,-2-1 0,-2 0 0,-1 2 90,1 1 0,0 1 0,-1 4-3392,-1 2 3482,-1 2-1,-1 2 1,0 1 0,-7-3-90,1 2-180,-4-3-2518,2 3-4048,8-10 6450,12 1-5101,10-4 5307,12 6 0,-6 13 0,-2 3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26.8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1 184 11221,'31'-9'3508,"10"-1"-3329,5 4-3026,7-1 3027,-9 0-90,5 1 628,-6-3-628,7 1 0,-5-2 0,9 2-90,-1-1 90,-1-1-90,-1 1 90,-3-1 469,-1 1-559,-1 0-185,-4 0 185,-2 1 1538,7-3-1448,-4 2 3746,6-1-3656,-8 10-91,-10 4 1,0 10-90,8 5 226,-4-1-226,12 3 0,-10-5 0,2 0 0,7 0 0,-5 1 90,19 7-90,-15-5-618,12 5 798,-12-7-180,-1-1 180,-2 0-270,-2 1 270,-3-1-270,0 2 270,-3-1-270,-3 2 90,-2-2-90,-3 2 90,-4-2 0,0-1 0,-7 0 180,4 4 191,-5-1 168,-3 4 541,-9-3-720,-12-2 0,-7-1 0,-14-2 0,-1-2-90,-11-2-91,-3 0-269,-7 0 270,8-3-270,-4 1 270,10-1-270,-4 0 270,-1 2-270,-44 11 360,34-7-870,-31 8 780,45-11-360,2-1 360,5 0-90,1-1-180,-3 4 90,1-1-180,-3 1 180,4-1 0,5-1 360,-3 1 150,-2 0-690,1-1 0,-3-1 90,2-2 360,-5 1 90,-1-2-270,5-9 0,5-3-90,2-13 0,3 3 0,-4-4 0,5 4 90,-1 0-180,0-2 180,-1 2-90,0-1 90,-11-5 90,1 7-90,-10-5 89,11 4 1,1 3 90,-3-6-180,0 6 0,4-3 90,-3 0 0,11 1 360,-5 0-1260,2 0-9111,5 2 9163,-7 1 0,16 5 0,-2 3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0.4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0 399 11131,'8'-19'899,"1"1"-719,0-1-180,1-2 90,1 3-270,1-4 90,0 2 0,2-2 0,1 0 0,-3-2-359,2 1-181,-3-3 90,1 3-359,-1-2-1,1 1-539,-3 0 1439,2 0 0,-7 10 0,2 3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0.8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0 491 6453,'6'-25'2789,"3"-1"-2340,3 2 271,2-2-270,2 0-90,1-1-91,1-1-89,1 2-90,-1 1-180,0 4-90,-2 2-359,-1 1-1,-1 1-180,5-4 361,-6-1-181,5 0 0,-11-1-269,0 1-181,-3-2 990,0 0 0,-2 10 0,0 3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1.0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1 427 6183,'4'-24'1709,"0"-2"-1079,1 1-180,2-5-90,3 6-180,0-5-1,3 0-89,1 1 0,-2 2-270,9 5-89,-12-2-181,4 5-180,-11-5-359,2 0-450,-2-1 1439,-2-3 0,-1 12 0,-3 3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2.5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252 0 11940,'7'13'810,"-7"4"-630,-16 4-90,-6 5-180,1 2 270,3-5-270,6 1 180,4-6-3752,-1 1 3572,0 1-1258,-1 0 988,-1 2-81,3 1 81,-3 1-90,3-1 0,0 2 270,1-1-269,-2 2 269,3 0 294,-2 0-293,4-1 192,0-1-103,3-1-2375,1-2 2465,-2-1 1656,-1-1-2106,-3 7-138,0-6-41,-4 9 629,1-11 0,1-4 0,4-6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2.7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189 1 6363,'-12'22'1350,"0"0"-451,-6-1-89,5 4-1,-5 0-179,4 4-91,5-3-179,-1-2-180,4-1-90,3-2-180,1 0-539,1 0-541,0 2 631,-7 3-271,2-3-539,-5 4-180,1-3 1529,-6 3 0,9-11 0,-4-3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2.9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148 0 6004,'-11'20'2608,"2"-3"-1618,3 5-91,5-4-359,3 2-360,1 2-90,-5 0-1,0 4-268,-4-2-181,-2 1-90,0 0-180,-3-2 181,5 1-181,-2 0-269,-1 14 449,1-11 90,-5 9 0,5-18-90,-2-1 181,2 1 269,-1-1 0,4-7 0,0-3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4:53.1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146 0 6183,'-4'18'2069,"1"8"-1349,2-1-90,2 6-271,3-3 1,-1-4-180,0-2 0,-3-1-90,-6 0 0,-1 2-450,-5 1-90,-2 3 180,1-5-3661,2 3 3481,1-4-270,-1 3-359,-2 1 0,-3 0 1079,-1 0 0,7-11 0,2-3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3.3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0 933 11131,'37'0'2788,"-1"2"-2608,-1 6 180,-2 4-90,3 0-180,-1 3 89,0-2-269,-3 0 900,-3-2-540,-4-15-180,-7-11 0,-4-11 0,-8-8-90,0 4 90,-1-3-90,2-4 90,1-2-90,1-5-319,4-3 409,-4-2 0,5-3-1,-4-3 91,3 1 0,5 0 0,-1 3 0,0 2 90,-1 3 0,-2 2 0,1 4-3257,-2 4 3347,-3 4 179,-4 3-89,0-1 90,-5 5-90,0-2-10281,-6 6 9321,16 13 0,-11 0 1,13 12-1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24.2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148 953 6813,'-32'-9'5037,"-2"-1"-3148,2 1-90,3-3-899,10-2-541,17-2-89,17 1-180,19 4 0,16 3-90,4 5 90,11 3-90,0 4 0,3 2 0,1 0 0,-6 1 0,-7 0 990,-2-2-361,-10-7-269,-15-8-90,-5-7-90,-16-8 90,6 0-91,1-4 1,4-5 0,0 1 0,4-5-311,1 1 310,1-4 1,2-1-3289,-1-1 3199,-1 1 90,-1 0-1316,-1 2 1316,-1 2-325,-4 2 325,-1 4 0,-4 2 0,-2 2 0,-3 3 90,-3 3 75,-4-4-255,-2 4 2601,-5-3-3770,-1 6 479,-7 0-5157,0 3-2052,-8-1 7809,0 4 0,7 4 0,5 5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0.3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279 0 6094,'11'27'1439,"-5"-2"-900,-9-1-89,-9 0-90,-5 1 0,0-5-270,-6 6 180,6-10-181,-9 9 1,8-10 90,-3 4 0,0-7 0,7 5-90,-10 0 0,8 4-180,-6 0-360,5-1-539,5 1-810,6 2 1799,0 1 0,5-10 0,-2-2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0.6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126 1 6183,'-16'13'2609,"-3"6"-2429,3 3 270,1 0-270,5 0 89,3-4-179,-1 1 180,2 1-180,-2 0-90,4 0 0,-3 0 0,5 0 0,0-1 0,3 0 0,12 5-180,-8 1-270,11 6-359,-11-1 449,-3 1-629,-10-8-630,-2 8 1619,-7-6 0,11-7 0,-1-5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0.8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4722,'25'23'2249,"-4"-1"-827,-3-3-792,-7 0 156,-1-1-606,-8 6 125,-3-5-215,-2 4 387,-4-6-387,4 1 0,-5 1-90,5 1 0,-3 1-90,3-1-180,0 1 90,1-2-450,1 3 91,0-1-181,1 1-539,0 2-180,1 1 1439,-2-1 0,2-10 0,-2-4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1.0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353 0 6633,'-8'25'2519,"-2"-2"-1890,1 1 1,-1-4-360,-3 7-90,1-7 0,1 3 0,2-4-90,0 1-1,-2 2 1,-2 0-90,0 1 90,-1-1-90,1 1-90,0-2 0,2 1-179,-4-1-91,4-1-90,-4 0 0,5-3 1,-2 0-1,3-1 0,-2 0 0,0-1 91,1 2-91,-1-1 90,3 2 90,-2 0-180,1 0 181,-1 2 269,-1-1 0,5-7 0,2-4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1.2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462 1 6004,'-20'26'989,"-3"0"-629,3-1-90,-4-2 89,3 0 1,0-1 0,1-1-90,4 0 90,-2-1-90,1 0-1,0 0 1,0-1 0,4 1 0,-1 0 0,3-1-90,-1 0 0,0 1-91,2-1 1,-2 2 0,5 0-90,-4 0 90,4 2-180,-2-2-90,1 0-1079,-8 20 630,7-14-91,-8 14-539,7-20-360,-4 0 1619,-3 0 0,8-9 0,-1-3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1.4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446 1 6543,'-26'26'2069,"-2"0"-3416,1-1 1977,1 0-90,-1-2 522,1 1-792,1-1 89,-3 1 144,3-1-323,-2 1 0,3-1-180,1-1 0,2 1 951,4-3-1221,0 2 0,4-2-89,2 0-91,-1 0 0,4-1 90,-1-2-539,4 1 359,0 6 1,2-4-361,1 7-89,1-6 989,-4 2 0,4-10 0,-3-2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5:41.5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 1 6543,'-15'19'1889,"-1"-1"-719,4-1 89,-5 1 90,4-2 0,-3 1-1439,13-1-449,7-2-541,8 2-809,5 2 180,-8 4-629,0-1 2338,-11 1 0,2-12 0,-4-2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3.34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11 1 10681,'1'20'989,"-3"-3"-809,-4 3 0,3-3 0,5 3 90,4-3-90,1 0 180,2 1-91,-5 0 271,3-1-90,-2 3-360,2-3-90,2 3-90,-3-3 0,3 1 90,-1 0 90,6-3 90,0 2-90,-1-3 90,-3 3-90,-12 0-90,19-1 89,-25 0 1,27 0 0,-18 1 0,11 2-90,1 0 0,-3-3 90,-2 2 0,1 0-90,-3 1 90,5-1 0,-2 0-90,2-2 0,-1 3 90,1 0-90,-3 0 0,-1 0 90,2-2-90,-3 2 90,1 0-90,0 1 0,-4 2 0,-1-1 0,-1 0 90,3-1-90,-2 1 90,4 0 0,-4 2-90,1-2 90,-4 2 0,0 0-90,-3-2 90,4 2 0,-2-3-90,0 2 90,2-1-90,1 1 0,1-1 0,2 2 90,0-4-90,-3 2 179,1-4 1,-1 0 0,1 0 0,2 1-180,-3 0 90,-2 0-180,0 1 180,-1 0 0,6-2-90,-1 2 90,2 0-90,1 2 90,2 0-90,-1 0 90,1-1-90,-1-3 90,-4 1 0,0 0 0,-2 1-90,0 1 90,-1 0-90,0 1 0,0-1 0,1-1 0,1-1 90,2 2-90,-3-1 90,4 2-180,-4 1 180,3-3-90,-3 1 0,2-1 0,0 2 89,-2 0-89,0 2 0,4 0 0,-5 0 0,6 0 0,-6 2 90,4-1-90,-1 2 90,2-1-90,0 0 0,-1 1 90,-1 0-90,0 1 90,-2 1 0,3 0-90,-3 0 0,3 2 90,3-1-90,0 0 0,2 0 0,1-1 90,-2 0-90,0 0 0,-2-2 90,0 1-90,-1-1 90,-8-6-90,12 5 90,-17-5-90,19 6 0,-11 1 0,5 0 0,1 0 0,-3 0 0,4-2-3392,-4 0 3482,1 0-90,-4 1 0,0 1 0,-2 0 90,1 2-90,-3-1 0,0 2 3482,-3-1-3392,-1 1-90,4 0 0,-2 0 90,6-1-90,-4-1 90,3 2-90,2-3 0,-4 1 0,4-1 0,-2 0 0,1 1 0,-4-7 0,6 4 90,-5-4-180,10 5 180,-2-1-90,1 0 0,-3 0 0,0-2 0,0 0 0,0-2 0,7 0 0,-7 0 0,3 1 0,-7-2 0,-1 1 90,2-3-90,0 3 0,3 0 0,-2 1 0,-2 3 0,3 1 0,-14 2 0,14 1 0,-13 0 0,13-2 0,-2 1 0,2-3 0,2 1 0,-1 0 0,-2 0 0,4 1 0,-2-5 0,3 5 0,0 0 0,2 5 90,-11 3-90,7-7 0,-13-2 0,8-8 0,-3 8 0,5-6 89,1 20-89,1-10 0,0 5 0,-2-2 0,0-13 90,-1 5-90,3-7 0,-3 8 0,2-7 0,1 8 0,-1-8 0,2 0 0,-3 0 0,4 0 0,-3 0 0,3 0 0,-2 0 0,-1 0 0,1 1 0,-1-2 90,4 10-90,-2-8-3392,4 7 3392,-5-9 0,1 0 0,-2 1 0,2 6 0,2 2 0,1 7 90,0-1 3212,-1-7-3302,-1 3 90,-1-3-90,-3 5-90,3 2 90,-2-8 0,-1 5 90,0-4-90,-1 4 90,0 1-90,3-1 0,1 1 90,-3-6-90,1 7 0,-7-12 90,2 6-90,1-8 0,2 1 0,3 12 0,-3-8 90,1 20-90,-1-18 0,0 9 0,-1-10 0,1 1 0,-3 0 90,2 0-90,-1 0 0,1 0 0,0 0 0,2 0 0,-2 1 0,2 0 0,0 0 90,0 0-90,1 0 0,1 0 0,0 0 0,3-1 0,-3 1 0,3-1 0,-2 0 0,3 11 0,-1-10 0,2 10 0,-1-2 0,0-6 0,0 7 0,0-10 0,-4 0 0,1 0 0,-2 1 0,-4-1 0,10 11 90,-7-8-90,8 8 90,-4-11-90,-1-1 0,3 1-90,-1-1 180,0 1-90,1 0-90,-1-1 180,3 12-90,-3-9 0,3 9 0,-3-12 0,0 0 0,1 0 90,-1 0-180,-1 0 180,2 0-90,-4-1 0,3 0 0,-1 0 0,0 0 0,-1 0 0,4 23 0,-3-17 0,3 16 0,-3-21 0,-1-2 0,0 0-90,0 0 90,3 9 0,-1-9 0,1 8 0,-2-9 0,-1-1 0,0 0 0,2-1 0,-2 1 0,4 7 0,-1-6 0,0 6 0,1-8 0,-5 0 0,2 0 90,-1 1-90,-1-1 0,3 9 0,-2-7 90,1 7-90,-1-7 0,-2 0 0,1 1 90,-6 1-3482,6 11 3392,-4-8-363,7 9 363,-1-11 0,1 1 0,-1 0 0,3 0 0,-3 0 90,7 12-90,-5-10 0,4 10 0,0-11 0,-2 1 0,-3-1 3167,2 1-3167,-1 0 0,7 12 0,2-10 0,-3 10 0,-3-14 0,0 1 0,0 0 0,2 0 678,-1 0-768,6 11 90,-4-9 0,4 8 0,-6-12 0,0 1 0,1-1 0,-1 1 0,12 25 0,-10-18 0,8 17 90,-12-23-90,-5-1 0,4 0 0,-2 1 180,11 20-180,-4-15-90,1 15 90,-5-22 0,0-1 0,-2 1 0,1-1 0,-2 0 0,0 1 0,0-1 0,2 1-90,0-2 90,-1 2 90,1-1-180,-1 0 180,1-1-180,3 10 90,-3-7 0,1 7 0,-3-10 0,0 0 0,2-1 0,-1 1-90,1-1 180,0 0-90,3 1 0,-2-1 0,1 0 0,-1 0 0,-1 0-90,1-1 90,0 0 0,1 1 0,-1-1 0,2-1 0,-2 2 0,1-2 0,-4 2 0,2-2 0,-4 1 0,7 0 0,6 17 0,-4-11 90,3 11-90,-8-16 0,-2 1 0,5-1 0,-4 1 0,5-1-3392,-6 0 3392,-1-2-90,1 1 180,7 10-90,-7-7 90,8 8-90,-11-9 0,2 0 0,3 10 0,0-8-90,1 7 180,-1-9 3212,-2 0-3302,-1 0 0,2 0 0,-2-2-90,5 13 90,-3-9 90,1 10-90,-1-10 0,-2 0 0,2-1 0,-1 0 0,0 0 0,0 0 0,1 0 0,-2 0 0,1 0 90,-1 0-180,-1-1 90,2 0 0,-2 1 0,1 0 0,1 11 0,-1-8 0,1 7 0,-2-9 0,0 0 0,-1 0 0,1 1 0,-1-2 0,2 1 0,-1-1 0,1 0 0,1 0-90,1 0 180,-3 0-180,3 1 90,-4 0 0,2 0-3392,-2-1 3392,1 2-199,0-1 109,-2 0 180,2 2-90,-2-1 90,1 0-90,1 1 3294,0-2-3294,-1 1 0,3-2 297,-4 1-297,4 0 0,-1 0 90,2-1-180,3 10 90,-2-7 0,4 9 0,-4-11 0,-1 0 0,1-1 0,0-1-90,-1-1 180,4 1-180,-3-1 90,3 1 0,-1 0 0,-1-1 0,-2 0 90,1 0-180,-2 0 180,-1-1-180,0 0 180,-2-1-90,-1 1 0,6-1 0,-6 2 0,7-1 0,-8 0 90,1 0-90,-4-1-90,2 0 90,-1-1 0,-2 8 0,4 2 0,-3 1 90,7-2-180,-3-7 180,2-1-90,-2-1 0,1 1 90,-1 10-180,0-7 180,1 7-90,-2-8 0,3 1-90,-2-1 180,-1 0-90,2-1 0,0 0 0,1 2 359,0-2-449,-4 1 360,2-2-360,-1-1 180,2 8 90,2-6-270,-1 6 90,-3-8 270,4 7-540,-4-5 540,4 5-450,-2-7 360,-2 2-360,-1-1 360,0 1-360,-1 0 450,0 1-540,-2 1 450,0-1-360,-4 2 360,3 0-360,-3 0 90,2-1-90,-3-1 180,-1 1-90,0-2 90,-1 2-90,1 0 90,0-1-90,-1 0 90,0-1 0,-1 0 0,0 2-90,-1-1 450,1 2-450,-4 1 270,-4 9 90,3-9-450,-4 5 450,8-10-450,0 1 0,0 1 90,0 2 450,-1-2-540,0 1 90,0-1 0,2-1 0,-2 1 0,4-1 90,1 1 90,0-1-180,3-1 0,-3 0 90,3-1 0,-2 5-269,2-5-721,2 10-3777,-1-7-5064,0 2 9770,-12-5 0,9-8 0,-6-5 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5.53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0 13829,'16'16'1169,"-3"0"-989,-9 6-90,-3 1-90,2 2 90,-4 3-90,3 2-90,-2-5 0,1 0-90,0-4 1,0 0-1,1 0-360,0 1 0,1-1-179,-3 1-1,2-2-89,2 2-1,0-1-179,1 1-541,3-1-538,-6-1 2068,4-1 0,-6-8 0,0-3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5.79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38 1 6723,'-11'19'2879,"1"0"-2250,2 1-89,1 0-180,6-1-1,3 0-179,11 1 0,5 1-180,6 2 180,2 0-360,3 1 180,-7-5-360,0-1-89,-10-4-91,3 0 180,-5 2-179,1 2-91,-3 0 90,-2 2 0,0 0-449,-4 2 0,3-1 989,-3 0 0,0-9 0,-1-3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5.97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0 6273,'11'18'1889,"-2"0"-989,0-1-450,-1 4 269,1-4-179,-2 7-90,-1-5-271,-3 2 181,1 1-270,-1-1-270,-1 2-719,1 2-540,-1 2-1979,-2 2 2570,-3-1 0,1-12 0,0-3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6.19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60 0 7083,'-21'15'3688,"1"-1"-3778,3 3-630,15-1-89,4 1-1440,15-2 2249,1-1 0,-7-5 0,1-4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6.40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68 0 6094,'-20'16'3238,"4"-1"-2339,-3 2-719,6-1-900,14 0-539,8 1 1259,19-5 0,-13-5 0,0-3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6.58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24 0 6273,'-8'20'3059,"0"0"-1710,4 1-360,1-1-899,3 1-1979,7-1-2068,-1-2 3957,10-3 0,-11-6 0,3-4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6.791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5 1 6723,'-4'21'2699,"3"-2"-2070,6 0 1,4-1-360,0 1-270,6-3-270,1 4-450,6-5-89,6 3 359,-2-1-719,6-4-450,-12 4 1619,4-4 0,-17-3 0,1-3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7.04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0 1 6273,'3'21'1889,"1"-1"-1079,1 1-1,2 5 91,-1 0-181,0 5-89,2-3-90,8 10-450,0-10-90,4 10-90,-4-11 90,2 1-270,-2-6 0,0-2-3482,-12-4 3572,7-2-269,-7 1 269,14-1-270,-3 1-90,2-1 181,-4 1-91,1-1 3482,-2 1-3392,2-1-719,9 15 809,-8-9 0,6 11 90,-12-12-180,-4 0 360,1 2 0,-6-9 0,3-3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7.217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51 0 6273,'-5'26'720,"-1"-2"-450,2-1 90,-1-2-1,1 1 1,-1-1-90,1-1 90,2 0 270,-1-1-361,1 6 271,-6-4 90,9 7-91,-4-4-89,10 2-270,-1 0 90,1-1-180,0-2-90,0-1-270,0 1-450,-1-2-359,7 2-180,-9-3-2069,3 1 2480,-10 0 0,0-10 0,2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7.406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46 0 6723,'-7'26'1619,"1"-3"-1169,2-5 449,0-1-179,-2 6-180,-1 3-180,3 3-181,-1-1-179,7-2-359,-6-5-91,15 3 90,-10-1-90,14-1 1,-4-1-451,6-8 450,4 6-89,1-4-271,-1 5 1,0-4 809,-8 0 0,-4-7 0,-5-1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7.58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128 0 6004,'-6'23'989,"-1"-2"-629,-1 1-90,-1-2 89,1 1-89,-1-1 0,2 2 0,-4-2-90,5 1 0,-2-1-90,3-1 90,-1 0-90,1-2 0,1 1-90,-4 0 89,12 0-89,-8 1 0,10 9 0,-6-5-89,-1 9-1,0-9-90,-3 1-3392,1-1 3302,0 0-90,2 0-90,0 0-89,0 1-271,-1 1 1,0 0 809,-2 0 0,2-11 0,0-3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8.14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81 1 6094,'-3'26'1079,"1"0"-719,-2 0-1,-1-1 1,-1 0 0,0 1-90,-1-2 90,7 2 0,-12-3-91,7 2 91,-8-3 0,5 1-90,5-2-90,-1-1 179,2 0-89,2 4-360,2 1-269,6 5-361,3-4-179,3 0-91,3-3 181,4-1 449,2 0 90,0-5 90,-4 1 90,-3-4 0,-4 3 0,0 0 0,-2 2 180,0 2-180,-3 2 180,-1 0-90,-2 2 90,-1 1 0,0 1 0,-3 2 90,0 0 809,-10 46-719,1-32-1748,-6 35 1838,5-43 0,-1 0 68,-5 29 22,6-24-180,-5 20 90,10-31-90,-1-1-1,1-2-89,3-3 90,0-1-180,2-1 90,0-1 1434,2-1-1524,0 1 695,2-2-785,0 2 0,0-1-180,-1 1-3482,2 7 3392,-2-6-180,2 4 90,2-7-179,0-1 89,3 0-90,-2 0 181,4-1 2941,5 9-2852,1-5-90,1 5 270,-2-6-179,-6 1-1,3 2 90,-3 2 90,0 1-90,0 13 180,-3-9 0,1 23 90,-5-20 0,-1 10 90,-4-13-90,-1 1 90,-1 1 89,-3-1-89,-1 1 90,0 0-90,-3 0 0,1 1 90,-2-1 0,0 0 0,2-1-1,0 0 271,-4 10-360,8-9 0,-4 7-90,8-11 0,-1-1 0,4 10-180,-1-7-360,4 17 180,0-19 90,-1 10-269,1-10-91,-3 1 90,2 2-180,-4 2-359,2 1-3392,1 2 4381,1 1 0,1 1 0,-3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8.31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320 0 6633,'-31'43'1979,"0"-1"-7190,-4-3 5661,5-2-90,-6-2 553,10-3-643,-3-2-90,7-3 0,0-3 697,4-3-1056,3 0-541,5-2-449,1 7 1924,6-2 0,1-6 1,2-6-1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09.850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82 109 5914,'24'-20'989,"5"-4"-629,-5 7-90,6-2 179,-4 3 2700,1 3-2880,-3 15-89,-24 6 0,-3 9 0,-23 3 0,7-4-90,-3 2 0,1-1-3392,1 0 3392,1 0 0,2-1 0,2 1-90,2-2 0,-5 5-180,3-1-540,-3 3-1798,5-3 2518,-1-5 0,9-4 0,-3-5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0.09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431 0 6633,'-56'11'2159,"13"-1"-1619,1 1-91,14 0 1,-3 0 0,3 2 0,-1 0-91,1 0 1,2-1 360,0 11-450,1-10-180,0 12 0,1-10-630,10 5-1529,9-3-2428,9 1 4497,22-13 0,-16 1 0,11-9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0.30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592 3 6094,'-17'-2'4407,"3"1"-4137,-24 17 0,8-1 0,-2 4-91,-3 0 91,-1 2-90,-1 1-90,-2 0 90,1-1-90,-1-1 0,2 0-90,0-3 0,2 1-90,3-3-360,2-2-1169,0 1-720,4-3 361,22-21 1978,-2 2 0,21-13 0,-12 13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0.512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460 1 8972,'-31'18'899,"1"2"-539,2-1-90,-2 2-5661,-3 1 5661,-1 1 0,-1 1 647,-15 8-738,13-9 885,-10 6-884,18-12-360,-5 0-3238,10-2 5006,7-13-3027,16-4 1742,10-16 1,0 10 0,-4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0.68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415 1 6183,'-29'12'1350,"1"1"-901,-1 1 1,-1-1-4342,7 3 4162,-5-2 950,4 1-951,-6-2 181,-2 1-90,-8 1-630,2-1-989,-6-3 359,20-14 271,9-10 3211,19-8-2582,9-14 0,-4 21 0,2-4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0.81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358 0 6094,'-35'16'1619,"0"1"-1080,-3 1 1,1 0-180,-1 0 0,1 0-1,1-2 91,5-1-900,-4 1-1888,9-1 2338,22-1 0,-1-7 0,20-2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4.714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428 104 6453,'-30'-13'1529,"3"1"-1079,0 0 180,0 1 629,-7 1-629,6-3-1,-5 1 721,8 2-1170,-3-1-180,15 15 0,-2 5 0,15 15 0,-8 4 0,2-5 0,-3 3 0,3-8-285,0 2 375,0 0-90,0 1 0,-1 1 0,0 1 0,-1 1 0,1 1 0,-1-1 374,-3 1-194,2 0-180,-3 0 180,5-1-180,0 0-90,3-1 90,2-1-90,-1 1 540,1 30-450,2-23 180,2 23-270,1-31 270,-3-1-270,1 0 180,1 10-180,0-8 90,1 8 0,8-9 0,-12 1 0,8 0 0,-8 0 0,0-1 0,3 0 0,-1-1 90,-1 2-90,-1-1 90,0 9-90,0-6 0,2 7 90,-3-9 180,2 0-270,-2 0 180,2 0-270,0 0 359,2 0-359,-1 0 1,0-1 89,2 2-3482,0-3 3482,1 2-1025,0-2 1025,1 0 0,1 0 0,-1-1 0,1 1 0,2 0 2885,-2 0-2885,3 0 0,-2 0 0,-1 0 0,0-1-1770,-2 0 1770,2 1 0,-2 0 0,0 0 89,0 0-89,0 0 90,3 11-90,-3-8 0,2 7 0,-3-10 0,2 1 0,0 0 0,1-1 90,-2 0-90,5 9 0,-4-6 0,5 6 90,-3-9-90,0-1 0,0 0 0,-3-1 0,1 2 90,-1-1-90,1 2 0,-1-1 90,-2 1-90,1 0 0,0 0 3392,4 1-3302,0 0-90,1 0 0,-6 11 0,-1-7 0,0 7 90,3-11-90,0-1 0,3-2 0,0 2 90,2-1-90,6 9 0,-3-8 0,5 6 0,-5-8 0,2-1 0,-2 1 0,-2 0 0,1 1 90,6 10-90,-6-6 0,8 7 0,-10-8 0,3-1 0,-4 3 0,7-2 0,-6 3 0,7 21 0,-9-16 0,3 15 90,-5-23-90,1-1 0,-3-1 0,3 0 0,0 17 0,0-13 0,0 12 0,-1-16 0,-2 0 0,1 0 0,2 0 0,3 12 0,-3-9 0,-2 11 0,5-11 0,-6 0 0,10 0 0,-3 0 0,-3 1 0,2-1 0,2 1 0,-3 0 0,2 0 0,-2 0 0,-1-1 0,1 0 0,0-1 0,-4-1 0,3 0 0,-3-2 0,5 0 0,-4-1 0,3-1 0,-5-1 0,3 0 0,-1 1 0,0-1 0,-1 0 0,-1 1 0,-3-1 0,0 1 0,0-1 0,0 0 0,-1 2 0,0-1 0,0 1 0,0 1 0,1-1 0,0 1 0,1-1 0,1 1 0,-1-2 0,2 2 0,-2-2-3302,6 11 3212,-4-7 180,4 6-180,-2-8 90,0 0 90,-1-1-90,-1 1-90,-1 0 180,2 0-90,-1 1 3392,2 1-3392,-1 0 0,2 0-90,-1 0 180,2 0-180,-4 1 180,6 1-180,-6 0 90,7 1 0,-5 0 0,4-1 0,-3 0 90,2-1-180,-2 1 180,1 2-90,-4 1 0,2 1 0,-3-1 0,1 1 0,4-2 0,-3-1 0,1 0 0,-2-2 0,-2 0 0,2 2-90,-1-3 90,4 0 0,-1 5 0,2-6 0,-2 7 0,2-8 0,-3-1 0,2 0 0,-2-1 90,6 0-90,-3 0 0,6-1 0,-6 1 0,0-1 0,2 1 0,-3 1-3392,6 7 3392,-1-6 90,2 6-90,0-8 0,-2 1 0,1-1 0,-2 0 270,2 0 0,-2 8-360,0-6 270,2 7-270,-9-8 3661,5 0-3660,-5-1 268,7 1-269,-1-1 180,3 11 90,-3-6-270,0 6 270,-1-8-360,-1 0 90,2-1 0,-2 3 90,0-1-179,3 13 179,-4-8 0,5 9-90,-3-11 90,1 0 0,2-1 0,-5 0 0,4 0 0,-4 1 0,4 0 90,-2-1-90,1 2 0,3-1 0,-1 2 90,3 0-90,-3-1 89,10 15-89,3 3 0,0 1-416,4-3 776,-11-11-450,3 1 359,-2 1-359,-3 1 270,3 1-180,-3 1-90,-1 3 270,-1 0-270,-2 1 270,0 0-360,-1 0 90,-1 0 90,-2-2-90,0 0 1,-2-1 89,-1 0-90,0-3 90,-2 0 0,0-1 0,-1-2 0,0-1-90,-4-1 90,2 11 0,-7-10 0,6 9 0,-2-14 416,7-2-416,-3 0 0,4 6 0,-4 2-90,1 5 90,1-2 360,-4-1-450,1-1 90,-3 2 0,1-1 0,-2-6-90,-2 17 90,5-11 0,-3 6 0,5-9 0,-1-10 0,-2 0-3392,1 0 3392,2 0-90,-1 0 90,4-1 0,-4 1 0,1-1 90,-1 1-180,0 0 3482,1-1-3392,0 3 0,-2-1 0,1 1 0,-1 2 0,0 0 0,1 2 180,-3 0-180,2 1-90,-3 1 0,3 0 90,-1 0-90,0 1 90,1-2 0,-1 1 0,1 0 180,-3 0-180,2-2 180,0 0-270,0-1 90,2-1-90,-1 0 90,0 11-90,0-8 90,1 8 0,-1-12 0,1 1 0,0-1 0,1 2 0,-2 0 0,0 2 90,-2 1-90,1 0 90,-1 3-90,1 0 90,-1 1-90,3 1 90,-2 0 0,2 1-90,-1-1 90,0 1-90,-1-1 90,1-1-90,2 0 0,1-2 90,2 0-90,-1-2 270,2 24-180,1-20 0,-1 18 0,2-26 0,-6 0 0,2-1-90,-2 0 179,1 8-89,2-7-90,-1 6 90,2-11-3392,3 0 3392,-3 1-90,4 0 90,-6 1 0,3 1 0,-9 0 0,16-1-90,-15 2 90,15-1 0,-11 2-90,0-1 90,2 3-90,0 0 90,3 15-90,-2-11 90,2 11-90,-2-12 90,1-2 3302,-2 2-3302,0-1-90,-3 1 90,3 14 0,-4-11-90,2 10 90,-2-14-90,1-2 89,1 0-89,-2-1 0,4-1 0,0 8 0,2-5 0,3 5 0,-4-9 0,5-2 0,-2 2 0,5 1-89,-3-1-1,5 3 0,-2 0-90,5 3 0,1 4 0,4 0-90,4 4-481,1 0 391,6 1-180,-2 0 91,1-1-181,-2 0-90,3-2-89,1-1-270,3-5-181,-1-1-179,-2-2-990,-2-3-719,-12-3 3148,5-5 0,-20-7 0,4-4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5.79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288 0 12660,'-5'22'899,"-1"3"-719,-7-5-90,1 3 90,1-6 90,-2 12-180,0-6 0,-2 7-90,0-9 90,0-1 0,0 1 0,0-3-90,-13 14-180,3-9-900,-10 9 1080,8-12 0,14-9 0,2-4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6.019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385 1 7892,'-43'-1'2969,"0"5"-2430,5 9-179,1 5-90,1 2-90,2 1-270,0-3-540,4-2-899,7-3-1799,-6-2 3328,12-11 0,1 2 0,11-10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6.168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177 1 6993,'-18'16'2069,"-8"6"-1709,4-2-1,-5 4-89,11-6 180,-2 1-180,0 3-1529,0 0-1080,4 0 2339,26-14 0,-8-1 0,15-9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6:17.213"/>
    </inkml:context>
    <inkml:brush xml:id="br0">
      <inkml:brushProperty name="width" value="0.06" units="cm"/>
      <inkml:brushProperty name="height" value="0.06" units="cm"/>
      <inkml:brushProperty name="color" value="#FFC114"/>
    </inkml:brush>
  </inkml:definitions>
  <inkml:trace contextRef="#ctx0" brushRef="#br0">837 1 11850,'-21'20'360,"-1"-1"-180,3-3-90,1 1 0,-2 1 0,3 0-4342,0 0 4342,1-2-90,0 1 950,4-1-950,-7 4-180,5-2-900,-4 3-1978,3-4 2159,-3-16 3661,8-9-3392,-3-16 361,11-5 179,-1-1 269,0 3 631,0 3 1529,-3 4-2069,-26 13-1,0 9 1,-14 7 0,11 4 0,4 0 0,0 0 0,-3 2-91,1-1 271,-7 4-450,3-2-2878,-1 2 2068,29-18 451,17-8-1,15-11-90,5-8 270,-13 10 180,1-10 450,-7 8 1349,-8-5-1080,-14 8-539,-7 10 0,-10 9 0,-9 13 0,16 0-180,-13 3-630,17-2-1438,-5 2 2068,7 0 0,6-8 0,6-2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0.0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583 0 10501,'2'19'720,"-3"-1"-2051,-13 4 1691,-2 0 180,2 2-270,-6 3-180,2 3 180,-2 1-2645,-19 33 2645,14-22-799,-9 15 1,0 1 618,4-10-43,-3 8 1,2-1 42,9-16 90,-21 41-180,25-49-1488,-22 34 1488,23-41 1578,-15 24-9944,19-29 8707,-24 1 1,27-13 0,-13-8-1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0.4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12390,'49'6'450,"5"2"-360,-13 4 0,5 1-360,-9-1 360,4 1 0,4 0 238,29 9-149,-12-3 1,3 1-135,-17-7 0,1 2-560,29 12 0,-5-1 695,-15-6 90,6 6 0,-1 1-180,-12-6-1296,7 5 0,-3-1 1296,-18-8 491,30 17-401,-37-19-810,7 5-989,-15-6-499,-2-2-2919,2 3 5885,-2-2 0,-6-4 0,-5-2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1.1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437 0 8612,'-7'12'5037,"-2"-4"-4947,4 25-90,-4-7 0,-4 1 90,-1 4-90,-2 1 0,-7 1 0,6 2 90,-8 1-90,-5 18 90,-27 27-90,16-22 0,6-12 0,2-5 0,12-16-90,-19 18-3868,26-26 2519,-5-15 180,14-13-90,4-14 1349,0-1 0,2 14 0,-4 3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1.5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 7533,'41'-7'2788,"3"3"-2518,17 7 0,-10 3-445,4 2 355,-11 0 359,4 1-359,1 1 449,22 6 1,3 1-450,8 0-1793,11 6 1,-2 0 1702,-26-9 407,6 4 1,0-1-408,0-2 0,-14-2 0,-2-1 0,-3 0-177,27 4-183,-32-8-1824,24 4 2094,-20-7 0,-26-1 0,-1-2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2.2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339 5 9422,'11'-5'3328,"-6"8"-3148,7 14-90,-12 7 0,-3 3 359,-7 5-630,-1 6 271,-8 3 247,-12 25-68,1-12 1,-1 1-180,-11 23 0,7-13 0,2-7 0,12-21 0,-11 31-180,20-40-1349,0 7-1235,3-15 245,-1-20 181,1-9 2248,-1-12 0,7 6 0,-1 7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2.4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 6993,'8'-2'4857,"2"1"-4227,34 11-360,-4 2 90,9 0-91,4 2-89,6 0 180,4 2-135,-18-5 0,7 3-1433,11 4 1,7 2 0,-4-1 1252,-2-1 0,2 0-15,14 5 0,9 3 0,-15-5 739,0 0-1039,1 0 1,-1-1-91,-17-5-855,-3-1 1,-1-1-4632,-5-3 5846,14 5 0,-37-10 0,-9-1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3.9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564 785 6453,'-18'13'3059,"-6"0"-1890,-4-1 180,-4 0-539,-8-6-540,-3-4-181,2-5-89,-2-7 90,15-1-90,1-3 0,7-1 0,0-1 0,-3-3 90,-12-16 0,-14-38-270,13 19-1696,10-9 1,6-1 1785,11 16-196,8-9 1,4 1 195,9 16-45,14-6 0,3 1 135,0 11-90,12-2 0,0 3 90,-5 13-95,54-12 185,-32 21 0,35 3-1370,-29 10 1369,-2 6 1,-15 2 1451,37 19-1451,-29-8-11,-4 4 0,-3 1 280,-4 5-269,2 10 0,-2 3 0,-7-1 45,-2 11 0,-7 0-45,-20-18-208,-29 51 208,0-61-90,-42 26 0,26-36 45,-26 2 0,-5-1-135,8-4 673,-6 0 1,2-1-1033,14-5-2846,-7-5 3295,8-1 0,22-4 0,8 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4.8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909 517 6813,'25'0'4318,"-19"5"-4138,-5 17-1,-18-4-89,-3 3 90,0-8-90,-1 0 270,-58 16-360,38-15 0,-9 0 0,-3-2 0,-3-7-45,7-6 0,-2-1 45,-15-3-45,-5-10 0,3-5 45,13-1 0,-6-13 0,4-4-90,19-1 45,8-9 0,4-2-45,14 4 45,19-9 0,9 2 225,11 11-1876,17-2 0,5 3 1876,-2 14-1269,14-1 0,1 3 1089,-11 8 90,-2 3 0,1 1 90,4 8 89,39 9-179,-27 4 180,-3 9 0,-3 4-270,-7 4 360,29 18-270,-22 13 2118,-26-19-2028,9 35 3317,-35-38-3137,-26 40-360,1-41 90,-26 6 0,-6-3-90,-1-15-1794,-18 2 0,-1-3 1614,9-10-180,5-3 1,0-1-631,-14-5-2877,-27-3 3904,33-5 1,12 3-1,35-1 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05.9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766 379 6633,'29'-3'5217,"-13"7"-5127,-3 13 90,-19 2-90,-5 4 0,-4-5 0,-3 2 0,-4-1 0,-30 18 0,-31 3 0,12-4-90,-12-6-90,32-19-3482,-39-12 3482,29-1-813,1-15 0,5-7 814,21-3-246,-32-41 156,47 31 44,5-22 0,4-2 45,8 8 225,11-13 0,8 4-225,9 28 270,21-16-270,-16 30 269,17-3 1,-11 7 0,13-1-90,2 8 180,46 5 2509,-27 4-2554,1 9 0,-2 4 1965,-14 4-1920,5 10 0,-3 3 202,-11 0-202,-3 17 0,-7 2-180,-18-6 45,-12 11 0,-8-1-45,-16-13-90,-21 9 0,-5-3 0,1-13-225,-12 2 0,-2-5-675,10-14-449,-37 5 719,28-21 630,-38-29 0,49 18 0,-11-19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34.5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 0 6363,'-11'19'1350,"4"-1"-991,3 0-89,5 2-90,1 0 0,-1 3 180,-3-2 0,-4 0-360,2-2 90,-3-1-90,7 3 179,-9-4-89,14 4-90,-17-3 90,23 0 0,-11-1 90,13-2 0,3 1 0,-15 1-90,10 1 90,-14 4 0,7-1-90,0 1 0,-2-2 0,3 0 0,-2 1-1,1 0 1,1 2-90,-1-4 90,-2 2 0,1-4 0,-3 4 270,-2 1-90,4 0-90,-1-2-90,3-3 0,-1 2-90,-3 3-90,1-1 180,-1 1-90,1-3 0,-2 1 0,-2 1 90,3-1-90,-1-1 0,6-1 90,-1 3-90,3-1 0,-4 1 0,5-2 0,-6 1 90,8-1-90,-1 3 0,2-2 90,2 3-90,-5-3 0,2 1 89,-4-3 181,0-1-90,1 1-90,-1-1 0,0 1 0,0-1-180,8-1 90,-13 3 90,11-2-90,-14 3 0,8-3 90,-1 2-180,4-3 270,-5 4-360,3 1 180,-7 2 180,4-3-270,-4 1 270,4-2-180,-1 0 0,3-1 0,-2 2 90,3-2-90,-5 4 0,-2 0-270,3 3 180,-4-1 0,7 1 90,1 3 90,-4-4-90,1 3 90,-6-9 0,1 5-90,0-1 90,3 3-90,-1 15 90,1-14-90,-1 22 0,1-24 90,7 7-90,-7-10 0,6 2 0,-5-4 0,2 5 90,2-5 90,1 16-180,-1-11 90,3 10-180,-3-11 180,2 12-90,-5-11 0,0 14 90,-4-17-90,11 15 89,-7-8 1,9 11 0,-9-9-90,-2 0 90,2-2-90,-1-5 0,3 2 0,-3-3 90,2 4-90,-2 7 0,1-6 90,0 18-90,-1-20 0,-2 10 0,1-9 0,-1 13 0,-1-12 0,-2 12 0,2-16 90,-5 14-90,7-11 0,-3 11 0,3-16 0,-1 18 0,1-13 0,1 12 0,3-16 0,-4 22 0,1-17 0,-4 17 0,5-18 0,1 11 0,-1-10 0,1 6 0,-8-9 0,3 15 0,-1-11 90,2 28-90,-1-33-90,2 32 90,4-27 90,-4 17-90,0-18 0,-2 18 0,-7-14 0,7 23 0,-2-19 0,-1 10 0,0-18 0,-3 6 0,0-9-90,-3 18 90,4-7 0,-4 12 0,7-14 0,-3 0 0,5-4 0,2 4 0,-2-7-3392,4 29 3392,-3-28-153,14 42 153,-10-41 0,10 49 0,-11-45 0,7 49 0,-8-50 90,11 40-180,-14-40 90,13 51 90,-13-47-90,3 47-90,-6-52 180,-4 41-180,4-43 180,-3 40-90,5-44 0,-3 39 0,2-39-90,-2 37 90,4-36 0,-9 36 0,6-34 0,-10 41 0,9-41-2217,-9 41 2307,7-42-90,-5 38 0,6-34 2217,2 17-2217,1-22-90,-1 19 0,-6-21 153,6 29-63,-3-32 3302,9 30-3302,-1-26 180,-4 42 0,-2-39 0,16 45-270,-13-47-180,18 42 270,-15-39-180,0 38 180,2-37-90,4 39 90,-3-36 0,5 54 0,-6-50 0,3 47 0,-5-51 270,4 59-360,-5-54 0,2 42 0,-2-53 0,-2 36 90,4-31 0,1 39 0,0-41-3392,2 42 3392,-4-39-1203,-1 55 1203,2-50-595,-3 55 595,1-55 180,-2 35-180,-7-41-90,8 44 90,-6-40 180,14 54-270,-3-55 0,9 55 90,-6-53-1732,10 57 1732,-11-55 0,5 61 0,-8-59 704,1 14 1,2 0-705,0-15 90,10 52-90,-9-57 759,12 37-759,-14-42 0,26 38 0,-20-38-1487,25 35 1487,-21-36 1725,22 36-1725,-22-40-90,25 31 0,-25-35 237,26 22-327,-20-19-270,-1 6 23,-1-4-1911,1 8 2735,-9-9-397,3 9 0,-18-24 0,-2-1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37.2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1 551 6273,'39'-5'1889,"0"-2"-1529,9 1 270,-8-1-450,17 3 0,-3 2-90,8 1-1,6 2 91,0 0-90,0 1 0,-5 0 0,-7 0 0,-6 1 90,-1 1-90,2 0 0,8 1 0,-2-1-90,3-1 90,-7 0 0,-1-1 0,3 0 0,2 0-90,3-1 90,-4 1 0,5 1-90,-8-2 90,7 3-1,-4-3-89,3 4 90,2-1 0,5 0 0,7 1 0,5-3 0,5 1-90,3 0-1019,2-3 1109,-16 2 0,15 0-301,5 3 301,-33-2 0,1 1-90,-2 0 0,0 0-1433,11 1 1,-3 0 1432,12 1-297,-12-1 0,0-1 297,10 0 45,-8 0 0,0 0 45,9 0 140,-14-1 1,1 0-231,10 0 45,-21 0 0,0 0-45,29 0 60,0 1 30,-5-1-90,-21-1 0,1 0 0,31 1 0,-29-2 0,-1 0 2920,27 0-2920,5 2 90,-1-3 719,5 2-719,-1-4-90,-40 2 0,0 0 0,42-1 45,-28 0 0,-2 1-45,18-1 0,5 1 0,-1 0 0,-10-2-535,4 2 0,-1 0 535,-11-1 0,-1 1 0,14 0 0,-9-1 45,-21 1 0,0 0-45,26 0 0,11 0 0,-13 0 0,17 0 0,-17 0 0,13 0 0,-10 0 0,-20 0 0,2-1 0,33 1 0,14 0 0,-15 0 0,-36 0 0,1 0 30,36 0 0,16 0 0,-15-1-30,-32 1 0,-1 0 0,33-1 0,14 0 0,-16-1 0,-37 1 0,-1 0 0,22-1 0,10 1 0,-11-1 0,-25 1 0,1 0 0,29-1 0,12-1 0,-11 1 0,-29 1 0,1 0 0,26-2 0,12 0 0,-13 1 270,20-1-330,-31 1 0,10-1 0,-9 0 60,29 0-30,-21 1 0,12-1 0,-11 1 30,-25 0 0,0 0 0,23 0 0,10 0 0,-12-1 0,20 1 0,-21 0 0,12-1 0,-12 1 0,24-1 0,-24 1 0,11 0 0,-13 0 0,13 0 0,-17-1 0,11 1 0,-10-1 0,16 1 0,14 0 0,-1-1 0,-29 1-1322,8 0 1,0 0 1591,-13 0-682,26-1 0,1-1 322,-17 1-466,19-1 1,-1 0 465,-24 1 0,15-2 0,0-1 693,-10 2-633,-8-1 0,12 0 0,-10 0 30,19-2 30,-18 2 0,12-1 0,-13 1 1791,14-1-1701,-15 0 0,12-1 0,-11 1-120,18-1 135,15-3 0,-2 0 958,-26 1-1093,5 0 0,1-1 3220,-11 1-3265,18-4 0,1 0 45,-6 3 0,14-5 0,0 0-1239,-15 4 1239,-18 1 0,-2 0 0,-3 1-610,2-1 610,1 0 0,-4 1 0,2 0 0,19-4-1267,9-1 1,0 0 1266,-5 1-580,-16 2 1,9-2 0,-8 2 579,23-3-252,-23 4 1,9-2 0,-11 3 521,19-1-625,15-3 1,1 0 354,-17 3 231,-1-1 1,-3 1-232,-15 4 135,10-2 0,2 0-45,2 1 0,-6 0 0,1 1 1288,9 2-1513,-22 0 0,1 1 135,32-1 0,-38 1 0,-2 1 90,16-1-90,-7 0 90,0 1 1927,-1 0-2017,-5-1-1977,2 0-2790,-43 6 5152,-14 3 1,-18-1 0,0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2.4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1 8072,'-23'12'1350,"13"2"-1170,6 4 359,16-1 361,-22-2-541,14 2 271,-13 0-180,8 4-360,-1-1 90,-1 1 0,1-2-360,2 1 180,-1 0 90,7 0 90,-4 0-90,2-1-1,-1-1 91,-2 0-90,3-1 0,-1 3-90,2-2 90,1 2-90,0 1 90,1-3-90,0 1 90,4-2-90,-2 2 90,4 1 0,-4-1 0,0 3 0,-1-2 0,-1 1 0,-1 0 0,-1-3 90,-1 1 269,-1-1-449,0 1 180,-3 1-270,-1 0 180,0 0 90,2 2-540,2-2 270,0 3 90,1-5 0,-2 3 0,-1 0 0,0-2 0,-1 2 0,0-3 90,1 1-90,2 2 0,0-1 0,1 2 0,0-1 0,0 0 90,3 0-90,0 1 0,1 0 0,3-1 90,-8-1-180,3-1 180,-11 0-90,1-2 0,2 2 0,-1-2 0,3 3 0,2-1 0,-3 0 0,5 0 0,-3 1 90,1 1-90,-3-2 0,-2 0 0,-4-2 0,1 1 0,1 1 0,1-1 0,1 1 0,4 1 0,1 1 90,3-1-90,1 0 0,-1-2 90,2 2-90,-1 0 0,-1 0 0,-2 2 90,2-4-540,-4 5-809,3-4-1080,3 2-3327,0 1 5666,7 0 0,-8-9 0,0-1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4.3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576 636 13649,'-19'-16'180,"-4"-1"-180,-7-3 0,1 2 0,0-2 0,6 3 0,-2-1 0,-1-3 0,0-2 0,-12-13 0,-3-3 0,0-2 90,-9-11 0,1 0 90,20 17-3572,-22-38 3572,33 44-360,-3-24-180,14 32 180,8-6 90,20 20 90,14 7 180,6 8-270,0 3 270,12 4 0,-11-3-225,7 4 0,0-1-45,2 2 0,7 3 0,-1 0 90,-7-1-1179,9 5 0,-1 2 1179,-10-6 937,1 3 1,-2 1-848,-15-8 90,30 18-5846,-33-18 5666,-5 8 0,-14-16 0,-16-1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4.6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0 251 7713,'25'-12'1619,"10"-3"-1349,-9 4-91,10-3 181,-9 3 0,17-6-270,-11 3-270,36-15-360,-34 13-989,47-24 360,-46 18 1169,16-9 0,-37 19 0,-8 6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5.1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64 6363,'-20'-15'3508,"-8"4"-3328,-9 7 0,3 10-90,6 9 0,13 1 0,6 10 180,7 0-270,8 5 90,4-6 90,12 1-180,-2-11-360,17 5 360,2-10-360,14 2 270,8-9 0,-10-3 0,-2-9 0,-20-7 90,-10-5 90,-12-2-180,-23-8 90,1 10 90,-13-3 0,10 11 0,-11-4 0,5 3 0,-8-2 180,9 4 90,-9-1-90,5 0-181,-3-1 1,43 9-90,13 3 90,46 13-90,-16-1 0,7 6 0,5 4 0,-15-4 135,2 3 0,0 0-135,-1 3 135,8 3 0,-4 2-135,-19-6 270,25 23-180,-53-20 360,-32 20-270,3-18 89,-57 15-179,38-28 90,-60 7-450,33-13-89,-31-2-271,20-6-629,9-6-1,17-7-898,18-6 2158,20-5 0,7 9 0,7 3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5.6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0 332 6004,'27'-12'1529,"7"0"-1349,15 2-1,-4 0-89,4 0 0,-11 3 0,0-1 0,2 0 90,48-17-90,-40 11-45,6-4 0,-2-1 45,-18 0 0,10-10 0,-36 7 360,-35-8-360,-11 9 179,-15-2 1,-6 10 90,6 4 0,-19 2 0,3 3-1,1 3-89,6 3-90,8 2-180,14 6 90,21 6-90,20 6 0,15-3 0,4 1 90,33 10-90,-20-11 45,22 4 0,4 0-45,-13-8 180,42 13 180,-38-19 359,22 0 1,-4-3-180,7-5-360,-34-9-91,-10-2-178,-10-7-451,-1 3-989,-1-3 1529,7 1 0,-15 7 0,3 2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8.9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356 25 7623,'-23'-12'2698,"-12"3"-2068,-7 5-91,-7 5-89,4 3-270,4 2-180,8 5 0,4 1 0,9 7 0,0-1 0,12 5-90,-2 0 90,14 0 0,1-1-90,11-3 90,6-3 0,12 0 0,6-4 0,11 1 0,2-1 0,5-3 0,4 1 0,-4-1 0,4 0 0,-5 0 0,-5 2 0,-3 0 90,-8 2 90,-5 1-90,-5 1 90,-7 1 90,-4 2-90,-9 1 269,-13 10-359,-4-6 0,-16 6-90,0-8-90,-7-4-4497,-2-2 2878,0-13 1709,18-4 0,1-4 0,17-1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9.4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262 11 6813,'-49'-7'3058,"-8"4"-2788,9 5-90,2 4-90,9 7 0,24 4-90,1 6 0,24 2 0,3 2 0,10-2 0,5-2 0,2-2 0,0-5 180,1 0-90,-20-16-90,-11-4 90,-22-15 0,-10-1 270,4-2-181,-1 4-89,43 10 0,5 8 0,28 7-90,9 4 0,-7-2 90,10 3-90,-2-4 90,-4-2-270,-1-3-539,-8-6-271,-15-7-269,-17-7 629,-20-9-449,-3 4-90,-3-1 321,1 5 0,5 8 0,-1 1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49.7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 7982,'17'-7'2159,"6"9"-1799,8 8-90,5 6-90,-9-2 90,5 3-1,-2 1 1,4 2 180,21 10-270,-14-7-519,16 8 429,-21-9 90,1-1-97,-2 0 7,1-1 89,9 6-89,-8-7 180,32 19-450,-26-16-269,16 8-541,-26-15-243,-2-2-476,-1-4-40,10-4 1749,1-6 0,-13-1 0,-9-2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6:50.7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275 611 6183,'-17'-22'1530,"-1"2"-541,-7 4-179,-6 2-181,-14 0 91,7 3-540,-6 12-90,17 5 0,5 9 0,14 11-90,8-6 0,6 5 0,2-7-180,44 23 90,-22-21-450,60 23 360,-28-33 0,5 4 90,3-13 0,-32-4 90,3-8 0,-20-6 0,-9-8 0,-16-13 90,-1 10 630,-25-18 269,14 26-989,5-5 90,25 23-90,27 6 0,-2 8 0,4 1 0,-8-3 0,10 3 0,-2-1-90,6 2-3148,-11-4 2788,-15-12 91,-17-6 179,-15-14 0,-6 3 180,2-9 0,8 9 90,5-11 0,8 6 0,3 0 269,12-1 1,4 7 90,30-9-180,-5 11 0,14-1 0,-6 11 89,-5 4-89,4 4-360,-6 2-90,-21-8 0,-11-6-89,-20-13 179,-5-4-90,2 0 0,8 1 90,6 3 0,7 7 90,16 5 0,2 11 0,17 7 90,-14 4-90,1 1 0,-10-2 0,-2-2 90,12 3-90,0-1 180,12-1-90,-6-9 90,-8-8-90,-7-11 89,-16 0 271,2-18-270,-13 9 450,-2-22-271,-11 18 181,-2-2 90,0 13-450,26 14-90,-3 5 90,26 14-90,-7 4 89,4 3 91,27 16-90,-15-6-1471,18 9 0,3 0 1561,-3-1 134,9 4 1,-1-1-135,-24-13 134,-2-3 1,-2 0-135,-9-5-8095,14 5 7825,-30-23 0,-9 3 0,-8-11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00.1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897 1 6094,'-20'13'1259,"3"1"-989,-1-1 629,-14 12-629,10-8-90,-10 8 90,14-10-90,1 0 539,-18 17-449,10-9 180,-24 24-270,24-22 449,-14 17 1,-2 1-630,7-4 180,-7 7 0,3-1 90,13-12-136,-6 8 1,-1 1-135,4-3 270,-5 8 0,1-2-360,10-12 360,-30 46-90,34-50-270,-24 31 90,28-41-5217,-6 8 5217,-2-24 0,14 3 0,-7-12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00.6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22 6453,'13'-15'6746,"7"9"-6566,7 5-90,10 11 0,7 2 0,-6 0-4251,5 0 4251,-13-1 420,58 19-420,-38-11-1032,12 6 1,-1 0 1030,-12-4 1,42 18 0,-53-22 90,16 4 0,1 1 0,-15-4 2063,52 18-1973,-57-23 619,7 2-619,-3-4 3392,-3-1-3482,-3 0-91,-4-1-89,5 1-359,-2 0-451,2 2-359,0-3-900,4 1-1619,-2-1 3688,3 1 0,-19-5 0,-4-1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5.4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10951,'11'19'1439,"2"2"-1259,1 2 180,6 6-270,-4-3 89,4 0-89,-6-6 360,29 31-450,-19-21 180,39 44-180,-43-45 90,32 48-90,-39-45 90,19 32-90,-26-42 180,8 30-180,-10-28-8365,6 16 8365,-31-32 0,17-1 0,-19-9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5.86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0 184 6453,'23'-20'900,"3"0"-720,5 0 90,3 2-181,1 1 91,2 2-90,1 1 45,12 1 0,2 1-45,4-1 45,26 1 0,3 3 45,-9 9-90,-15 2 0,-1 1 90,-3 9 269,1 16-179,-34-10 450,3 35-630,-27-31 360,-23 30-271,2-35 451,-16 7-180,0-10-90,-1-4 89,-12 1-539,-3-5-359,10-6-271,-1-4-269,14-6-540,6-5-2159,10-3 3688,10-3 0,4 10 0,4 1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6.3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226 34 6903,'-19'-17'2968,"-16"4"-2788,-1 10-90,-8 8 0,9 14-90,13 0 360,5 3-360,6-4 180,5 0 0,6 19 0,26 11-90,-7-8-90,42 11 0,-24-35-90,21 7-180,-12-12 450,4-5-180,-7-9 0,-6-7 180,-11-11-90,-12-4-180,-4-4 90,-9 6 0,-2 1 179,-12 1 1,-3 0 90,-8-3 180,-13 0-450,4 7 0,5 4 0,15 8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6.7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221 4 6633,'-51'-3'2789,"11"4"-2609,-6 7-1,17 10-89,8-1-90,6 6 90,6-4-90,4 1 270,1 10 90,15 21-270,-2-15 0,24 24 0,-8-37-180,9 7 0,-4-13 360,-3-5 0,-3-12-1,-16-6 1,3-9-270,-21-8 90,6 0 0,-7-5 90,-11-1-90,6 6 0,-11-2-180,10 9-1979,-5-5 270,21 4 1799,23 7 0,-5 3 0,11 6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7.0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8 7713,'23'-6'1978,"1"4"-1888,16 15 0,-11 0 0,11 4 0,-22-2-90,6 1 90,-15 4 180,0 6 540,-1 11 1079,1-6-1620,10-13-179,-5-23 0,7-12-90,-2-4-90,15-9 0,-7 11-1619,27-22 180,-18 21 1529,8-6 0,-23 16 0,-7 4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8.3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31 406 7353,'-14'-18'2698,"1"0"-1888,10-4-360,4-4-271,6 2 181,6-1-360,0 7 270,5-1-270,1 0 270,26-18-180,34-4-270,-15 2 135,-8 16 0,-3 5-135,-10 5 0,12-1 0,3 2 90,6 4 45,-12 1 0,1 2-45,21 6 90,8 7-89,-22 1 44,-4 10 0,-3 2 45,-7 0 134,13 18 1,-3 2-225,-19-7 225,-3 17 0,-6 2-135,-18-13 180,-12 42-90,-11-51 360,-37 26-360,22-28 135,-18 1 0,-4-3-135,2-5-1472,-27 3 1,-4-2 1561,10-7 90,-12 0 0,-2-3-332,2-6 241,23-3 1,-1-2 0,-29-5 0,-9-9-360,35 1 180,-12-9 2869,39 3-4848,6-34 1349,16 21-989,21-28 810,4 35 1000,23-21 0,-24 30 1,11-10-1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9.6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8 160 8252,'-5'-20'6387,"3"0"-6387,18 17 90,1 7-90,15 10 0,-12 4 0,-4-4 0,15 25 0,-12-17 90,20 30-90,-22-28 0,2 7 449,-6-9-359,-18-20-90,1-7 0,-14-21 0,6 2 0,2-1 0,5 5 0,-3 0 0,23-28 0,-12 21-270,22-27-89,-17 30-721,19-13 361,-5 16-541,20-2 91,19 19 0,-8 5-91,23 7-898,-19 3 2158,0 4 0,-25-7 0,-8-1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19.87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11490,'25'20'1350,"0"2"-1260,-6 2 0,2-1-90,-1-3 90,2-3-630,0-4-1799,9-3-1978,-12-12 4317,1-8 0,-16 0 0,-3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20.06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39 7263,'-1'-17'2518,"21"5"-3327,14 4-271,20 7-898,8 2 1978,0 1 0,-24 0 0,-9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20.3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315 1 6813,'-63'7'2878,"5"2"-2338,10-1-806,9 2 626,13 0 0,2 2 142,4 2-52,-2 9 208,7 11-478,18 8-90,1-6 0,32-1 0,-13-19-90,14 2 90,-8-5 0,3-3-90,4-1 0,2-1 180,47-1-360,-7-5 45,-19-1 0,-1-1 140,17-4-860,-22 0 1,-2-2-136,11-3-179,26-6-630,-33 1 1799,-8-2 0,-23 6 0,-7 1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7:20.7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105 129 6183,'-24'-26'1979,"4"3"-1259,1 3 629,5 2 180,-2 0-269,5 1-1081,28 11 1,-3 5 0,30 15 0,-10 3-90,2 4 0,2 3 90,13 18 0,1 5-90,-4-2-45,7 15 0,-3 1-799,-18-13 754,0 9 0,-4-19-180,-14-16-180,3 1 270,-3-18 90,3-13 0,-1-8-90,15-12 90,-14 11 754,12-5-754,-12 9 0,13-1 90,3 2 90,14 2 0,7 9-90,27 9 0,-25 5 0,16 2 0,-21 4-90,-12-5-180,34 13-990,-32-13 1170,17 5 0,-38-13 0,-6-1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07.1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22 5824,'32'-10'0,"-16"4"0,1 1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10.8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45 622 6453,'-36'-8'6027,"28"-1"-5667,13 2-180,41-5-1,1 3 1,12-5-90,-1 1 0,6-1 0,11-5-2078,5-1 2033,-29 8 0,0 0-45,44-12 0,-40 11 0,2 1 45,-6-1 0,-1 0-45,4 0 0,0 0 0,3-1 0,1 1 0,0 0 0,2 1 0,1-1 0,1 1-1214,0 0 0,0 1 1214,2-1 0,-1 1 0,-1 0 0,1 0-28,0 0 0,-1 1-17,-3 1 0,3 0-607,23-5 1,1 1 651,-24 4 0,0 0 0,19-3 0,-1-1-109,-29 4 0,-3 1 109,48-7 1243,-10 1-1243,-9 2-359,10 1 449,-20 1 1699,3 2-7186,-22 2 5789,-28-5 0,-4 6 0,-18-3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12.0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188 513 6453,'-41'-7'2159,"-6"0"-1529,7 1 1349,-5 1-1800,30-7 1,23 1-270,25-4 90,16 0-3392,-2 4 3392,6-3 90,4 1-90,5-2 135,2 1 0,3-1-1174,22-5 1084,-17 4 0,-1 1 45,13-3 90,2-1-844,3 1 754,-1-2 0,-7 2 0,1 0-90,-30 7 0,0-1 719,27-5 0,-3 1-719,1 1 90,-6 0-582,-4 2 582,-7 0-90,-4 2-1159,-6 1 1159,-4 2 90,-5-1 618,7 0-708,-8 2-6161,6-2 6161,-38 2 0,5 2 0,-25 1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57.7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1165 73 6813,'-19'-13'1349,"0"-1"-899,5 0 629,-2-1 181,2 0-990,-2 14-180,-4 3-1,-1 12 1,-8 6-90,5-4 90,-3 3-90,4-3 90,-1 3-90,-2 1 90,-2 1-90,1 3 0,-2-2 90,-1 3-90,1 0 0,-2 1 90,2-1-3482,0-1 3392,0 1 270,4-2-1074,-1-2 983,3 0-269,2-2 270,-1 1-270,3-1 0,1-1 90,1 0-89,2-2 3082,0 0-2993,0-1 1203,2 0-1293,-1-1 90,1 1 0,-2-1 180,-4 6 0,-3 0-90,2 5-90,-2-5 0,7-3 0,-3 0-90,4-3 0,13-16 0,6-2 0,14-17 90,3 4-90,3-1 270,0-2-270,3 1 180,8-9 90,-6 7-450,17-15 180,-23 14 0,10-5 90,-16 8-90,1 1 0,0 0 90,0 0-90,0 2 90,-1 0 0,1-1-90,-2 3 90,-1-1-90,0 1 90,-1 0-90,2 0 90,-1 0-90,7-3 90,-5-1 0,8-1 0,-7 1-89,1 2 89,0 1 0,-4 0 0,5 0 0,-1-1 0,0-4 0,0 5 0,-6-4 0,3 4 0,-7-2-90,6 1 90,-2 2-180,10 3 90,1 10 90,4 5 90,-1 11 0,-5-2 0,1 8-90,-4 0 90,2 6-1,-5-4 1,-2-1-90,-1 0 0,-1 2 90,4 4-90,0-2 0,9 6 0,-4-10 0,6 4 0,-7-8 0,-4-3 90,3 1-90,-2-2 0,-2 2 180,3 0-90,0 1 180,1 0-360,3 0 270,-2 0-270,2-1 90,-2 0-270,0-3 180,1 2 0,-2-4 180,0 4 1080,1-3-1080,-40-4-1,-3 0-89,-33-5 0,5 3 0,4-1 0,-6 1 0,0-1 0,-7 1 90,5-1-90,-1 1 0,3-1 90,4-1-90,-1 1 90,-1-1 0,2 0 0,-8 0-90,7-2 90,-10 1-90,7 0 90,-7 0-90,3 1 90,-3-1 0,0 0 90,-2-1-90,6 0-90,-1 0 0,3-1 180,5 2 0,-10 0 0,1 0-180,4 2 0,1-1 0,11 2-8905,4 1 8905,43-9 0,-14 6 0,36-9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01.6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74 138 9781,'-39'-8'2699,"10"-3"-2609,23-4-90,12-1 0,12 0-90,7 1 90,1 1-90,5 3 90,4-1-90,3 3 90,8 2 0,-1 4-90,2 6 270,-6 4 0,-10 4 0,-9 5-90,-7 3-90,-1 3 90,-3 1 0,0 1 0,-3-4-1,1 1-89,2-4 0,2 0 90,4-2 0,5 1-90,2-2 90,6 0-90,2-1 0,0-1 0,10 2 0,-9-3 90,10 2-90,-9-3 0,7 1 90,-1-1-90,0-1 0,6-1 1170,-7-1-1260,-8 4 180,-12 3-180,-22 3 180,-10 3-180,-1-2 180,-1 2-90,6-3-90,3 4 90,3-1 0,3 4 90,3-4-90,-3 1 0,4-1 89,-12-1 1,13 3-90,-7-1 270,11 0-180,1 1 90,0 0-90,2 1 0,-1-2-90,2 2 0,1-2 90,2-2-90,2 2-180,1-2 90,2 1 90,-4 1 90,1-1 0,-6 3 90,-2 0 0,-5 3 90,-8-5-90,-4 6-90,-7-9 89,-2 5-89,-2-6 0,-2 0-90,-2 0 90,-2-1-90,0-1-1349,-12 4-990,8-6-809,-12 4 3148,12-6 0,-25 3 0,-3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40.6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122 59 9062,'-21'-12'1979,"-2"1"-1979,-5 1 0,32 3 0,12 3 0,35 1 0,7 2 90,5-2-90,3 2-90,-5-1 90,2 1 0,-13-1 0,5 1 719,-9 1-629,-40 3 0,-15-1 90,-48 2 90,-2-4 180,-3 1-630,-3-1 90,3 0 90,-5-1 0,3 0 90,-4 0-270,7 0 180,46 3 0,24-2-3122,42 3 3392,7-2-360,0 1 180,1-2-3688,5 0 90,-19 5 3508,-17 5 0,-17-2 0,-12 1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41.1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383 43 5420,'14'-14'3238,"2"0"-565,-5 0-2853,-18 14 172,-7 3-82,-20 15 90,6-3 0,3 0-48,2-4 48,-6 5 126,-3-1-126,-4 4 0,2 0 0,0-1 0,3 0 0,1-3-3328,4-1 3328,5-14 0,9 3 0,4-9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09:41.54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 26 6363,'-23'-13'3239,"2"0"-2700,21 13-269,24 7-270,12 10 90,25 12 0,-28-11 0,7 4-90,-19-10 90,0 1 180,27 11-180,-11-7 90,18 9-91,-18-11 91,-8-3-3778,0 0 3598,-12 4 0,-5-8 0,-9 1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3.1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49 274 7263,'-45'6'4137,"41"0"-3867,26-10-90,28 0-180,11-11 180,-23 3-180,2-1-38,-9 1-52,0 0 0,-1-2 90,14-4-90,-16 3 90,13-4 0,-17 4 90,0 1-90,-4-1 90,0 1 0,1-4 0,-2 0 179,-2-1 361,-4 0-180,-4 3-450,-12 16 218,-3 10-218,-11 13 0,1 3 0,3-3 90,-4 1-90,3 2 0,-3 1 0,-8 14 90,6-9-90,-5 8 0,14-13 0,-1-2 90,3 0-90,-2-2 0,1 5 0,2-1 90,1 2 0,-1-6-6926,4-2 6836,14-8 0,-7-4 0,12-6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3.6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1483 525 7083,'-2'22'1259,"-2"-2"-809,-19 5-270,0-5 180,0 1-270,-3 1 269,-4 1-269,-2 2 180,-2-1-180,-1-1 180,-3 0-859,-3-2 859,-5 1-270,1-1 180,-4-1-270,2-2 360,-2-1-360,-1-1-2875,-1-2 2875,-1 0 180,-1-3-427,0-1 247,-2-4 90,2-1-90,-1-4 180,1-1-90,2-1 0,0-4 0,3-1 0,-19-13 0,18 1-90,-10-10 90,22 2 0,10-5 0,1-6 0,8-4 0,3-6 0,5-2 0,6-2 180,5-2-180,5-1-90,6 2 90,6-1-90,7 4 90,5 3-744,6 4 744,6 3-90,7 4 130,3 4-40,6 2 0,5 4 2013,3 2-2013,4 2 0,2 3 0,2 4-500,4 2 500,-1 4 90,0 3 0,-1 5 0,-1 4 0,-2 6-90,0 7 90,-2 6 90,-23-2 0,-1 2 90,20 18-225,-24-14 0,-2 2 44,6 16-89,-6 1 224,-7 2-134,-1 22 0,-14-17 366,-2 15-456,-15-25-1749,-5-3 1839,-4-2 180,-4-4 338,-5-3-42,-14 7-213,-3-11-390,-10 5 78,4-14 56,-1-2 170,-2-3-373,1-2-186,0-4-434,-15 1-797,-2-4-1047,-6-1 2537,4-3 0,31-1 1,7 0-1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4.4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192 130 6543,'-55'1'3508,"14"-6"-3148,21-4-360,28-7 180,15 1-180,10-1 180,-3 4-270,5 0 270,5 0-270,2 2 180,2 0 0,0 3-180,18 1 180,1 5-270,6 6 124,-21 5-124,-14 5 360,-17 1-270,-9 4 0,-6 4 270,-5 3-270,-20 2 270,-4 2-2037,-15 2 2037,-3 1-180,7 2-2329,-8-3 2329,4 0 90,-7-2-308,0-1 308,3-2 0,0-2 0,5-3 89,0-1-89,5-2 0,4-1 90,4-4-180,0 2 1143,13-2-1053,23 0 3117,24-4-3207,37-5 90,-7-4 38,8-3-128,-15-1-734,6 0 734,1-2 0,4 1 0,0 0 0,-7 0 0,0 1-322,9-1 682,-7 1-781,8 3-6145,-49 3 6662,-10 5 1,-26-4-1,7 0 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4.87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1729 768 6273,'-42'17'1440,"-2"1"-451,-25 10-2426,12-6 1886,-23 8-269,20-9 270,-4 1-270,-2-1 715,0 0-671,18-8 1,-2-1-135,-24 5-437,-21 2 347,30-10 270,4-2-805,2-3 805,1-3-360,1-4 180,-23-10 90,18-1-235,-17-10-35,26 0 0,1-7 0,1-4 90,5-5-90,3-5 90,4-4-1625,6-4 1625,3-3 179,9-2 51,4-1-320,11-1 0,5 2 0,10 1 0,10 4 90,9 3-90,8 5 90,8 3 180,6 5-270,8 4 51,3 3-51,8 4 270,2 5-135,-12 10 0,1 3-135,36-1-103,-30 5 0,0 3 103,33 8 225,-49-2 0,1 3-180,1 0 0,0 2 135,-1 2 0,1 0-90,-1 1 0,1 2 90,16 9 0,0 1 0,-16-5 0,-1 0-135,12 7 0,-4 1 943,18 12-808,-15-2-90,-7 1 90,-14-1 10,-7-1 331,-8 15 85,-14-12 353,-11 11 450,-15-15-92,-11-2-358,-6-2 225,-9-1-273,-4-2-335,-29 8-340,17-10-635,-18 4-138,26-14-706,2-3 207,5-2 801,5-2-3306,2-2 3702,-10 2 1,23-6 0,-5 2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7.7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170 96 6813,'-22'-23'2699,"-2"2"-1980,4 1 630,-1 4 270,3 0-1619,15 19 180,0 3-270,12 20 17,-5 2 93,-4 5 1,-2 4 0,-2 3 0,-3 1 511,0-1-93,-2-1 487,1-2-104,-2-2-43,3-4 119,0-1 330,3-4 530,-1-1-483,3 2 91,6-2-5272,-1 3 2978,9-22-316,-9-6 237,5-18-783,-6-1-259,2-1-927,1-12 361,-1 7 2505,1-8 1,-4 19 0,0 4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8.12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31 473 6004,'-8'-25'1259,"1"1"-899,-2-5 179,3 2-449,7-1 270,4 5-270,7 0 180,3 5-270,3-2 270,6 1-270,4-3 180,6 1-180,1 0 180,6-1-270,44-14 269,-28 13-947,35-11 948,-43 19-180,4 2-90,-3 2 90,3 2 270,21 2 0,-18 4 0,33 6-903,-35 5 903,8 5-270,-18 2 449,16 25-449,-28-12 180,7 22-270,-34-19 360,-7 3-360,-9 1 270,-6 0 530,-8 2-530,-7 0-270,-8-1-301,-4-1 391,-6-2 0,-3-2 90,-4-4-90,-4-2 90,2-3 0,-4-3 0,3-2 0,1-3-90,2-3 90,2-2-90,3-3-90,2-2 727,-11-4-1177,2-1-629,0-5 89,19-6 631,25-6-271,18 1 720,42-9 0,-26 17 0,20-6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8.3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84 1 6723,'10'25'2159,"-5"5"-1799,-3 0 0,-6 1-91,1-8 91,-7 1-90,-2-2 0,-5 1 180,-3 15-271,9-14 1,-1 17-180,5-20-4677,2 5 4677,17-20 0,-1-12 0,14-18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8.51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13 7443,'41'-7'-240,"-24"1"0,13 7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8.88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375 1 6993,'-54'7'2429,"10"-2"-7820,-9 11 5661,16-5-90,-5 7 1499,11-4-1500,3 2 771,2 0-860,5-1 90,2 1-90,9 0 3482,1 8-3303,10 0-89,8 5 0,12-3-90,10-2-180,11-4 270,-8-3-270,4-4 360,-11-1-270,2 0 180,-1-1 180,18 13-270,-20-9-90,14 10 90,-26-10 0,-1 0 89,-3 1-89,-7 9 0,-11 2-90,-4 2 90,-12-3-90,4-8 90,-7-1-90,1 0-90,-3-1-809,-25 7-1,12-6-1708,-19 3 719,16-16 630,21-12 1259,7-7 0,16 1 0,4 6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9.1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15 6723,'28'-14'3058,"-5"14"-2788,-4 4 0,-7 15 0,-5 3-90,-4 3 90,0 5 89,-1 2-179,-5 1 180,4 2-180,-8 14-180,4-11 90,-2 9-90,1-16 90,1-1-90,0-1 0,1-1-90,1 8-450,1-11-449,3 10-1260,2-13 2249,4 1 0,-4-11 0,-1-3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09.3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 95 7083,'-10'-17'3418,"22"6"-3328,17 1-90,16 4 0,6 2-784,-3 0 784,2-2-359,5 0 179,1 1-360,-1-1 0,2 1 1,-6 1-901,2 1 666,12-1 1,-34 2 0,7 1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10.0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455 54 8702,'-57'0'2069,"11"1"-2655,-13 14 856,19-2 90,-3 5-180,9-2 89,3 1 70,3 0-69,2 1-360,4 1 360,0 0-360,7 0 396,2 2-395,6-1 268,0-1-179,3-1 211,3 7-481,7-3 0,8 3-270,6-5 1,7-5 449,9-11 180,-8-12-180,1-7 180,-13-11-270,2-6 90,-3 5 180,12-24 0,-12 26-90,8-14 90,-8 23 0,9 0 0,4 12 0,0 6 359,22 20-449,-23-5 270,17 10-360,-22-9 360,1 0-360,-2-1 360,9 5-270,-4-2-360,4 1-90,-2-5 271,-4-19 179,-4-3-270,-3-15 270,-3 1-270,-1-4 270,5-1-270,-5-4 360,1 1-270,-1-1 180,-1 0-180,1 2 270,0 1-180,-1 3 0,0 3 90,3-1 450,-2 4-270,19 10-180,-14 10 180,10 11-180,-16 4 180,-5 0-270,-1 0 270,0 2-270,-2-1 90,2-1 0,0 4 90,4-4-90,1 4-90,7-19 270,-3-4-270,6-16 269,-6 1-179,4-1 180,-2-2-270,4 1 270,-2 2 0,0 1-90,7-2 0,-3 3 270,12 1-270,3 11 90,3 8-3392,11 17 3302,-19-4 0,3 6 0,-20-10-90,3 5-180,-1-2-540,-1 2-1169,4-5 1439,12-11 3123,-6-5-4112,11-10-360,-13-3 1799,5-1 0,-14 5 0,-2 3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10.6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496 177 6993,'-22'-16'3688,"-5"8"-3418,-10 9 179,-1 8-269,4 3 270,-3 4-270,-3 3 0,-1 3-90,2 1 90,2 3 0,3-1-90,4 1 0,6-2 0,1 0-90,9-3 89,2-1-89,5-1 270,11 3-360,4 0-90,16 1-179,12-6-271,16-9 270,15-6-462,-6-6 462,2-4 270,-14 0-551,-1-3 551,1-1-270,0-1 270,-3 0-270,-2 0 270,-4-1-269,-3 0-1,-2 0 0,-3-1 90,-3-1-90,-2 0 91,-5-2-1,-3 2 789,-3-1-788,-2 0 313,-2 0-134,0-4 540,-7 2 1619,-3-3-1800,5 16 91,-4 7-90,17 13 0,-1 1-90,9-3 0,9-4-90,5-6 0,9-6 0,-8-5-90,1-5 90,2-8-356,-11 3 536,8-9-270,-18 8 270,-1-1-270,-7 1 180,-3 0-90,-5 1 360,-7-5-1,-7 5 446,-12-1-715,-31 18-1523,12 9 1433,-20 16 0,30 7-354,-8 6 354,4 5 0,-4 3 0,6 3 90,-1 19-180,14-16-1256,0 15 1346,13-27-90,7-1 90,4-7-90,7-3 1246,3-4-1246,6-4 346,5-3-346,3-5 0,6-3 0,28-9-90,-11-3 582,23-10-582,-16-2-405,-16-1 0,1-1-404,25-10-68,-24 8 1,-1-1-383,17-7-630,-3 0-1094,-5 3 3073,-13 4 0,-18 9 0,-12 5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18.8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100 29 6993,'-33'-8'2619,"-1"0"-3035,2-1 799,32 6 1628,10 2-4456,24 9 2361,-1-5 1,-17 1 0,3-6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0.60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102 28 7892,'-26'2'2339,"26"7"-2249,-3-5-90,18 12 360,-5-1-540,-25-1 90,-5-8-90,-9-9 90,0-7-90,25-5 180,10 1 0,19 3 90,14 5 0,0 6 90,-13 9-180,-26-2 180,-26 3-450,-9-11 270,5-7-90,22-5-270,3-5 105,29 4 414,-6 8 128,12 8-64,-14 11 267,-24-1-490,-17-4 90,-11-9-720,-4-6 671,37-2 293,11 7-407,26 5 80,-5 8 154,-20 2 109,-23-9-542,-12-2 285,6 1 0,6-6 0,18 11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2.6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8252,'30'9'810,"-17"-10"-900,14 6 90,-7-8 0,29 6 90,-6 3 53,-10 3 113,-29-1-166,-21-3-90,-26-6 0,7-6-90,7-4-180,24-3 270,30 7-46,0 6-37,16 12 83,-23 4 90,-12 3 90,-22-4-90,-19-5 0,-3-7-180,-3-8 90,16-6-90,11-3-90,15 1 180,27 5 0,3 7 0,14 6 0,-25 0 0,-5-1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3.964"/>
    </inkml:context>
    <inkml:brush xml:id="br0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42 1 11580,'8'5'823,"-3"-2"314,32 13-1136,-48-10-577,-2-3 1367,-2 1-963,-21-7-342,38 0 983,-20-6-584,33 4 12,15 3 0,-7 7 1,-6-2-1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5.07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58 1 6993,'-34'7'3152,"17"-9"-3108,22 5 401,21-8-651,11 11 293,-5 3 27,-25 3 27,-26-5-317,-7-6-328,-3-11 935,42 3 81,-12 6-26,6 6-422,-33 6 0,8-6 1,2-3-1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6.8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1279 889 6094,'10'-4'4512,"-4"-3"-4403,-28-8-15,2-2 330,-2 4-265,3-1 170,0 2 31,0-1 171,2-1 73,-5-1-65,2-1-35,-5-2-62,2 3-72,-1-1-30,4 2-37,-5-1-133,-2 0-36,2 0 89,-3 0-187,7 3-28,0-2-12,-4 1-134,2-1-106,0-1 166,2 2 134,1-1 10,2 1 35,-1 1 20,-1 1 13,-1-2 719,-1 0-325,-1-2-100,0 3-266,-2 0-64,2 1-14,-2 0 45,2-1-113,-2 0-430,3 0 268,1 0-1,-3-1 208,-1 0-45,-2-2 90,3 2-43,0-3-32,4 2 204,-5-2-680,0 1-99,0 1-117,-1 0 70,7-1-66,0 0-51,3 1 86,1 0-179,2 0 627,1-1 85,0 0 89,0 0 0,-5 0 0,7 0 89,-6-1 91,2 2 90,-2 0-4677,-2 2 4407,32 4 0,-17 3 0,28 4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28.2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2333 762 8432,'5'-11'3376,"-11"-1"-2847,-18 1-545,-11-2-49,12 1 190,-9-1-102,6-1-42,-5 2 313,-3-1-444,2 1 11,-3 0 201,-2 1 6,2-1-19,1 2 8,0-4-2,5 4-76,-6-3 6,0 1-2,3 1 103,-2-1 20,3 3 595,2 1-432,-11-1 166,0 0-162,-2 0 156,0 0-256,6 1 181,-3-1-171,1 0-43,-2 1-194,-3-2-73,-1 3-329,-4-2 203,-4 2-13,5-1-8,-1 1-11,5 0 60,3 1 192,-7-1-32,7-1 67,-4 0 56,6-2 7,2 0 96,-1-1 198,1 2-116,0-4 172,-1 4-208,-3-5 230,5 2-95,-1-2-32,9 2 56,1 1-124,4 0 93,-4 0-240,3 1 136,-4-3-126,-1 3-41,2-5 118,0 2-130,4-2 210,0 1 103,-2 1-36,-3 0-154,-2 1-103,-3 0 52,0 1-217,-4-3 121,5 1-207,-3-1-737,4 4-491,40 8 286,15 4 16,29 7-269,4-1-2789,8 0 3645,-15-1 1,-4-1 0,-29-2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30.0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2242 1664 7533,'-38'-7'270,"-1"0"-91,-3 0 1,4-1-180,7-1 90,4 0 0,4-5 6,0 1-1,0-5 281,-1 4 587,2 1-83,-3 1-524,0-1-76,1 1-43,1 0-90,3-3 125,1 0-175,-5 1-176,7-5-1,-3 3 110,6-4-18,-3 3 181,2 1-10,0 2-53,0-1 2,-3-1-83,4-1 57,-6 0 80,3 0-147,-3 2 6,-4-1-22,1 1 11,-2 0-183,-1 0 31,1 1 117,0 0 64,-3-2 32,3 2-51,-2-2 194,4 2 16,-3-1 227,-1 0 70,-1 0-360,3-1 242,-2 0-103,4-1 102,-5 1-285,3 1 32,-2 1-221,-7-6-2,4 3-418,-9-4-67,6 5 44,-1 0-107,0-2 118,2 1-41,4 0 72,1 1 200,3 1 238,2 0-85,2-1 180,0 0-180,-1-3 90,0 0 0,0-1 90,-1-1-90,2 4 0,-5-7 0,2 4 180,-5-6-90,-1 2 0,5 0-90,-1 2 98,7 1-89,0 1-1,1 2 1,3 0 1,-3 2-2,5 0 2,-2-1 9,3-1-16,-4 1-3,1-1 269,-2 2-38,-3 0-24,3-1 212,-3 2-191,3-1 57,-1 0 756,1-1 60,1 1-344,3 1 220,-2-1-205,1 0 262,0 0-313,-2-2 407,4-1-365,-2 1-195,0 1-64,1-1-3883,0 3 5522,-3 0-4832,35 4 2471,0 6 0,12 4 0,-10 2 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32.6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10057 3243 6273,'36'-8'1440,"4"3"449,-6-4-1440,-16-1-359,-13-1 90,-23-2 0,-10-1-90,-9-3 90,-10-1-90,7 2-3392,-2 2 3482,12 4-90,-3 1-5,0-1 5,-1 0 0,0 0 0,-2-1 0,1 1 0,-1 0-2177,-16-5 2087,13 4 90,-13-5-68,19 6 67,-1 0 2145,1-1-2145,0 0-84,-1 0 85,-13-5 3031,10 2-3121,-10-4 269,16 5-264,-3-1 269,-3 1-361,-2-2 267,-4 1-270,-5-1 270,-3 1-745,-5-2 565,0 1-94,-4-2 90,-1 1 270,-4 0-266,3 0 180,-2 1-180,1 1 0,-3 0-773,-1 2 863,3 0 0,-25-4 0,24 3 0,-15-1-2915,31 4 2915,2 1-1324,6 1 1326,2-1 298,-9-4-308,4-1 489,-9-4-371,6 2 13,6-1 2750,-2-3-2561,3 1 1174,6 2-1152,0 2 30,8 3-6,-4 0-370,-2-1 280,-4 1-335,0 1-29,-5 0-87,1 0 2,-2 2-81,-42-10-10,29 7-625,-33-7 656,39 9 84,0 1-37,0 0 170,0 0-106,-20-4-19,16 3 7,-14-3-1911,22 3 2042,2 1 19,2-1 146,3 0-41,0 1-28,2-1 70,0 0-67,-1 1-61,6-1 171,-7 1-274,3-1 113,-6 1-136,-3-1-23,-1 1-2,-22-6-41,11 5 42,-15-4-198,22 5 141,0-1-107,0 2 222,-1-1-100,-3 1-77,-1 0 49,0 0 87,-1-1-42,4 1 16,-1-1 32,0-1-165,-1 0 111,-2 1 202,1-1-147,0 0 179,3-1-249,-3-1 149,0 1-46,-1-1 192,1 2-158,2 0 50,0-1 5,0 0 4,3-1-80,0 2 39,-1-2-93,4 4-60,-4-3 132,8 3-90,0-3 142,5 2-45,-13-6 65,13 5-61,-10-4 47,15 5 91,0 0-66,1-1 81,1 1-149,1-1 113,1 1-181,-1 0 106,1 0-66,-11-3 25,10 1 62,-9-1-72,11 2-9,-21-3-179,15 3 159,-14-5-33,18 4 113,-1-1 1,-5-1-81,1 2-18,-1-2 55,0 1 25,0 0-43,-1 1-40,1-2-63,0 1 22,0-1 7,1 1-27,-5-2-11,6 2 161,-4-2-69,-3-7 322,6 6-178,-10-7 63,13 7-75,-5 0-24,1-1 63,-2-1-57,-4 0-53,-15-12-115,9 8 22,-9-9 45,13 9-73,3 0 259,-4-1-231,6 0 157,-7-2 101,-31-12-343,24 9 148,-25-6-234,40 14 173,1 1-105,1 1 45,2 3-153,1-1 85,3 2 85,-2 1-140,0 0 62,-3 0-190,1 1 39,2 0 6,-1 0 86,4 0-3,-3 0 21,0-1 107,-2 0 41,-1 0 10,-2 0 45,0 1-173,-5 0-40,0 0-37,1 0 25,-23-6-61,19 4 70,-17-5 131,21 6 15,-1 0 55,2 0 13,0 0 108,3 0-122,4 2 102,-2-1 15,5 1-56,-2 1 4,-7-2-113,-2-1 83,-5 0-88,2-1 30,4 0-7,0-1 48,-3-2 54,-4-3 104,8 3 37,1-2 88,10 6-23,2-1 68,-2 0-130,1 1 154,-21-10-164,8 5-121,-17-8-91,12 8-57,-1 1-39,0 1-216,2 2 5,-1-1 30,7 4-151,-3-3-593,4 4-288,5-3 202,14-3 275,16-3 2348,17-3-2194,4 3 815,8 4 1,-15 8-1,0 2 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34.57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9309 3758 10141,'-18'-15'630,"-5"-1"-450,-7 2-90,-5-3 0,4 2-4252,0 0 4252,4 3 713,2-2-623,-19-6-90,8 3-90,-11-4 180,-8-3-180,11 7 90,-14-8-1,12 8-267,0-1 268,-1 0 3185,-2-2-3005,-25-9 4,16 6-360,-16-9 38,21 11-42,1-3-387,-4 2 387,1-2 270,0 2-3061,0-1 3057,0 1-2262,-21-10 1996,16 8-142,-17-7 232,24 10 0,-2 1 204,2 1-114,-2 1-90,-2 2 0,-2-1 0,-5 2 0,-2-4 1420,-4 1-1330,-2 0 90,-3 1-90,1 1-90,2 1 92,-4-1-46,25 6 0,0-1 107,-31-6-216,32 6 1,0 0 280,-18-3-86,2-1 76,0 0-391,1 0 470,4 0 9,1 1 19,4 0-79,2 1 248,4 1-313,5 0 36,1 0-30,6 0-2,2 1 773,2-1-697,4 1 28,-11-5-1,11 3 100,-7-4 522,13 3-444,-1 0-89,2 1 3237,-2-1-6815,1-1 3674,-4 1-130,0 1-148,-4-1-56,1 0-124,-2-1-16,-2 0-51,-1 0-149,-4-2-59,-20-6 90,13 4 62,-18-5-22,16 7-6,6 0 139,-13 0-209,13 1 141,-8 0-119,8 1 110,-4 0-34,-2 0-2130,-2 1 2045,-3-1-87,3-1 183,-1 1-148,-1-1 35,5 1-43,-3-2 31,4 1 211,0-2 21,-1-1-55,2-1 103,-3-1-1,0-1 121,-3 0-55,-2 0 136,4-1-21,-1 2-38,3 0-1,1 2-86,-1 0-5,1 0-26,1 2 2162,1 0-2178,-13-7 130,11 7-145,-8-5 34,14 9-75,3-1 49,-2 1-11,2 0-117,1 1 70,-14-7-41,10 6-29,-10-6 43,15 7 39,-9 0-144,10 0 151,-8-1-61,16 0 257,-20-5-232,17 4 224,-19-4-219,19 5 148,0 0 109,3 0-45,0-1 134,2 0-161,-1-1 97,1-1-39,-12-3-41,10 3 41,-11-2-179,13 6-60,-1 0-101,0 1-158,3 0 193,-13-4-277,-4 0 88,0 0-89,-2 1 62,12 4 21,-2-1 68,3-1 80,-2-3 99,0 1 95,-14-11 234,7 5-58,-9-8 210,11 7-64,1-1 22,-18-10-127,17 8 34,-19-6-191,19 10-78,-3 2-169,4-2 110,-4 1-162,6 0 122,-22-10-64,14 7-66,-8-8 301,12 9-154,4-1 384,-2 0-292,4-1 290,-35-18-296,22 15 39,-26-13-72,24 20-324,7 2 120,-2 1-176,8 2 148,-16-4-295,14 4 70,-22-4-5,23 6 189,-17-3-1,11 1 33,-3 2 14,3-2-24,3-2 254,-2-3 146,8 2 194,-5-6 16,15 8 234,-8-3-151,9 5 97,0 0-70,0 1-264,-7-4-67,-1-2-117,-5-3 44,0 1-146,4 4-38,-2 1-107,6 2-36,1-1 189,3 1 171,-3-1-216,-2 0-55,-3 0-85,3 0 237,3 2-409,0-1-7811,7-1 8774,18 11 1,-3-2-1,17 11 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36.53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10928 4441 5914,'39'15'269,"-2"0"-179,-6 0 270,6-1 630,-12-2 1258,8 0-1978,-27-14 0,-2-2 0,-18-15-270,-5 4 0,8-5 180,-15-1 0,13-6-3482,-12 4 3392,3 0-193,6 7 193,-8-1-1,4 0 1,-10-3 90,-2 1-197,-2-2 17,-3 0 90,-1-2 0,-2-2-289,-3-1 199,-2-2 0,-3-1 90,-3-1 2341,2-1-2341,-4-2-90,2 2 270,-1-1-360,-2 1 365,0 0-359,-3-1 89,0 0-552,-1-1 552,-3 0 1,3 0-6,-8 1 0,0 1 84,-8 1-1162,-4 2 1163,-4 0-1,-4 1 90,0 1-89,-4 1 95,0 1 0,26 9 0,-3-1-90,-2 0 0,-1-1 0,0 1 0,2 0-457,3 1 1,5 0 369,-26-7 163,3-1 259,2-2-153,7-1 362,-11-2-373,35 8 1,0-2 290,-38-10-250,39 10 1,3 0 399,-17-7 497,6 0-522,1 0-975,3 2 784,1 0-183,6 2 1,-1 1 87,-11-7-218,13 8 1,1 0 131,-4 1-61,-23-10-103,12 10-259,-16-7 15,19 10-136,0 2-100,-4-1 25,2 2-79,-4 0 126,0 0-55,0 0 97,-1 1-23,2 0-2664,-1 1 2772,2-3 1063,-1 2-1058,2-2 78,3 3-36,-2 1-40,1 0 29,0 0-609,-1 0 620,4 1-55,1 0 200,3 1-130,0-1-107,2 1 42,-2 0 173,-19-6-168,13 5 178,-12-6-257,20 6 89,0-2 27,1 0 148,-1 0 9,-4-1 160,2 0 0,-3 1-104,3-2 104,-5 0-2,3-1 27,-5-2 12,3 2-11,-3-2-3,1 1 1515,-1 0-1609,0 1 542,-22-8-467,20 7-126,-17-7 10,25 8 26,0-1-31,0 1 4,-1 0-8,1-1-64,1 1-20,1-1 58,1-1 12,-2-1-31,1 0 102,-1-2-48,0 0 48,-3-1-82,5 1 0,-1-1 117,-16-6-138,16 6 1,2 1 50,-5-2-45,-1 1-57,1-1 43,-2 0-15,2 0-18,-4 0-55,6-1 100,-4 0-74,6 1 30,-3-1 57,3 0 36,1 1-99,0 0 95,2 1 167,1 2-270,1 1 188,2 1-346,1 1 191,3 1-188,-1 1 185,1 0-252,-1 1-29,1-1 56,2 0 87,0 2 59,-1-3-49,1 3 34,0-2 670,4 1 1809,0 1-2548,3-2 152,-15-7-124,13 4 194,-8-7-29,12 8 137,3-1 865,-3 1-796,2 0-4,0 1-101,1 2-43,-1 0-3803,0 1 3661,1 2-51,-2-1-178,-1 2 36,-10-4-147,-8 1-98,2-1 48,-12-1-73,22 5 158,-7-2-93,1 1 118,-20-8 174,12 4 9,-9-4 187,28 9-46,-1 1 129,-9-6-112,-18-4 35,10 3-13,-9-2-82,23 9-38,-1-1 92,-1 3-251,-30-14 135,23 10-96,-26-9 214,32 8-64,-4 0 1,1 0 120,0 0-33,2-1 170,-1 1-199,2 0 197,-5 1-227,1 0 12,2 0-1,1 1-103,2 0 146,0 1-176,3-1 127,-1 2-115,0 0 64,-1-4 226,-6 1-198,8-5 443,-4 2-248,10-1 394,-3-1-131,3 1 116,0-1 233,-1 1-481,1 1 313,0 1-588,0 1 259,-1-2-420,0 3-47,-1-3 174,0 1-291,4-1-2432,0 1 620,35 5 356,18 6-1666,17 6 3260,3 7 0,-31-5 0,-8 2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0:09.1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52 130 6183,'1'-23'1709,"3"1"-1169,0 0 180,-1 1 629,-1 2 270,-7 0-1169,9 15-180,-5 10-90,6 18-90,-6 1 179,-1 4-179,-6 12 0,1-6-3392,-4 13 3572,4-10-270,0 0-95,3 1 95,1 1 0,1 0 0,-1 0 0,3 0-2237,-1-1 2327,1 0-90,-2 0-25,1-2 25,-2 0 0,2-2 2315,-1-1-2073,0-2 6,8-2 376,-13 10 164,13-10-274,-11 6 3993,9-14-3623,0-1 859,1 6-676,2-1-71,1 3-477,1-4 309,-2-2-7907,-1-4 6795,-18-12 0,10-1 1,-14-10-1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0:09.8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974 11 6813,'-24'-11'2429,"18"12"-2159,15 13-91,8 4 1,2 10 90,-16-8 0,-7 1 90,-8 0-180,-8 0-90,-8-2 0,-1-3 0,-4-1 0,3-4 179,-24 7-675,8-4 496,-14 5 270,13-5-270,2-1 270,-4 0-270,-5 1-3228,4-2 3138,-2 1 90,7-2-122,3 1 32,2-1 90,1-1 0,3-1 0,1 0 0,-9 2-90,7-1-90,-5 0 90,26 2 235,13-2-235,20 3 3329,10 0-3329,5 1 0,8 1 0,3 0 270,-3-1-270,-1-2 371,-3 0-371,8 1-250,2 2 160,8-1 270,3 1-180,3 0 180,3 0-2432,-3 0 2431,3-1-268,-5 0-287,1-2 286,-6 1 270,-2-2-270,-4-1 464,-5 0-284,-2-2-180,3 1 180,-4 0 3764,2 0-9071,-1-1 5402,-15 3 0,-5-6 1,-14 2-1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0:10.5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95 9602,'29'-8'2338,"7"0"-2248,12 6-5750,24-2 5570,-18 0 949,20-1-859,-15 1-89,5-1 89,1 1 0,2 0 0,3 0 0,-7-1 0,4 1 0,-8 0 0,1 0 0,-2 0 932,13 1-932,-6-2-2159,11 2 900,-61-2-1260,-24 3 2519,-46 0 0,17 1 0,12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0:10.8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71 19 6543,'-63'-4'5487,"56"2"-5397,55-2 0,36 3-45,-25-1 0,0 1 135,27 0-90,-1 0 90,-8 0 0,-7 1 0,-2 0-630,-12 1-1439,6-1 1889,-9 0 0,-22-1 0,-7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0:13.4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120 22 7353,'-21'-12'7196,"-8"2"-7106,27 10 179,-8 8-89,23 12 0,-6 0 0,-3 3-90,-4 0 180,-1 4-90,-2 2 0,-4 4 0,2 1 0,-4 3-1,1 1 1,-1 19 0,0-13-90,0 14-245,2-20 245,0 0 0,4 0 0,1-3-90,3-1 90,2-1-1,1-3 1,3-1-90,-2-3 90,1-1 0,0-3 261,-1-2 419,2-1 556,0 3 160,0-3-4189,3 3 3519,-14-17-7456,-2-6 6664,-22-11 0,13 4 0,-3 3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56.6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4967 1748 8072,'18'13'1889,"-8"3"-1349,-34 4-180,0 1-270,-14-4 270,12 0-360,1-4 269,-1 2-179,-4-1 180,-17 9 0,9-5-270,-10 6-74,10-8 74,2 1 180,-21 5 0,14-5-270,-12 5 360,18-8-360,0 0 270,2-2-270,0-1 270,-1 1-180,-22 6-90,19-6 0,-27 10 90,25-8 0,-1-1 0,-9 4 0,20-7 0,-22 5 90,19-5-90,-8 1 0,11-4 0,1 2-3048,-4-2 3048,0 2 89,-19 2-89,11-1 0,-14 1-96,18-2 96,-5-2-2206,-22 6 2296,12-4-90,-16 4 2016,18-5-2016,3-1 90,-3 0-90,6 0 0,-3-2 0,3 2 90,1-1-90,-1 0 0,3-1 90,-1 0 0,-18 1 91,-1 0-91,-16 0-1,6-1-89,5 0 3386,3-3-3386,4 1 292,1-2-292,2-1 0,-2-1 0,-1 0 0,-2 0 0,-3-2 0,-1 2 90,-4-2-180,2 1 90,-1-3 0,-2 1 0,10-1 0,-4-1 0,2 0 0,-3 0 0,-5-3 0,6 1 0,4-1 0,9-2 0,6 1 0,5 1 0,3-4 0,3 4 0,4-7 0,2 1 0,-3-4 0,-2-3 0,-3-1 0,2 5 0,7-1 0,1 4 0,6 0 0,-2-2 0,1 0 0,-1 0 0,-2 0-90,1 0 90,-4-1 0,4 1 0,-3-1 0,7 0 0,-5 0 0,5 1 0,-4-1 0,2 1 0,0 1 0,4-1 0,-2 1 0,5 0 0,-4 1 0,-2-1 0,2 0 0,1 0 0,1-1 0,3 0 0,-2-1 0,2 1 0,-1-1 0,2-1 0,1 0-90,1-5 90,3 2 0,0-3 0,1 2 0,-1 0 0,-3-10 0,2 8 0,-1-7 0,4 9 0,-1 2 0,1-1 0,1 2-90,-2-1 90,6 1 0,-5 0 0,4-1 0,-2 0 0,0 0 0,1-1 0,2 1 90,1-2-180,1 1 90,14 0 0,-9-4 0,10 1 0,-2-14 0,-6 9 0,11-7-90,-11 12 90,7 1 0,0 0 0,2 1 0,-1 1 0,0 2 0,1-1 0,1 2 0,10-11-90,-5 9 90,9-9 0,-8 11 0,4-2 0,-1 1 0,4-1-90,1 1-3302,16-10 3392,-11 7 0,11-7-172,-14 9 82,1 0 90,2 1 0,0 0 0,1 0 0,-1 0 0,5 0 0,1 1-90,2-2 90,4 0-336,-2 0 336,6-1 0,-4 0 0,4 1 0,-2-1-90,2 2 90,3 0 0,2 1 0,2 1 0,-1-1 0,-1 3 0,0 0 0,0 1 0,2 1-439,1 0 349,1 1 90,1 1 0,0 1 0,1 1 0,0 0 0,2 1 180,2 1-90,30-1-90,-20 3 2044,21 0-2134,-28 4 180,4 1-180,-1 1 0,4 2 90,0 0-90,0 2 90,2 1 0,-1 0 0,2 1-90,-2 1 90,1 0 0,0 1 90,-3 1-45,-7 0 0,2 2 45,19 3-90,-20-2 0,-3 0 90,3 3 0,-4 1 0,-2 3 200,-6 2-110,23 15-1951,-24-7 1861,14 11 0,-30-9 66,-4 1-66,-5 3 0,-4 2 0,-4 4 90,-1 21-180,-11-14 90,-1 17-1,-10-1 1,-4-14 0,-1 14-90,-4-20-1322,-8 18 1412,1-17 89,-8 14-617,5-20 527,-2 1 271,-4-2-360,-2 0 1852,-4-1-1492,-11 14-360,9-12 90,-7 8-90,12-16 90,2-4 0,2-3-90,3-2 0,3-4 366,0-2-276,-1 3 3015,0-2-3015,0 2 1138,3-1-11059,2-2 9410,26-2 1,-15-6-1,20-4 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57.95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2423 49 6273,'35'-10'1350,"-2"1"-721,8-1 451,-4 1 899,9 0-1350,-9 8-359,-15 12 0,-9 7 0,-20 12 90,-29 24-181,-2-4-1436,-28 25 1437,2-10-135,27-29 0,-3 1-869,-4 3 0,-3 1 869,-5 2 0,-1 0 45,-5 3 0,-1 0 0,-3 1 0,-2 1-1,-1-2 1,-3 3 120,5-4 0,-5 2 0,4-1-1201,-12 6 1,0-1 1080,11-7 0,-3 2 0,5-3 0,-4 3 0,4-4-1,-1 0 1,2 0 0,2-2 0,1 1-797,3-3 0,1-1 797,3-1 0,1 0 0,2-2 0,2-1 84,3-1 0,0-1-84,-34 27 0,8-4 442,8-6-442,5-4 1760,9-4-1760,-10 7-90,21-16 2813,-5 3-2813,22-17 203,0 0-3891,2-2 4243,18-12-1455,4-5 181,23-16-361,-2 0-629,3-3-629,1-2 2338,0-3 0,-12 13 0,-5 1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1:58.34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1 277 6183,'4'-36'1260,"1"1"-811,-1 3 91,3 2-1689,3-9 1508,-2 11 1011,1-5-560,-1 10 1259,-2 5-1800,16 15 1,-10 11 270,10 21-360,-8 6 90,-2 9 913,3 10-1003,-1 7-970,1 8 1060,0 6-90,1 5 90,2 6-1430,1 3 1340,1 5 90,2 1 90,-1 1-180,4 1 90,-3-1-90,3-2-1,-1-3 46,-6-31 0,1 1-45,9 27-45,-10-33 0,-1-2 135,8 15 0,1-3 0,4-6-591,3-3 501,0-7-90,0-5 0,-4-6 160,11 9-250,-12-14 90,10 6-180,-17-17 592,3 2-1311,1-4-1567,-1 1-3381,0-5 2463,-18 0 3294,-12-2 0,-3-5 0,-3-3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06.8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1 824 8432,'23'-6'5397,"-3"5"-5217,14 13-180,-2 3 90,16 10-90,-13-8 0,7 6 90,-19-10-90,-3-1 90,9 4-90,-4 0 719,4 1-539,-1-20 0,-15-5 0,7-23 0,-11-2-90,9-9 90,1-3-583,0-4 583,1-2-90,0-1 90,0-1 0,1 0 0,-1 0 0,1 2 0,-2 1 0,1 1-1,-5 2-89,1 2 180,6-15-180,-4 18-90,7-8 90,-10 22 0,0 5 0,-2 3 0,1 1-450,-1 1-3957,9 12-3509,7 5 7949,0 12 0,-7-5 0,-11-1 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08.9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829 92 6094,'-3'-25'2068,"0"2"-1438,2 0 2338,1 4-2698,2 17-360,-3 7 360,-8 20-360,-3 2 360,-7 6-360,1 5 26,-7 3-26,-1 1-3191,-5 3 3281,0-1-2105,-1 1 2105,0 0-58,-1-1 58,-1-1 90,0-2 0,2-3 0,1-2-90,4-2 90,1-3 0,0-2-90,6-2 90,-12 5-90,17-9 144,-12 9-144,12-13 2283,2 2-2373,-9-18 3369,9-6-3279,-2-16 341,4-6-341,6 3 0,-1-2 0,5 6 0,1-1 0,-1-2 0,2-22 0,0 14 0,7-26 0,0 29-89,5-6 89,0 5 0,0 4 0,2-4-90,8 18 90,-8 13 0,2 10 0,-4 31 0,-13-16 0,4 18 0,-9-19 0,-3 2 0,-1 1 0,-4 1 0,-2 2 0,-12 14 90,5-11-445,-7 10 355,7-14 0,0-2 0,0 0 0,1-1 90,2-1 180,2-3-360,3-1 270,2-4-90,2 3 0,4-5-270,9 3 270,16-10-90,12-7 174,21-11-444,22-17 270,-20 5 0,10-6 0,-30 12 0,-6 1 0,7-1-359,-3 1-1620,6 1-2968,6 4 4947,1 6 0,-17 1 0,-7 2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0.5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138 581 6903,'-67'3'2878,"9"-4"-2608,45-1 0,13-6-90,39-2 90,7-1-1377,21-5 1557,14-3-360,-30 8 0,3 0-794,4-2 1,3 0 793,8-1 0,1 0-967,6-1 0,2 0 967,5-1 0,2 0 0,1 0 0,2 0-930,3 0 0,1 0 930,-1-1 0,0 1-45,1 1 0,0 0-411,-1 1 1,0-1 410,-1 1 0,0 1-207,-2-1 0,0 1 207,-2 0 0,-1 0 344,-1 1 1,-1 0-390,-7 1 0,-1 0 180,1 2 0,-1-1-180,-7 2 0,-2-1 90,1 2 0,-1 0 227,-4 1 0,-2 0-228,-6 1 1,-2 0 988,45-2-808,-16 0-450,-8 3 29,5 0 241,-13 2 2093,8 2-4162,-29 5 2373,-7 2 1,-26-1-1,-2 0 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2.1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1 149 6273,'2'-32'1709,"-1"4"-269,-2 3 1078,-2 4-2428,22 9 0,-3 12-3392,31 10 3302,-12 6 0,9 1 90,-1-2-90,30 7 0,-10-4-990,27 5 990,-23-7 44,26 2 1,6-1-45,-42-7 0,0 0 0,10 2 0,7 1 0,-8-2 0,-13-3 0,-4 0 0,2 0 0,-1 0 0,2 0 0,1-1 45,21 3 0,0-1-640,-18-3 1,1 1 639,15 0 0,-1 0-45,20 2 0,-2-3 1028,-4 0-1028,-5-2-204,-3-1 204,-5-1 0,-3 0 0,-4-2 90,17 1-90,-6-1 180,1-1 1738,-10 1-1828,-58-6 1546,-10-1-1636,-35-4 1727,-2 0-1907,-24-10 90,22 6 96,-23-12-96,32 8 0,3-3 76,1 0-76,2 0 0,-10-19 90,12 16 0,-2-13 0,14 20-90,4-5 90,2 3-359,1-4 628,33 13-269,1 10 0,19 9 0,-10 7 0,-8-2-3287,1 1 3287,1 2 0,0 2-59,-2 0 59,1 2 0,0-1 0,-1 1 0,-3-2 0,7 6 0,-6-4 180,2 4 180,-9-6 3183,-18-1-3453,-18 2 0,-14-2 180,-11 2-306,-1-1 216,-3 0-3292,-3 0 3292,-3 2-90,5-2 90,-19 9-90,9-1-90,0 1-180,17-4-719,15-4-338,11 0-652,11 2 4112,25-11-3753,7-8 1530,30-18 0,-38 8 0,10-6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2.5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1 120 7892,'23'-3'2519,"0"8"-2069,-1 9-270,-3 7 0,-5-4-4342,0 3 4252,0 1 270,0 1 499,0-1-589,-1 1-270,-3-1 270,0-2-90,1 3 90,-4-2 3302,6 0-3392,3-19-270,-6-5 180,9-16-270,5-22 180,2 5 0,5-10-90,-7 15 0,-10 11 90,4 1-90,7-9 0,-4 8-90,7-4-360,-10 10-179,5-3-451,-3 3-1528,10 0 2698,2 3 0,-14 7 0,0 1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2.7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0 8252,'40'7'4048,"-19"9"-3598,-14 2-1,-19 7-89,4-5-90,-4 1 0,2 0-90,1 1-90,-1 2 90,2-3 0,1 1-180,0 2-450,3-4-1799,4 2 1799,18-14-269,1-8-91,13-13-89,-4-5-540,0-4-360,5-3 951,-4-3 0,0-2 0,-4-2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2.9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6 7353,'12'-5'157,"5"4"0,-4 10 1,-1-1-1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3.1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314 0 6903,'-33'24'2069,"5"3"-1529,-5 0-91,4 4 1,-5 0-90,1 3 0,3 2 89,-4 17-269,12-12-90,-1 11 0,14-17 0,4-3-270,13 17 0,1-20-269,9 11-91,6-22 0,10-6 360,21-8-269,-3-8-1,6-12-90,-9-3-533,2-4 443,4-2-179,-1-5 89,4-1-77,-1-3 1,4-3 0,2-1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3.5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100 0 9512,'9'24'1529,"-4"3"-1170,-12 3 271,-2 22-360,0-9-571,1 18 480,3-17 271,-4 24-360,2-17 298,-3 17-388,2-23 180,1-3-180,0-3 180,-1-5-270,2-5 90,1-4-630,-2 1 94,5-4 446,27-15 0,-8-5 90,26-18 90,-15 2-90,0-2 360,1 1-90,0 2 90,4-2 89,-2 4-179,19 5-180,-8 12 180,6 6-1196,-11 8 1106,-5-1 0,-4 3-189,3 2 189,-4 1-90,1-1 0,-1-1 0,-1-1 0,2-3-90,1-1-180,0-4-540,2-2-179,19-3-873,-5-6-1107,21-6-898,-8-11 3276,7-5 0,0-7 0,2-2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7.0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327 189 6094,'-41'-22'1619,"0"2"-1260,9 1 271,-1 1-360,7 1 270,-3 1-181,3 2 541,1 0-1,-3-3 1,7 2-271,-3-1-269,24 19-450,3 2 360,21 17-270,-5 0 180,4 5-3662,2 5 3392,8 22 90,-6-10-1388,3 16 1298,-9-17-79,-5 0 169,3 0 0,-1 0 180,6 13 0,-4-15-270,3 11 269,-5-21-268,-2-1-1,-1-4 90,-1-2-90,-3-3 0,-1-3 2710,1 3-2980,3-4-1406,0 2 597,2-15 629,-3-8-449,0-11 317,-4-3 672,1 1 0,-6 7 0,1 2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7.4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489 92 6183,'11'-21'1979,"0"-4"-180,-1 5-270,-3-3-1529,-18 20 0,-1 4 0,-18 17 0,0 3 0,-9 5 90,-4 3 0,-5 3-721,-1 0 721,1 1 0,3-4 0,7 0-199,4-4 199,5-1-90,7-2 0,5 0 90,3-1-90,4-1 89,5 0 1,1-1 535,8 7-535,1-7-1159,6 5 1159,3-8 0,2-2-90,5-1 90,0-1-90,5 0 90,0-1-90,5 0 90,-1-2-90,5 0 90,1-1-90,5 0 0,1-1 963,3 0-963,4-1 270,1 0-360,-1-1 270,3 1-360,-4-1-89,2-1-451,15 2 90,1-1-179,5 1-630,-10-1 1439,-11 0 0,-24-3 0,-7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7.67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33 6363,'38'-6'3688,"4"1"-3238,7 2-360,9 2 0,3 0-360,-1-2-719,-7 0 989,-6-3 0,-24 4 0,-6-1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7.85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1 180 8342,'27'-16'900,"0"3"-630,15 2-91,12-1-179,-4 1-947,13-3 857,-7 2 180,-4 0-360,3 2 180,-4 0-270,-2 2 272,-4-1-1801,12-4 1935,-7 1 1,-12 2-1,-14 3 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18.26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0 153 6273,'21'-20'1440,"-4"5"-6561,8-3 5661,9 1-360,-7 4 1408,13-3-1408,-11 5-90,4 0 860,0 2-771,2 1 1,11 0-90,0 2 3392,12 6-3392,-25 8 0,-14 12-90,-22 1 0,-10 4 90,-1-7-90,-1-1 0,1-2 0,1 4 0,4-1 90,10 3 90,9-3 90,10-2-180,14-1-180,5-1 270,1-2-180,17 4-90,-20-4 270,13 5-180,-16-3 269,1 3-269,12 12 180,0 8-595,-4 2 505,-7 1 180,-17-9-90,-2 0 0,-1 0 128,2 11-128,-6-10-91,1 5 91,-6-13-90,0-3 90,-3-1 180,1 4-630,-4-2-180,-13 7 233,0-7-862,-17 1-1260,-3-3-719,-11 3 3008,-13 3 1,-16 2 0,-9 3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26.97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1453 58 8252,'-45'-4'5127,"2"-1"-4947,8-3-90,-2-1 90,-8 3-180,1-2 90,0 2 90,-4 0-180,7 1-90,26 5 90,15 5 90,30 5 90,-2 3 0,-2-1 0,-2 0-270,4 1 180,2-2 0,-4 7 0,1-4-1,-5 2-89,0-2 90,-2-1-90,3-1 90,-2 0-90,3 1 180,1 1-90,0 1 0,2 3 0,-7-1 0,6 2 0,-6-1 0,7 4-90,-1 1 90,0 1-90,1-2 0,-2-1 0,3-3 0,0-2 0,0-1 90,-4 0-90,0 0 90,-5 1-90,2 1 0,-4 0 0,1 1 0,-3-2 90,3 1-90,-1-1 0,-2 1 0,5 1 0,-6-2 0,2 1 0,1-2 0,-1 0 0,2 1 90,2-4-90,2 1 0,-5 2 0,3-2-90,-7 3 180,3-2 90,0 0-7106,1 0 14481,-18-11-7375,-10-2 90,-27-6-90,-13 1 90,-3 4-180,-7-2 90,6-1-180,-2-1 0,4-2 0,2 0 0,1-1 90,3-1-90,-5 0 0,5-1 0,3 1 0,5 1 0,-1-1 0,3-2 0,0 1 0,0-2 0,2 0 89,-3 0-178,2 1 89,-4 0 0,8 1 0,-10-2 0,9 2 0,-9-4-3392,12 3 3392,-6-2 0,10 2 0,-3 0 0,3 0 0,-1 0 0,1-1 0,-1 0 3392,-3 0-3392,3-1 0,-3-2 0,1 2 0,0-1 0,0 2-90,3 0 90,-4-1 90,4 1-180,-8-3 90,7 3 0,-3-3 0,2 3 0,-5-2 0,6 2 90,-10 0-90,6-1 0,-6 0 0,7 1 0,-3 1 0,3 1 3,-2-2 0,-3 1 87,-3-3 6,3 2-2794,0 1 1348,35 2 631,18 0-91,28 2-92,10 1-1,-2 1-177,8 1 85,5 1 995,3 6 0,1 3 0,20 5 0,-20-2 0,0 1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28.12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2276 1377 6004,'-4'4'8725,"-10"-2"-8546,-25-9 1,-2-1-90,4-1 0,-2 0 0,1-2 0,-1-2 0,3-3-90,-5 0-3302,5-2 3302,6 3 90,-4-4-90,3 3 0,-5-4 90,-1-1-90,5-1 0,0-1 3392,2 0-3302,5 4-90,-1-4 0,0 5 0,0-6 0,1 6 90,3 0-90,-1 1 0,-4-2 0,3 0 0,-2 0 0,10 6 0,-3 0 90,0 1-90,-4-3 0,4 2-3392,-3-3 3392,6 2 0,-3-1 0,1 1 0,-3-5 0,1 5 0,-1-5 0,-6 1 0,7 4 3392,-11-11-3392,11 10 0,-7-5 0,5 5 0,-1 0 0,-11-6 0,9 5 0,-9-4 0,11 6 0,2 0 0,-3 0 0,5 1 0,-3-1 0,-4-2 90,-5-2-90,-6-3 0,-5-1 360,10 6-450,-1 0 0,1 1 90,-2 0 0,1-1 0,-7-3 0,-3-2 0,2 0 0,-9-4 0,14 3 0,-11-7 0,15 6 0,-6-5 0,15 7 0,-1 1 0,0 0 90,5 0 90,-9 1 269,8 0-1927,-10 4-491,42 3-2259,13 6 4228,45 4 0,-29 2 0,-3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4.32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15 10771,'10'21'629,"-1"2"-179,3 16-270,-3-6 270,15 43-360,-11-34-541,7 21 541,-6-31 0,0 0-1,1-1 179,2 0-178,-2-1-90,1-2 179,3-2-179,-2-2 0,2-2 90,-5-3-90,3-3 274,1 2-184,3-3 0,-1 2 0,-7-17-90,-11-14 0,-4-11 0,-7-9 90,5 2-3482,-1-16 3392,-1 10 0,2-11 36,1 14-36,1 2 0,-1 0 0,2 2 0,0-18 90,4 19-90,0-13-90,1 24 3276,2-4-4356,24-7 891,3 4-800,27-2 359,-13 15-539,8 2-540,10 6 1799,10 3 0,-21 1 0,-10 2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4.552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8252,'24'14'2069,"-1"6"-1799,-12-1 0,-1 3-90,-1-5 90,0 0-181,3 1 91,0-2-90,1 1 0,-1 0 0,2 0 0,0 0 0,1-1-90,3 4 90,-2-4-180,9 6-270,1-8-179,6 2-631,3-5 451,8-5 269,-6-11 0,-1-5-179,-10-8-271,-9 0 1,0-5 899,-5 0 0,-3 9 0,-6 2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4.687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0 1 7623,'44'9'-390,"-18"-5"0,-11 2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5.29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387 187 6813,'-36'12'2069,"2"0"-1529,-1 2-1,1 2-5659,-1 4 5659,2 3 532,0 4-712,2 2 762,3 2-851,-6 3 0,13 0-90,-2 1 0,14-1-90,9-1 90,1-1-2095,6-2 1915,11 0 2004,0-3-2004,12-3 590,-4-2-680,4-2 0,17 1-90,-10-6 1,14 1-91,-14-9 207,20-2-27,9-7-90,-3-2 1441,-1-8-1441,-23 0-217,0-6 127,2-2 0,-2-5-89,1-1-299,-2-3 298,-1-3 0,-1-1 90,-1-3-269,6-18 269,-10 11 90,4-14 0,-14 17 90,-5 0-2605,0 0 2605,-6 3 90,-2 2 691,-2 3-601,-4 4 182,0 3 358,-2 3 228,-4-1-228,0 4 3106,-5-4-3467,13 7 955,10 9-955,20 12 91,0 10-180,5 8-90,-10 0 0,1 6 0,-1 3 0,-4 3 0,-2 1 0,-4 2-90,-1 0 90,-3-1-90,1-2 0,-6-2 90,3-2-90,-3-2-90,1 4-90,0-10-180,-1 5 90,1-12 180,3-12 180,6-15-90,-1-10 90,7-5-90,-5 6-3392,4 3 3482,-4 2 0,1 1 180,10-1 180,7 4 269,50 10-539,-29 5-135,28 15 224,-21 10 2367,-18-7-2546,21 11-90,-24-11-450,29 7 0,-20-8-180,19 1-269,-25-9-91,3-5-179,-2-3-450,5-4-540,-4-6 2159,2-3 0,-26 3 0,-5-1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6.880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298 103 6453,'-39'-14'1889,"2"1"-1349,6 1 0,-1 0 809,2 2-360,-9-4-89,3 2 1079,-4-2-1889,27 13 0,13 5-1,22 12-89,8 6 90,26 20-871,-11-8 781,22 17 0,-23-17 270,3 2-270,-1 2-170,-2 0 170,-1 0 0,-4 0-403,-1-1 403,-4 0 0,-2-1 0,-3-2 0,-3-1 90,-1-1-180,-6-2 90,-1-1-180,-5-3 827,0-2-827,-1-4-1445,6 7-1074,-4-8 1710,27-10 539,-21-14 534,14-17-534,-19 0 91,-2-3 359,-3-4-360,-3-2 270,0-2-90,-4-2 180,1-2-90,-1-1 0,-3 0-3392,-2-1 3482,-1 0 0,-1 0-83,0 0 173,0 2 0,-1 2 0,0 1 0,0 5 89,1 2 1,-3 4 540,3 2 3350,-6-1-3080,1 5-326,-10-2-574,-1 20 0,-1 3 450,-7 30-181,16-7-269,-12 11 0,13-7 0,-5 0 0,2 0 0,3-1 180,-3 13-180,7-10-90,0 8 90,6-14 0,2 0-90,2-2 90,2-1 180,2 1-270,2-3 180,1-1-180,0-2 89,4-2-89,3 4 90,5-3-180,8 4-89,6-6-181,8-5-180,12-4-45,-1-10 1,3-2-136,15-3-60,-18 0 1,-3-1 59,-1-3-719,-3-2-180,2 1 1619,-5-1 0,-19 7 0,-8 1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7.088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1 126 9152,'41'-9'1619,"4"-1"-1529,-2 2 0,1-1-90,-10 1 0,3-2-90,0 1-90,1-1-90,1 1-360,3 0-179,3-3 809,-2 2 0,-16 3 0,-10 2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7.296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14 160 6633,'-13'-15'1889,"13"0"-1709,23-5 0,6 5 0,13 0 0,-6 5 180,7 0-1,23-5-1719,-12 5 1360,15-3 0,-23 7 342,14 0-612,-2 2-539,8 0 865,1 3 0,-35 1 0,-2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9.369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1 108 10681,'31'-13'630,"6"0"-451,11 0-89,-1 2 180,-4 2-180,-2 0 360,-2 4-270,0-2-810,2 2-719,-5-2-450,4 0 1799,6 2 0,-20 2 0,1 2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39.875"/>
    </inkml:context>
    <inkml:brush xml:id="br0">
      <inkml:brushProperty name="width" value="0.06" units="cm"/>
      <inkml:brushProperty name="height" value="0.06" units="cm"/>
      <inkml:brushProperty name="color" value="#66CC00"/>
    </inkml:brush>
  </inkml:definitions>
  <inkml:trace contextRef="#ctx0" brushRef="#br0">13 0 10681,'-1'28'989,"-5"-4"-989,6 8 270,-6-10-270,7 4 180,-1-9-90,1 7 90,2-1 0,2 2 90,-1-2-90,7-6 89,14-8-269,16-2 90,14-8-270,5 2 180,2 3 90,3 2 0,-1 4 0,2 3 0,-20-1 0,-3 1-516,-5 4 426,-12-4 90,9 5 0,-20-2 0,-6-1 0,0 3-90,-7 1 90,-4 1-90,-3 1 696,-13 1-696,0 0 90,-17 8-90,6-8 0,-11 6 0,9-12-180,5-1-989,-9 1 1169,6-4 0,8-2 0,6-5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53.457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1887 1057 6453,'-30'-9'6297,"3"-1"-6117,-8 2-90,7-4 0,-3 2-1,4-2 1,-3 2 0,6-1 0,-3 0 0,-1-1-3392,-3 0 3302,-2-1 90,-2-1-165,-5-1 435,-1-2-360,-3 1 270,2-1-270,-3-1 0,0 0-2124,-2 0 2124,-2-1 90,2 1-156,0-2 156,9-2-90,-5 3 0,6-2 90,-8 4-90,-15-11 0,15 8 90,-10-6-90,21 9 0,0 0 90,6 1 1957,-1 1-1957,6 0 69,-1 1-159,1 0 0,3 0 3273,0 1-3273,4-1 357,-1 2-357,-4-6 0,0 0 90,-4-5-90,1 1 0,3 0 90,-3 2-90,3 0 0,-6-2 0,3 0 0,2-2 90,-4 2-90,6 1 0,-6 2 0,1 1 90,2 0-90,8 0 0,-8 3 0,12 0 1529,-9 1-1349,1-1-2788,-5 4 1258,26 0-269,12 5 810,49 1-1260,-3 2-1469,14 3 3538,-17 3 0,-24-1 0,-8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54.44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2520 682 6633,'-5'2'7646,"-6"-2"-7556,-31-7 0,-10 0 0,-2 0-90,-23 0 90,17-1-473,0 0 383,14 3 90,6-3-90,-9 3 90,2-3 90,-41-7-180,33 4-569,-30-4 569,40 5 90,-1 1-90,-1-1 90,2 0 0,1-1-90,3 0 90,-1-2-90,-1 1 90,-20-9-90,17 6 0,-15-6 90,21 6-90,-19-7 90,-6-2-90,2-1-93,3 1 93,20 9 90,-1-1 562,-16-4-562,-12-6-90,11 4-284,-1 0 284,30 10 0,-9-1 0,3 0 645,-3-1-645,8 1 0,1 2 0,1 0 301,-5 1-301,-2-1 0,2 0 0,-5 0 0,1-1 0,-6 1 0,-1 0 0,0-2 0,4 2-4588,5 0 2700,30 12-1800,23 0 3688,37 10 0,-19-6 0,-1-1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55.29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1995 1588 6543,'11'-4'6117,"-13"-5"-7154,-20-8 1127,-8 0 361,5 2-271,-4-1-90,0-2-90,-4-1 0,-4-4 90,-5 0-3014,-3-3 2924,-5-3 0,-2-1-229,-7-3 229,-2-2 0,-2-2-310,-5-2 310,-3-1 270,-2 0-225,20 12 0,0 1 45,-25-13-45,31 14 0,2 2 45,-22-7 0,14 1-528,-9 3 528,15 0 2564,-6 3-2564,-9-9-90,9 9 22,-7-7 68,22 11-90,3-1 1015,4 3-1015,2-1 982,2 1-982,-8-12 0,9 7 22,-4-8-22,14 7 478,0-1-478,3-2 0,-2 0 33,6-1-33,-1-1 0,4 2 0,1-1 179,1 2-179,4 0 180,-4 1-270,4 2 270,-3 2-90,3 2 0,-5-5-90,5 1 90,-8-4-270,8 4 90,-8 1 0,3 2 540,-6 0-180,-9 6-270,-10 2-5217,-6 3 2608,29 1 2609,25 4 0,8 0 0,4 3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56.55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10750 3414 6543,'-12'-4'5757,"0"0"-5667,-58-8 90,26 4-90,-5 0-5661,11 1 5751,-3-1 1409,-4-1-1409,-2-1 270,-28-5 163,16 2-523,-20-3 179,20 3-2336,-30-7 2067,19 5 90,-24-6 1246,27 5-1336,-2-2 0,-4-2 90,-4-1-90,-3-3 45,23 7 0,-1 0-45,-29-11-414,30 11 0,2-1 504,-22-8-90,2 0-142,1-1 142,0-1 90,2 0-45,18 8 0,-1-2-45,-26-10 45,27 11 0,0 0 45,-18-9 0,0 2 90,-1 0-90,2 1 0,-3 1 0,-1 0-1,0 1 1,-5 1 0,4-1 0,-5 2-90,2 0 90,-4 0-90,1 2 90,0 0-90,1 0 90,3 1-90,1 0 90,1 2-90,3-1 0,2 2 0,5-1 1746,1 1-1746,4 1 0,-1-1 0,3 1 0,-1 0 90,5-1-90,0 2 0,2-1-1503,2 1 1503,1-1 90,2 0 447,3-1-537,1 1 519,2-1-519,1 0 0,0 0 5,0 0-1,3-1 91,0-1-178,2 1 173,-2 0-90,0 0 0,-1 0 0,-3 0-5,3 1 1,0 1-2,1 1 0,2 1 6,-15-8 90,10 7-180,-10-6 180,15 8-180,1-1 180,1 1-180,-1-1 90,-2 0-1536,3 1 1536,-5-1 1848,2-1-1848,-3 0 0,-1-1 0,-2-2 0,-2-1 0,-5 0 0,5-1 0,-6 0 0,1-1-1032,-5 0 1044,-2-1-1,-2 1-30,-1 0 112,0 1-16,-3 0 81,2 1 162,-2 0-191,0 0 78,0 1 739,-1 0-773,1 0 15,0 2-342,1-1 256,1 1-83,1 1 10,3 0 14,2 0-77,3 0 1260,2 1-1262,7 0 180,-21-4-71,21 4 56,-30-8-21,34 10 17,-8-3-1,18 4 380,0 2-366,-11-3-184,10 2 139,-10-2-118,3-2 138,6 3-84,-8-3 37,7 4-161,0-1 120,-4 0-21,-1-1-66,-23-6 42,14 3 1660,-19-4-1729,21 4-4,-5 0 82,2 2-75,-2-4 111,-1 4-2481,-26-7 2398,18 6-57,-21-5-403,4 0 399,15 5-410,-15-4 411,26 6-138,-22-5 170,22 5 35,-18-4 7,27 6 55,-5-1-55,7 1 182,0-1 2497,5 1-2516,-15-5-9,12 5-1986,-6-6 2161,13 7-131,-5-5 196,-5-2-134,-8-1-3,-1-2 1,13 4 95,0 1-190,8 3-25,-1 0-16,-2 0-138,-4 0-25,3 0 81,-3 0-143,4 1 29,-2-1-29,-1 1-99,-4-1 90,1 0-2,-19-3-2,11 3-57,-13-3 41,13 4-71,1 0 64,-3 0 36,2-1 58,-3 0-48,-18-6 121,13 4 6,-14-4 52,24 3 40,0 2 51,5-2 116,0 1-49,5-1 155,-21-12-60,21 11-586,-16-11-700,29 13-141,14-1 2269,29 3-1874,12 3-1036,20 3-996,-3 4 2665,5 1 1,-25 1-1,-5 0 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2:58.34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9018 4161 6183,'43'-5'4948,"0"3"-4679,-34-5 1,-9 1-180,-42-11-90,8 3-597,-36-16 687,27 13 0,-26-14 0,26 12-90,-7-2 90,-5-1-90,-39-13-1252,19 8 1297,23 8 0,-1 0-45,-25-7 90,-2-2 0,-4 0 90,1 0-90,-3 0 0,-1 0 0,-4-1 89,2 1 1,-2-3 0,29 12 0,0 0 0,14 2 0,1 1-180,-14-3 0,2 1 0,-22-8-727,3 0 727,1 2-359,-1-2 359,5 2 0,6-3 90,-1 2-90,8-3 0,-6 2 0,6-2 270,3 2-360,1-1 270,1 0-270,2-1 270,-2 1-270,-3 0 90,5 2-225,-7 0 225,8 2 1050,-2 1-1045,-22-8 0,14 8-159,-17-6 252,21 11 256,1 0 509,1 0-430,0 1-313,5 1 1,0 1 293,-11-5-635,13 5 0,1-1 538,3 0-240,-3-1 214,2 1-378,2-2-69,-19-7-258,16 4-813,-14-6 902,20 9-90,0 0 191,3 0-49,-2-2 12,-1 1 523,3-3-359,-3 3 277,1-1-270,1 1 270,-1-1-270,-2-1 180,0 1-2050,-1-2 1870,-3 2-841,-15-11 931,21 8 936,-26-7-936,32 8 0,-14-1-90,6 1 252,-19-9-146,13 9 2836,-12-7-2727,18 9-3,2 0 1395,0 1-1285,-1 0 91,1-1 21,0 0 110,2 0-60,-1 0 128,0 1-158,1 0 132,-1 0-354,4 0 219,-3 2-268,4-1 249,-1 2-362,1-3 381,0 0-301,1 2 286,-1-2-276,3 1-3269,-2 0 3343,2-1-51,-9 1-66,6 0 36,-6 0-92,11 2 47,-3-2 50,2 2 130,-2 0-326,-3-1-97,5 1 308,-5 0-238,0 0 238,-2 0-317,-4 0-10,3 0 55,-2 1 3766,2-2-3678,0 1-157,-2 0 148,2-2 18,-3 1-3250,1-1 3437,-1-2-66,-1 1 61,0-2-13,-5 0 3,2-1-72,-25-12-62,16 7 46,-15-8-44,18 10-33,2-2 61,1 1-15,1-1-78,1 0 81,0 0-92,-2-1-64,4 1-39,-16-13-139,20 10 54,-12-9-5,23 12 160,-1 1-27,3 1-154,-1 1 140,2 1 192,-18-16-98,16 16-25,-14-11-6,21 18-22,-1 1 4,1 1 264,-1-1 6,-2 1-20,-1 0-4,0-1 3392,-5 0-3318,2 0 368,-3-2-262,1 1-88,1-1 143,-3-1-15,3 1 27,-1 0-127,0 1 33,3 0 41,-2 0-43,1-1 45,-1 2-236,1-2 133,2 2-73,-1-2 72,2 2-27,-1 0-73,1-1-4005,2 0 4028,-2 0 89,2 0-58,-1 0-17,-16-11 33,15 8 61,-14-8 7,21 12-4,0 0-2,2 0 90,0 0-69,-1 1 39,-8-4-150,1-1-16,-9-3-24,3 3-152,0 2-217,5 2 15,-5 3-7243,3 1 3528,35 7 3778,-7 5 0,27 2 1,-18 1-1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1.08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476 147 6363,'-91'-1'3328,"2"1"-2338,10 0-181,7 0 91,10-1-360,10-1-540,23-9 0,27-2 0,19-5-90,22 1-169,-2 4 259,5 0 0,6 1-3306,1 0 3306,4 1-90,0 3-314,44-2 404,-13 7 0,-26 2 0,-1 1 0,15 5 0,-12 4 0,-4 7 0,-14-3 0,8 8 0,-22-4 0,-6 2 0,-5 2 165,-6 2-165,-2 2 0,-13 13 0,-3-9 3232,-6 7-3142,-2-15-90,1-3 482,-3 3-482,0-6-540,-3 2 540,36-8-90,0-6 90,37-1 0,-3-4 0,1 6 0,2-1 180,13 13-90,-21-3 0,5 9 90,-33-3 0,-9 2 0,-12 2-90,-10 0-1,-8-1 1,-11-1-90,-9 0 90,-4-1-180,-5-3-629,5-3-3509,-1-2 1800,18-15 2428,18-5 0,8-2 0,13 1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1.40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214 1 8252,'38'19'900,"-9"-1"-630,-18 25-90,-8-12 89,-4 15 1,-7-11 0,-4 2-90,-4 1 0,0 3-90,-5-1 90,1 2-90,-9-1-466,5-2 466,-3-1-90,7-3 90,2-3 0,0-2 92,4-3-182,1-4 0,5-2 2,0 3-452,-8-9-359,15 8-181,-3-9-887,15 3 1877,9-3 0,-11-7 0,3-1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1.79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119 0 7353,'-25'20'719,"3"1"-539,5 4 0,6 1 0,-9 3 90,9 13-180,0-9 0,9 8 0,8-13-90,2-2 0,3-2 90,2 0-90,4-4 90,2-1-90,4-2 90,3 0-90,3-2 0,3-1 0,2-1 0,3-1 90,19 3-90,-9-4 0,11 3-265,-16-5 355,-1-1 0,-1 0 0,-2-1 0,-1 1 90,-2 0-90,1 0 90,-3 1-1033,2-1 1213,-2 0-90,12 4 89,0 1 322,6 4-411,-10 0-1,-11 3-89,-12 1 977,-14 4-1157,-12 0-270,-11 1-450,-10-4-359,-3-2-270,-6-5-2069,-1-5 3418,-12-7 0,24 0 0,0-6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2.05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13 226 0,'-13'-12'1680,"25"-1"838,24-5-2428,17 0 180,-10 1-1297,7-2 1117,-2-1-90,3 1 1027,-3-1-1117,-3 3 0,-3 1-180,-1 3-90,-6 3 1948,8-1-2308,4 8 180,-5 8-269,-6 7-181,-15 5 990,-13-1 0,-1-7 0,-6-1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2.49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27 211 6273,'-13'-20'4858,"-1"2"-4499,26 14-269,1 11 0,17 8 0,-4 7 0,-6-3 0,9 10 0,-11-6 0,8 6-90,-13-11 90,6 2 270,-5-3 809,1 3-1079,-25-18 0,-3-8-180,-11-12 90,-2-15 0,13 10-90,-4-20-180,11 16 90,3-8-179,4 11-1,3 3-720,9-9 541,1 9-3573,9-8 3483,-2 12-1,5 0 0,1 3-539,4 2 1169,1 2 0,-13 5 0,-3 1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2.69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1 6723,'22'31'2519,"2"-2"-1980,-6-3-89,5-3-90,4-3 0,1-5 0,8-4-450,7-4-90,0-6-90,10-9-180,-19-3 0,1-7-89,-15 3-91,0-2 180,-6-1-719,-1 0 0,-8-1 1169,-1 1 0,-6 8 0,1 1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2.83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0 7533,'28'6'0,"-4"-2"0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3.13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629 0 6993,'-66'9'2159,"2"4"-1530,11 5-1459,-1 5 1369,-2 5-89,-2 4-90,4 5 0,3 2-91,6 3 1,5 1-90,7 2 0,6-2 0,10 0 345,8-2-435,8-3 0,7-2-90,10-2 0,8-3-90,9-3 90,4-4-180,6-2 44,-1-4 46,8-3-3037,-3-3 3127,3-3-90,23-3-68,-16-5-22,17-5 0,-19-4-449,22-12-181,4-6-84,0-2 535,-10 0-541,-7-4 450,-18 7 91,12-8 2692,-29 9-2693,-1 1 1,-7-1 726,-2-1-547,-4 0-269,-3-1 449,-6-1 0,-2 12 0,-4 2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3.46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158 410 6183,'-14'-50'720,"-2"0"-6110,1 5 6019,-8-12-359,6 18 1557,-6-7-1557,11 20 864,-2 4-594,5 2-1,-2-2-179,7 3 3289,23 5-3470,16 14 91,40 18-180,-13 5-861,-14-2 0,0 0 861,9 8-90,17 13-540,-25-12 540,-2 2 0,9 16-180,-14-12 180,8 14-90,-20-19 90,-5 0-179,-6-3 179,0-3 0,-7-3-90,2-3 90,0 1-90,-2-3 359,13 1 2074,-7-3-1713,38 0 409,-2-3-949,18 2 0,-18-5-90,2 1-270,-3-3-450,21-1 180,3-8-1079,8-7-539,-7-12 269,-22 1 1648,-10-1 1,-33 13 0,-3 1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4.36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43 114 7623,'-33'-7'3688,"24"-5"-3599,19-5-89,19 0 0,2 3 90,0 2-90,2 1 0,8-1 180,-3 3 90,21 6-180,-12 12 90,0 7 0,-9 25 0,-21-10-90,-1 16 0,-12-10 0,-1 0 90,-10 31-180,6-26 90,-6 20-90,6-35 89,2-5-89,0 6 0,8-5 0,9 2 0,14-6-89,7-7-1,7-4-360,1-4-360,12-3 271,-2-4-901,-2-2 721,6-4-91,-28-1-269,17-1-180,-15-1 1259,1 1 0,-13 4 0,-8 2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4.577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111 1 7353,'-22'21'1709,"2"1"-1349,6-2-5661,3 3 5751,-2 2 594,2 2-864,1 3 1042,3 2-1042,6 2 0,0 2 0,2 1-2149,-1 2 2059,0-1 0,1-1 1721,7 15-2081,-2-14-89,6 9-91,-4-16 435,1-4-704,-1-1-91,-1-3-449,1-2 1259,2-2 0,-4-9 0,1-3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4.90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163 1 6453,'-25'16'1350,"4"3"-541,-9 12-449,11-3 0,-7 11-90,9-11-91,7 0 91,0 1 0,6-2 0,7 13-90,6-9-90,10 8 90,7-12-90,5-2 0,6 0-398,5-1 397,3-3-1629,3-4 0,2-1 1630,8 4-90,-8-6 0,-1 0-1207,0-3 1297,3 0-207,3 1 207,1 0 90,-5 1 0,-2-1-609,-4 1 699,-7 0-90,1 0 1798,-8 2-1798,-2 2 1494,-9 1-1494,-5 2 0,-8 12-90,-8-5 452,-6 6-632,-11-8 0,-1-2-180,-8-2 1306,-1-3-1666,-2-1-1079,-15 1 719,8-4-627,-11-1-182,-5-9 1799,13-4 0,4-1 0,19-2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5.14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0 345 8882,'21'-15'1799,"8"-3"-1619,11 4-917,9-4 827,-3 0 0,6-4 0,2-1 268,1-2-358,5 0-643,-5 0 553,2 1-270,-6 0-3023,-3 3 2933,-4 2-997,6-2 1447,-8 6 0,-11 3 0,-14 6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5.66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23 2 7533,'-14'-2'5127,"9"7"-4857,2 17-90,8 8-1,4 4-89,0 5 0,6 2-321,1 3 231,3 0-3286,6 2 3376,2-1-90,2 0-332,1-1 332,2 0 0,-2-3 90,4-1-90,-2-2-90,1-2 180,8 11-90,-11-14-90,5 7 0,-11-17-90,-1-2-89,1-2-607,-5-3-563,7 2 1333,-5-4 106,9-11 0,-17 1 0,1-10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5.91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194 278 6094,'-40'-35'989,"3"1"-719,6 2 90,4 3-91,4 3-5749,6 3 5840,5 4 1318,6-4-1408,10 4 860,20-1-771,15 7-89,24 8-90,-13 7 90,5 8-173,-18 1 83,0 5-91,-1 0 91,-5 3 0,6 11-90,-15-5 0,4 9 0,-19-10-90,-4 1 0,-6-3 0,-5 0-7,-2-3-532,-10 3 3121,-1-3-4651,-12-2 720,-5-9 1349,10-11 0,6-1 0,14-3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6.207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25 116 6543,'17'-23'1529,"4"-4"-1259,-4 6 0,7-2 180,1 5-360,13 15 90,-9 3-90,7 12 90,-12 2-3483,-3 2 3393,0 4 126,3 14-126,-7-6-90,2 10 90,-10-12-90,-2 0 90,-5-2 3275,1-4-3275,1 4 81,-5-5-351,-6 0-180,-25-12 90,-13-10 91,-1-6-406,1-8 225,12 2-179,1-4-1,0-2-360,2-1 1,3-2 899,-1 2 0,16 8 0,0 5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6.51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35 6543,'31'-13'1529,"5"1"-989,6 5-180,14 5-180,-6 8-90,-4 4 90,-13 4-90,-11-1 0,-3 1-1,-4 2 181,-1 0 0,-6 6 0,-1 1-90,-9 2 0,-7-4-90,-11-4-360,-9-4-360,-18-6-89,5-7-181,-9-8 450,15-9-89,9 0-181,8-4 720,7 4 0,7 7 0,2 3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6.81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52 6723,'34'-3'2699,"0"4"-2340,6 13-179,-1 3 0,-11 1-90,-2 0 0,-11-3 0,-1 2 90,3-1-90,-6 5 270,-1-2 629,-5 3-899,0-23 0,-2-1-90,0-30-90,-5 12 0,1-8-90,-2 8-3572,0 0 2853,2 0-180,3-4 179,4 4 900,2-2 0,-4 11 0,2 5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08.55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1610 9871,'8'-17'4498,"16"11"-4408,9 9-90,19 12 0,-16-1 90,5 2-90,-12-4-4162,2 1 4162,-1-1 950,-1 0-860,2-1-1,3 3 91,-3-3 810,4 2-720,-8-13 0,-7-6-1,-2-14 181,6-28-360,-5 4 2803,8-21-2713,-2 12-832,-1-7 832,5-4 0,-4-4-756,-2-4 666,0-2 90,-4-2-90,2-2 0,-7-1-991,5-3 991,-4 0 0,9 0 596,-5 2 549,7 4 910,-6 5 79,5 8-243,-4 5 721,2 8-233,-5 6-430,2 5-722,-3 5-1317,1 6 0,-3 4 0,-2 4 0,2-1 0,-3 4 0,2-1-9379,-17 4 8803,-5 2 1,-4 6 0,1 2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10.33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23 178 8072,'-14'3'2249,"6"2"-2159,17 12 0,4 0 0,13-1 0,-6 4 0,15-1-90,-4 2 90,9-1-90,-1 0-225,3-2 315,-5 0-90,19 3 0,-16-5 90,11 1 180,-13-5 1619,-6-2-1709,-14-14-90,-16 0 269,-20-17-134,-4 3-135,3-5-90,-6-2 197,0-4-82,-2-1 271,0-3-45,4 0 41,1-1 266,1 3 270,4 3-253,4 4 186,8 3 782,-2-3-749,8 4 293,8-3-370,15 10-973,25 4-590,0 8-2214,9 4 1535,-8 1-733,3 1-2618,3 2 2285,2-1-125,33 3 684,-21-4 1330,23 2 259,-31-3-285,-3-1 518,-3 0 15,-3-1-80,-2 1 1211,9-1-671,-6 0 3522,6 1-3157,-10 2 785,-9 4-695,18 10-540,-18-3 648,18 5-738,-16-7-90,1-2-180,-2-2-1170,0-3 1,2-7 0,-6-9-270,-9-5 1529,-14-6 0,-11 10 0,-2 2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10.49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20 7892,'15'-15'1530,"9"11"-3509,7 5 1979,10 10 0,-20-5 0,0-1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11.06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416 480 6363,'-58'17'1619,"3"1"-1079,12 6 0,-2 4-180,3 6-2568,-2 3 2568,6 4-90,2-1 681,7 1-501,7 15-91,19 1-269,7-3 0,17-8-1033,7-19 1033,6-1 0,28 3-90,-10-8 0,21 0-464,-18-10 374,2-4 0,1-4 0,2-3 0,3-3-90,1-6 959,0-3-959,3-4-90,-5-5 1,3-3-1,-12-4 0,7-3-90,-12-5 90,5-2-90,-8-5 91,-5-3-1,-5-4-90,-9-3 180,-4-3-90,-7-3 90,-7-2 90,-3 0 0,-6-1 180,-4 3 0,-5 2-343,-4 4 523,-1 7 180,-3 5-1890,1 6 1710,-1 6 478,0 5 61,3 4 840,-4-1-1379,7 3 127,6 13-37,10 6 3122,11 18-3392,3 5-90,4 6 90,2 4-90,4 3 0,3 3 0,3 0 90,4 2-652,1-1 562,1 0 0,-2-1 0,0-2 0,-1-2 0,-3-4 0,-1-3 0,-4-5-273,-1-3 3,-3-5 0,3 1 270,11-18 0,-10-5 0,8-18 90,-15-3 0,-1-1 90,0 1-90,-2 2 180,-4 3 731,0 3-731,5-1 463,-2 6-553,33 5 0,-10 9 90,54 19-180,-28-2-1195,27 9 1242,-21-6-59,1 1 93,1-1-79,2 0-9,-22-9 0,2 0-72,30 4-1,-32-7 1,-2 0-81,17 0-339,-4-3-857,9-2 185,-11-9-4636,-10-2 5793,-28-15 1,-19 13 0,-9-5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39.7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54.4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576 16 6363,'-16'-15'4948,"3"15"-4859,7 3 1,-1 18-90,-5 3 90,2 1 0,-4 1 90,6-2-90,-6 0 0,3-1 180,0-3-90,4 0 0,-2-2-90,3 2 0,-4 1-180,4 3 0,-6-1 90,6 0 90,-3-1 0,-2 0 0,2 1 90,-5-2-91,-3 2 1,0-3 0,0-1-90,2-2 90,4-1-90,0 0 90,3 1-90,1 1 0,0 0 0,1 2 0,0 2 0,-1 2 0,-2 0 0,-1 2 0,-5-1 0,2 0 0,5 0 0,2 0 180,3-4 0,-1 1-90,1-1-90,2 13 90,0-6 0,0 13-180,-4-16 0,-1-1-90,-5 1 180,1-5-90,-1 5 90,-4-7-90,8-2 90,-4 9-90,7-1 90,0 8 90,1-2-90,-1-1-90,2 1 90,2-2 0,3 2 0,4-2 0,-7-4 0,6-2 0,-4-1 0,5 2 0,4 5 0,-5-3 0,-1 1 0,-5-1 0,2 1 0,-3-2 0,1-1 0,1-1 0,0 2 90,7 1-90,-2-3 0,7 6 0,-5-3 0,1 8 0,-1-6 0,-7 0 0,-3-8-90,-2 3 180,-1-1-90,2 2 0,2 0 0,-2 1 0,0 2 90,1-1-90,0 3 90,-3 0-90,1 0 90,-3 0-90,-1-2 90,2-1-90,1-2 0,2-1 0,2 0 0,-1-3 90,1 1-90,1-1 0,0 1 0,1 1 0,-7 10 90,7 1-90,-4 6 0,9-9 0,0-6 0,-1-7-3392,-1 3 3392,1 2-616,-2 3 616,0 1 0,-5 0 0,-3-2 90,-5 7-90,4-7 3043,-1 14-2953,16-13-90,-9 10 1145,7-7-1145,-15 0 0,0-1 0,-2-4 0,-7 13 0,18-12 90,-10 10-90,15-7 0,-4 10 0,-3-3 0,0 3 0,1-13 0,0-3 0,1 1 0,-8-2 0,9 1 0,-5 0 90,10 5-90,-4 1 0,8 3 0,-7 0 0,6-1 0,-3-2 0,-1 0 0,-1-2 0,5 1 0,-7 0 0,6 15 0,-10-6 0,4 12 0,-5-12 90,-2-1-90,10-1 0,-18-4 0,14 6 0,-18 12 0,10-6 0,0 9 0,5-14 89,0-1-89,2-1 0,-5 1 0,-1-2 0,-1 2 0,2-1 90,0 0-180,3-1 180,-5 0-90,1 0 0,-2-1 0,1-1 0,1-1 0,0 12 0,-1-9 0,-2 9 0,3-15 0,0 0 0,3-1 0,-1-1 0,0 10 0,3-7-600,-1 7 600,3-9 0,0 0 0,-1 0 0,3 1 0,-3 0 0,2 1 0,6 0 600,-14-1-600,14 2 0,-16-2 0,10 2 0,-1 0 0,-3 1 0,2 0 0,-2-1 0,1-1 0,1 1 0,-2-1 0,2 0 0,-4-2 90,2 1-180,-2-1 180,0-1-180,3 2 90,-3-2 0,4 3 0,-2 0 0,-1 1 90,2 2-90,0-1 0,2 1-90,-1-1 90,-1 14 90,0-9-90,1 9 0,1-11 0,2 0 0,1 1 0,2 1 0,0-1 0,6 2 0,-12 0 0,10 2 0,-10-2-90,8 2 90,1-1 0,1 1 0,1-1 0,-3 1 0,2-1 0,-3 1 0,2-3 0,3 18 0,-4-14 0,1 14 0,-5-17 0,1 0 0,-2 0 0,1-1 0,6-2 90,-9 4-3302,7-3 3212,-11 4-124,4-3 124,-2 4-90,2 16 90,-2-10 0,0 11 0,-2-16 0,1-2 0,1 2 0,-1-2-90,1 0 90,1 31 0,-1-25 0,4 22 0,1-30 0,1 1 0,0 0 0,-1 0 269,-8 2-269,10 1-89,-5 1 89,12 0-169,-1 1 169,3 1 270,-2 1-360,1 2 90,-2-1-90,2 0 90,-1 0 0,4-2 0,-5 0 0,1-1 0,-4-1 0,1-2 270,-2-1 2932,1-1-3113,2 10 181,-6-13-399,3 10 309,-5-15-270,1-5 180,-2 3-17,-2-7-523,1 1 1,-4 4-181,6 1-90,-2 4-449,4 2-360,-3-3-1080,-3-2 2609,-3 0 0,1-14 0,0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3:56.2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0 579 8522,'40'-8'1169,"8"1"-989,3 3 0,10-1 90,-11 0-90,22 0-90,-15 0 90,18 2-90,-11 1 0,14-1-801,-16 0 711,5-1 180,25-2-180,-33 1 0,34-2 0,-47 3 0,1 1 90,-1-1-90,17-1 0,3 0 0,14-1 0,-8 2 90,-9 0 0,-7 1 89,-5-1-89,1 1 0,-2-1 711,-2 0-531,2-3-360,-5 2 90,7-2 0,-1 1 0,5 0 0,0-1 0,2-1 0,3 0 0,4-1 0,3 1 0,-9 1 0,15-1 0,-27 2 0,18 0 0,-17 2-410,2-1 410,2 1 0,-2-1 0,28-1 90,-18 1-936,21-1 846,-23 2 0,4 1 0,-1 0 0,3 0 0,0-1 90,1 1-90,3 1 0,0 0 0,2 0 0,-1-1 0,2 0 0,-1 1 0,-2-1 0,4 1 0,-3 0 0,2 0 0,-2 0 90,1-1-90,-1 2-90,0-1 90,-1 1 0,1 0 90,0 0-90,2 0 0,2-1 0,1 0 0,1-1 0,-1 2 0,1-3 0,0 2 90,0-2-90,3 2-2582,2-2 2582,-2 0 0,3 1-487,-5-1 487,5 0-1794,-3 0 1794,2 1 0,-3-1-271,-1 1 271,2 0 1006,-3 2-1006,5-1 90,-2 1-90,1 0 0,-22 1 0,0-1 0,33 0 45,-32 0 0,-1 1-45,22-1 0,0 0 0,4 0 45,-27 0 0,3 1-704,8-2 1,0 1 658,-2 0 0,-1 0 45,1 0 0,-4-1 1030,27 0-1075,2-1 0,-1 1 90,2-1-90,1-1 0,-24 2 0,2 0 0,-18 0 0,1-1-14,18 1 0,0-1 14,29-2 0,-49 3 0,0-1 0,1 0 0,0 0 0,1 0 0,-1 0 0,2 0 0,0-1 0,1 1 0,0-1 0,1 0 0,1 0 0,0 0 0,1 1 45,0-1 0,0 0-45,1 1 0,-1-1 0,2 0 0,-1 1 0,0-1 0,0 0 0,2 0 0,-1 1 0,0-1 0,-1 1 0,3-1 0,-1 1 0,1 0 0,-1 0 0,-1-1 0,0 2 0,0-1 0,1 1 0,-3-1 0,0 0 0,-2 1 0,3 0 0,22-2 0,1 1 0,-20 0 0,-1 1 0,18-1 0,-1-1 45,-24 2 0,-3 1-45,49-3 0,-4 2 0,-3 0-82,-4 1 82,-4 1 0,-5-1 0,-8 1 0,0-1 0,-11 2 0,-3 1 90,-5 0 1987,10 1-2077,-4 0 1000,4 1-910,-10 1 1438,-7-2-1528,-6 3 1230,5-2-1230,-3 0 260,7 0-170,4-1 0,3-1-90,4 0 0,-3 0 0,11-1 270,-12 1-270,15-1 0,-13 1 0,0 0 90,4 2 0,-2-1-90,11 1 0,-6-2 0,0-1 90,-13 1 90,7-2 449,-3 1-9803,-2 2 9174,-44-4 0,4 3 0,-35-4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0.4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66 385 7263,'-48'-4'4677,"31"-4"-4677,28-1 90,28-3-90,19-1 0,-4 0 0,6-1-332,5-1 332,2-2-876,6-1 876,0 0 0,2 0 0,2 0 0,-1-1 0,0 1 0,-1 0 0,-2 2 0,-2-2 0,-3 3 0,-5-1-627,0 3 537,-7 0-90,-1 2 0,-6 1 0,-3 2-449,-5 0-1,16-1-539,-15 1-1771,19 1 2940,-41 10 0,3-3 0,-26 8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0.7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78 0 10231,'-14'16'900,"0"2"-631,7 3 1,-3 4-90,1 2 0,-2 1 0,6 0 0,0 0-90,3-1 0,6 0 0,0 0 0,7 1 0,-2-2-90,5 0 180,5 10-180,-1-9 179,16 25-179,-13-29 0,5 13 0,-9-21-179,-3-1-451,9 2-270,-5-1-1618,3 2 2518,-4-3 0,-9-7 0,1-1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1.0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0 6633,'-10'26'1619,"1"1"-1169,1-5-180,2 6-90,0-6-90,3 7 0,1-3-180,0-1-1080,8 4 1170,-3-8 0,3-3 0,-2-11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1.2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35 7713,'-2'-17'-450,"23"7"0,-13 3 0,17 6 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1.5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523 1 6813,'-71'0'2429,"2"2"-1800,8 2-359,3 6-90,14 0 0,2 6 0,9 0 0,1 3-90,4 1 90,3 2-494,3 1 494,6 0-80,2 2-10,8-1-90,4 1 90,4-1-90,4-1 89,5 0-89,14 5-89,3-6 178,8 4-178,-2-10 178,0-2-178,4 0 178,1-1-178,2-1-91,21 2 0,-16-5-56,17 1-484,-3-6 271,7-4-683,-2-2 682,-5-5-1169,-2-5 540,-15 0 1079,11-4 0,-35 9 0,-4 2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1.9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19 6453,'-13'-17'3958,"14"16"-3868,6 14 0,4 11-4252,2 11 4252,-10-5 134,2 2-134,-2 3-113,-1 0 113,-1 2-90,-1-1 0,-1-1 90,-1 13 0,1-14-180,-2 8 180,5-17-90,-1-1 0,3-4-180,0 4 2706,1-5-3605,5 2 1936,2-22-947,1-3 128,0-19-128,-1 4 90,1-3-90,2-1 90,-3 0 180,8-7 90,-5 4 719,5-1-719,-4 8-90,-6 19 0,-1 11-180,-6 8 90,-1 6 0,-1-6-90,1 0 0,0-1 90,2 1-90,1-2 0,2 1 0,5 1 0,6 1 0,4 1-90,4-3-180,1-4-630,2-2-539,8-4-180,8-7 1619,7-4 0,-20-1 0,-8-1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2.5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58 144 8162,'47'-5'720,"-5"-2"-630,5-3-90,-14-1 0,0-2 0,-9 1 0,-1 1 180,3-5 180,-8 1 359,-1-5 91,-21 5-271,-39 7-539,5 10 90,-18 9-90,27 6 90,8 2-90,0 2 180,-22 25-180,20-15 0,-15 17 0,22-21 90,3-2-180,4-1 180,0-1-180,8-4 90,-3 0 90,6 4-90,6-1 0,3 2-90,11-5-90,4-4-90,17-6 1,4-8 89,2-3-540,14-12 180,-19 3-203,12-8 293,-14 4 0,0-1-90,-1-2-449,0-1-90,-4 0 1079,-1 1 0,-18 8 0,-4 2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2.7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10141,'16'21'630,"-1"-1"-270,-6 10-180,-1-8-1,4 12-89,-6-10 0,3 2 0,-2 1 0,0-1 90,4 12-180,-3-11 90,4 8-90,-5-12 90,0-2-180,-2 0 180,2-1-270,-1-1-180,3 7-359,-3-7-361,3 10-179,-3-8 1259,-1 2 0,-2-10 0,-2-5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3.0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36 9242,'45'0'539,"5"2"-629,8 2-179,7-2-271,7-3-450,0-5-988,-4-4 1978,-8-2 0,-28 4 0,-10 1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5.3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569 1 6004,'-21'13'1259,"2"2"-989,-1 3 179,-2 4-269,-1 2 180,-3 3-270,2 2-3212,-4 2 3212,5 1 180,-5-1-1010,3 1 740,1-1 0,1 0 90,2-2-238,3 0 148,2-1 2997,-2 7-2997,4-10 1300,-3 4-1300,5-7 0,3-2 89,-5 3-15,2-3-434,-6-2-2249,-6-2 2609,-8-11 0,14 0 0,-2-7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5.7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16 6813,'-29'-12'4138,"31"9"-9709,17 6 5661,23 8 1065,13 4-1065,-8 0-90,2 1 90,3 4 0,-3 0-90,5 3 0,0 0 90,21 10-90,-19-8 451,14 6-362,-25-11-89,-4-1 0,-2-2 0,-4-1 0,-3-2 3020,9 2-3020,-11-3-5343,12 1 5343,-23-16 0,-3 3 0,-11-10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6.7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419 1 9062,'-13'5'2069,"-3"1"-2069,17 15 269,-8 0-269,-3 4 180,0 3-180,-2 2 270,-2 2-360,-4 1-3122,-2 0 3212,-4 1 180,3 0-278,-3-1 278,2 1-270,-1-3 90,-2 0 0,2-2 0,0-3 0,2-2-90,1-4 90,4-1 0,-6 0-270,7-2-2608,-6 2 5502,31-15-4063,10-18 539,12-2 936,-2-12 1,-20 19 0,-4 1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6.9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11 6543,'-35'-10'2969,"34"10"-2340,59 19-539,-1 1 45,-8-3 0,0-1-135,5 5-1286,3 0 1286,1 2 269,0 0-179,-5-2 0,0 1 90,13 6-225,-15-7 0,-2-1 315,-2 0-360,-5-2 270,-2-2 221,-8-1-401,-3-2 255,0 2-5922,-4-3 5667,-32-5 0,10-2 0,-28-8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7.4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356 1 7263,'-33'0'2608,"2"8"-2428,11 5 180,2 6-270,5-2 180,0 2-4432,0 3 4252,-6 13-90,7-5 950,-7 8-860,9-11 0,-2-1-90,0 0 90,-2-2-1,1 0-2267,1-3 2178,3 1 2358,-1-3-2358,2 1 90,-3-2-90,2-1-270,-7 13-539,6-9 1657,-3 11 0,10-23 0,1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7.7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7353,'0'5'3148,"2"-1"-2878,26 15-90,-2-2-90,4 0 90,8 2-90,0 0 179,26 8-1256,-13-6 1077,16 3 0,-14-9 0,1-2-90,1-2 90,2-1-1297,-4-5 1,1 0 1206,16 1-45,-17-3 0,0 0-273,17-1-132,-5-1-1259,8 0-2429,-17 1 4138,-33 4 0,-6-3 0,-25 3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8.1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0 7533,'25'3'3328,"-8"1"-3058,-8 16-270,-12 2 180,2 1-270,-5 6 0,3-1 90,-3 3 0,1-1 0,-1 0 0,1 0 0,1-1 0,1 0 0,2-2 0,0-2 0,-1-1-90,1-3-90,-2-1-90,4 4-360,-2-1-899,-1 0 1529,-6-3 0,2-12 0,-1-1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8.3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8162,'47'7'1260,"-3"1"-991,-8 4 91,3-1-180,7 5-90,4-2 90,-1 4-957,7-3 867,0 1 0,5-3 0,2 1 0,-3-1 0,-1 0-3055,-2-2 2875,21 2 0,-21-5-359,12 2-181,-10-4-1259,-11-1 1889,11 0 0,-30-3 0,-9-1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19.8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524 744 6453,'-56'-5'1350,"2"-1"-901,4-1-3180,4-3 3181,3-1-360,3-2-2268,3-4 2268,1-2 0,3-3 922,3-2-922,3-2 0,5-1 0,1-3-1893,6-2 1893,4-1 201,9-19-201,7 11 1696,8-12-1786,6 19 90,7 1 89,4 3-179,8 0 180,4 3-90,28-9-180,-12 12-123,18-6 123,-17 12 270,2 3-360,6 1 360,3 4-360,4 2 360,0 3-360,4 4 426,-2 2-336,2 6 180,-3 3-21,-2 5 21,-3 4-180,-4 5 180,-4 4-478,-16 4 478,5 3-180,-17 2 270,3 1-360,-17 2 360,-4 1-360,-16 0 360,-2 0-1787,-11-1 1787,-12-1-270,-10-2 1644,-11-1-1554,-6-4 270,-9-2-455,-3-3 455,-9-5-180,-3-1 179,-5-5-179,-3-2 180,1-4-360,-3-3 90,4-3 0,23-5 0,-1-1-90,-25-3 45,30 0 0,2-2-45,-11-6-89,6-4-91,12-1 274,8-5-454,12 0 2663,12-4-2843,11 1 91,17 0-3635,29-9 2914,2 10 1260,19-3 0,-34 18 0,-7 4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0.3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656 327 6453,'-76'4'2159,"-1"-3"-1889,-2-2-1315,16-4 1225,8 0-90,17-2-3335,5-2 3335,1-3 1105,5-3-1195,5-3 270,6-2-360,7-2 90,7-1-90,8-1 512,8 0-422,8 1-90,7-1 90,6 6 0,5-2-262,5 5 172,6 0 90,3 2 0,-2 4 0,16 3 0,-8 3 0,16 4 0,-26 2 0,0 2-667,28 5 667,19 7 0,-34 0 0,-6 3 180,-6 1-180,-7 3 89,1 18-62,-18-10-117,-3 13 90,-22-13-89,-10 0 2805,-10 0-2716,-7 0 0,-10-2 90,-6-2-1551,-7-1 1551,-6-2 90,2 0 268,-11-6-178,-30 6-90,15-10-90,25-6 0,0-2-482,-19 0 482,-1-5 0,3-2 0,2-5 0,5-3-90,3-5 0,4-2 129,7-3-129,5-2 0,1-12-90,18 7 1759,4-7-1849,20 9 0,10 2 629,8-1-539,9 2-270,8 1 180,6 2 200,9 2-200,2 2-359,5 3-541,31 3 1,-20 4-91,21 5 1170,-33 5 0,-26-3 0,-7 1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0.8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380 604 6543,'-57'-4'2969,"6"-1"-2520,12-6-269,-2-3 0,11-2 0,-3 0-90,12 2 0,1-4 0,1-2 0,1 0 0,3-4-90,3 1 90,2-4-90,4-3 90,1 1 179,3-1-358,2 1 358,5 0-359,4 1-3122,6 1 3122,6 0-28,5 2 28,7 3 0,8 0 90,9 5-90,40-5 0,-12 7-385,-26 5 0,0 2 475,31-2-90,1 2 360,3 5-360,1 2 270,-2 5-270,-2 3 270,-4 4-270,-5 3 2057,-2 3-2057,-7 3 90,-8 3-90,-7 1 90,-10 4-90,-6-1-409,-13 3 409,-9-1 90,-23 3 0,5-3-100,-23 1 100,7-3 0,-18-1 770,-7-3-680,-7-4-873,-6-1 783,-6-3 0,-5-4 0,-2-2 0,-4-4-272,0-3 182,-3-4 90,3-2-2416,0-4 2326,5-4 0,3-4-486,-15-14 576,22 5 717,-1-13-807,28 10-360,15-2 954,11 0-953,7 2 89,11 2-1259,28-6 3143,1 10-1524,18-2 0,-29 16 0,-9 4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1.2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328 304 6543,'-53'4'2429,"-15"-2"-1979,9-4-270,0-3-91,14-8 181,23 0-270,1-6 270,23-1-270,2-1 0,16-1 0,11 0 0,7-1 0,9 0-90,8 1-781,5-1 871,8 3 0,4 1-1072,2 3 1072,5 4 0,-5 4 0,5 3 0,-3 3 0,1 4 0,2 1 45,-26 3 0,-1 1-45,28 6 0,14 4 0,-35-1 450,21 14-450,-38-8 180,15 11-324,-46-14 324,-8 1-180,-9 0 180,-10 2-270,-12-2 90,-11 1 221,-13 0-131,-8-2-90,-11 0 90,-7-3-360,-8 0 270,-6-3 90,0-4-225,28-4 0,0-2-135,-27 0 135,33-2 1,3-2-676,-9-3 1,9-4-631,11-4-36,13-5 1476,12-2 0,9 7 0,8 3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00.8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306 72 7263,'-42'-6'3058,"28"7"-2968,6 8 90,24 5 90,-8 7-270,-2 0 360,-5 3-450,-2 4 90,-6 3 90,-3 4 179,-4 3 1,-13 22-1007,7-12 1007,-13 16-360,11-18 90,0-4 0,1 1 0,4-5-90,-1 25 90,9-24 0,3 16 0,9-31-90,2-3 90,4 2-90,6-3-180,4-1 828,9-6-558,-7-19 0,-5-8 0,-7-12 0,-13-28 269,0 22-3661,-3-21 3572,0 22-270,0-2 24,-2-1-24,2-1 90,0-1 0,0-1 180,-2-1-270,2 0 360,-3 0-360,-1 2 0,0 1 90,-1 1-2336,3 4 2336,1-1 0,0 5 0,2 0 2246,0 4-2246,1 3 66,-1 1-66,4-4 3392,1 1-3482,7-2 90,8 4-90,9 3 1,15 3 89,11 5 0,18 6-752,-8 6 752,3 5-90,-15 2 180,-2 2-180,19 12-3053,-18-4 3143,15 10 270,-23-6-1120,-4 1 1030,-1 1 138,-5-3-318,-3 5-90,-2-2 90,-3 2 0,-5-1-90,-3-3 3015,-4 0-2655,-1-1 1094,-3-1-1184,-1 0-270,-2-3 317,-2-1-227,-1 5 90,-1-2-270,0 4-3688,-2-4 3868,-7-5 0,7-8 0,-5-3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01.5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1 535 6363,'29'-17'1170,"-4"3"-990,11 4-1,-1-1-543,4 0 454,9-1 0,3-2 0,7-1-90,4 0-964,4-2 964,4 0 179,1 0-358,1 0 358,-2-1-358,1 1 179,-4 1-90,24-8-90,-24 7 270,14-5-360,-16 1 90,-21 6 180,6-5 265,-24 7-355,-6 0 90,-1-5 180,-10-1 298,-10-4-208,-12 3 1035,-15 3-765,-10 4-90,-9 5-271,-14 4 91,10 4-90,-3 19-180,26-4 180,5 14-270,14-9 180,4-1-180,3 1 0,5-1 0,5-1-449,20 9 269,5-8 90,22 4 0,-4-15 270,7-9 0,-3-8-180,-12-3 270,-7-3-360,-17 1 360,-3-1-270,-5-2 270,0-10 0,-9 6-180,0-6 179,-13 8-89,0 2 180,-4 1 180,-4-3 90,0 3-540,-1-2 90,21 15-90,3 6 269,17 14-269,2 3 180,2 4-180,4 3-90,0 4-127,0 2 217,-1 3 0,-2 1 0,1 2 0,-5 3 180,0 0-180,-4 2 180,-6 1-270,-4-1 90,-5 0-90,-4-1 90,-7 2 0,-5-3-207,-5-1 297,-4-4 0,-2-4-90,-2-3 90,-3-4 90,-1-3-90,-1-4 0,-1-3 90,1-3-90,-11-2 33,-6-5-213,-13-9-180,-1-16 90,19-4 0,4-10-180,24 2 270,-2-1-359,10-4-1,3-1-90,10 0-449,18-17 629,0 14-1328,11-10 339,-6 18 1349,-1 4 0,-11 12 0,-4 5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01.9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0 283 6004,'64'-4'1709,"-9"1"-1530,9 1 1,-9-1-90,3-5 90,1-3-270,-14-1-4161,-2-2 4341,-17 2 769,-4-2-949,-3 0 90,-4-2 180,-5-5-90,-7-5 90,-6 1 180,-17-8-360,1 16 3662,-12-3-3213,4 10-179,-18-1 90,-28 4-360,12 12 90,-8 6-3482,36 12 3662,9-2-270,3 3 109,2 1-109,3 0 180,7 2-180,3-4 270,7 3-270,4-3 0,4 1 0,8-3 0,3 1 90,8-5-90,4-1 0,5-1 0,0-4 0,6-1 2951,3-4-2951,5-2 269,4-4-269,1-3-2858,0-3 2678,2-3 0,23-12-116,-21 3-154,17-8 90,-30 5-359,-3 0-91,-6-1-629,-5 1-450,-7 3 1889,-3-1 0,-13 11 0,-1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4.9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145 293 6273,'-66'4'4768,"3"-1"-4768,48 2 90,14 0 0,57 3-90,-6-1-4072,44 2 4072,-22-4 45,-22-2 0,2-1 467,38-1-467,-18-1 0,2-2 0,-15 1 0,2-1-618,22-1 0,1-1 573,-21-1 0,-3 0 89,5-1 1,0 0-601,0-1 1,0 0 600,0-2 0,1 1-135,0-1 0,0 0 135,-2-1 0,0 1-135,2-1 0,-2 0 90,-4 1 0,0-1 404,0 0 0,-1 0-359,-5 0 0,-1 0-135,1 0 0,-1 1 90,-2-1 0,0 0-525,46-8 570,-6 0-135,-23 4 0,-2 1 225,8-2-90,-20 4 0,-4 1 1388,-8 0-1298,-3 3 869,-40 0-1859,-8 6 180,-48 4 181,12 4 1061,-5 2-1242,9 1-809,-2 3 331,-10 1 1108,3 1 0,-8 2 0,4 1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5.2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 25 6723,'-55'6'3868,"42"1"-3778,35-2 270,34-1-4522,18-2 4162,-21-4 0,2 1 90,33-1-795,-24-1 1,-1 1 704,29-2-625,3 0 625,-4-1 0,-1 0 45,-33 2 0,0 0-45,24-2 90,14 1 539,-31 1 811,-7 1-962,-39 3 1,3-2-1,-41 3 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6.5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109 197 6453,'-52'5'5667,"-4"-1"-5307,57 0-270,29-2 0,43 0 90,26-2-676,-8-1 540,-38 0 1,3-1-606,3 0 1,1-1 605,6-1 0,2 0-1107,3 0 0,2-1 1107,4-1 0,1 0-45,3 0 0,5-1 0,-5 0 0,6-1 0,-4 1 45,15-2 0,1 1-45,-13 0 0,4 0 0,-5 0 0,6 0 0,-5 1 0,4-1 0,-1 1-903,-3 0 0,-1 0 903,-2 0 0,-1 0 0,-3 2 0,-2-1-718,-5 1 1,-3 0 717,-4 2 0,-2-1 0,-8 2 0,-1-1-765,43-1 765,-18 2 806,-10 0-717,1 1-978,-12 1-1090,-59 7 540,-5-3-360,-68 7 2118,20-4 0,22-3 0,4-1 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26.8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64 138 7533,'-40'14'3148,"16"3"-2698,31-1-181,16-3-5479,24-3 5390,7-6 90,17-3 1073,12-3-1163,16-4-699,-44 1 1,2 0 608,3-1 0,2-1 0,4 0 0,2-1-628,0-1 1,1 0 582,2 0 0,1 0-1,-2-1 1,0 0 0,-1 1 0,-1 0 541,-5 0 1,0 0-542,-4 1 0,-1 0 45,-5 1 0,-1 0-90,44-5 180,-11 2-180,-14 3 90,-9 2 188,-1-1-5495,-14 1 4019,-27 10 1198,-23-2 0,-15 6 0,1-5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36.1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 7173,'20'0'4317,"-8"-1"-4317,76 2 0,-34-2 450,7 2-450,-12 0 0,4 3 0,-9 1 0,3-1 0,0 0 1709,2-2-1439,-41 0-270,-17-1 90,-45 0-90,-16-1 0,9 0 90,-7 0-180,14 1 90,-3-2-450,7 3 450,44-3 0,14 3 0,49-2 0,-4 2 0,1-1 0,-2-2 0,-5 3 0,-21-4 0,-8 4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38.7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327 84 6543,'-17'-13'3059,"0"1"-2790,2-4 1,-2 1 0,-4 1 270,-1 1-540,10 16 90,7 3-3482,14 13 3392,0-1 0,-2 1 90,-4 2-270,1 2 90,-5 0 90,2-2 0,-5 0 90,1-3 3392,-4 0-3482,0-1 90,6 0 0,-5-1 0,10 1-90,-10 1 0,-1-14 0,0-8 0,-6-13 0,8-6 359,-5-8-179,5 7-180,-8-6 90,9 11-90,-9 1 0,6 0 0,-5 1-180,-1 0 360,0 0-90,-2 0 0,11 14-90,5 8 0,10 16-180,6 4 0,0 1 90,-1-3 0,0-2 90,-4 0 450,-3-4-540,-16-12 90,-2-6 0,-14-16 180,3-1 0,-1-3-90,-3-1 0,5 2 0,-3 0-180,6 5 0,18 16 0,0 2 90,18 16-90,-5-1 90,-1 1 0,2 0-90,-2 2 90,0 0 0,9 16 0,-9-14 0,12 15-180,-15-21-5846,2 4 5178,-15-20 0,3 5 0,-7-14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41.0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475 96 7173,'-26'-12'4497,"1"0"-4407,7 17 0,-1 6-180,14 10 0,-5 1 90,2-3-90,0-1 90,-2 1 0,-1-2 0,0 1 0,-2 0-90,1-1 90,0 0 90,-8 7-90,4-4 0,-4 5 0,5-7 90,0 0-90,-6 7 0,3-5 0,-10 11 0,11-12 0,0 5 270,0-2-90,5 1-90,-5 2-180,5-1 180,5-1-180,2-3-90,4-18 0,5-19 180,3-8-90,5-9 90,-1 11 0,0-1 0,0-1-90,-2-2 90,3 2 0,-2-1 0,1 2 0,-1 2 180,-2 1-180,0 0 180,1 2-270,-1-1 270,4 2-90,-10 0-90,9-4 0,-12-1 0,9-2 0,-4 4 0,4 3 0,-2 0 0,15 1 0,2-1-270,4 0 270,-1 1 0,-10 1-180,7 1-90,0 2 360,12 7-90,-4 5-90,9 8 270,-1 5-180,5 3 270,19 11-360,-13-7 67,3 3-67,-19-10 270,-7-2-270,7 2 180,-6-3-3415,19 6 3235,-16-5 90,10 4 0,-7-2 90,4 2 46,2 2-136,-1 0 0,-8-1-90,-4-1 3392,-7-1-3482,-1 1 90,-1-1 180,0 0 630,0 1-540,-17-1-90,-15 0-90,-17-1 90,-15-2-90,-2 0 90,5-2 0,-13 3 0,4-2 0,-12 2-1,-2 0 1,2-1-90,6 0 90,0-2 0,6 0 0,2-2 0,2-1 0,0 0 90,-6 0 90,0-3-90,-7-2-180,6-1 90,-7 0 0,0 1 0,-9 1-3688,15 3 3598,58-8 0,-9 5 0,47-6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0.62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0 7083,'7'9'9830,"-1"5"-8327,22 0-1323,-8 10-90,-6 5 90,3 5-90,-2 4 90,12 22-1015,-8-12 835,8 17 90,-8-19-90,0 0 90,1-1-90,-3 0 0,14 17 90,-11-15-90,8 13-77,-13-20 77,-1-2 0,3-2 0,-2-3 0,0-4 89,0-1-178,-4-3 89,3-3-180,0 5 590,-1-4-770,2 2-6604,-3-6 6964,0-3 0,-4-8 0,-2-1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1.02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609 161 6004,'-1'-29'1259,"-1"2"-180,0 4-269,-5-2-4252,-6 6 4071,-7-2 771,-14 9-1041,-8 8-89,-15 8 90,-8 8-180,10 1-123,1 2 123,18-3 0,1 1 3286,3-1-3286,3 2-90,2 0 0,5 0 0,0 2-90,7 0 90,-1 1 180,7 0-360,0 2 678,6-1-678,2 1 360,6 0-360,1 0 270,6-1-270,0 0 90,7 0-90,2-2 90,7 1 0,2-1 0,2 0 0,18 5 90,-5-5-528,12 4 438,-9-7 90,0-1-90,0 1 90,2-1-90,-1-1 90,1-2-90,-3 1 90,-3-2-1,-1 0-89,-6-1 90,1 0 0,12 2 0,0 0 0,8 1-270,-8-1-359,-9-2-361,-2 1-551,-4-2-2506,5 1 3957,7-5 0,-21 1 0,-1-5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1.26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1 160 10231,'40'-10'2339,"9"-2"-2249,3 3-837,3-2 657,-10 0 0,2-1-180,3 0-89,3 0-1,-5-1-90,2 0-90,-12 1-719,9 0 1326,-11 2 1,-8 5 0,-13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1.51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0 199 7443,'24'-12'2518,"11"0"-2248,6 2 0,5 2-623,-2-3 623,-1 2-91,6-2-89,1 0 0,1-1 0,-3 0-180,2-1-90,-3 1 1,0 1-451,-2 1-185,0-3-1164,2 2 2001,-2-1 0,-18 7 0,-10 2 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1.98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96 6363,'22'-15'1619,"2"-2"-1169,1 3 360,1-1 89,7-1-179,-3 3-450,7 8-360,-14 11 90,-1 16 0,-15 1 0,-2 3 0,1 0 270,0-1-91,9 4-179,9-5 0,12-5 0,18-5-179,19-6 358,-6-3-3571,28-2 3213,-35-1 358,19 1-485,-22 0 486,0 1-617,0 2 707,-4 1-180,1 1-1812,13 9 2082,-17-3-270,8 7 2347,-24-4-2347,-5 2 0,-5 2 90,-3 1 202,-7 1-22,-5 11-180,-6-7 352,-1 6-352,-8-10 3341,5-2-3341,-6 3-90,6-2-90,2 2 153,3-5-153,6-3 0,5-2 0,4-1 0,7-1 90,-1 0-90,-4 4 0,-14 0-449,-18 5-91,-10-5-360,-12 2-6385,-43 12 7285,21-11 0,8-3 0,-1-1 0,-14 2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49.37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6 6633,'4'-4'8006,"12"2"-8096,37 6 0,9-2 90,5-1 0,5-1 0,-8 2 0,-2-2 0,-6 0 0,-4 1 0,5-2-90,-3 3 90,3-2 0,-2 0 0,7 0-90,-4 1 90,4-1 0,-4 2 0,4-2-90,1 2 0,4 0 90,-2-1 0,-3 1 0,2-2 0,-1 0 0,2 2 0,-10-6 0,7 6-90,-9-7 90,12 5 0,1-1 0,4-1 0,-2 2 0,-7 0 0,-1 0 0,1 2 0,-1-1 0,4 1 0,-4 1 0,-3 0 0,-2-1 0,-2 1 0,-3 0-90,-3 2 90,-3 1 0,1-1 90,1 0-3148,-1-1-1979,-44-3 5037,-25 0 0,-12-2 0,0 1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0.43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0 467 8972,'46'-6'1169,"0"-1"-899,21 0 0,-2 1-90,8-1-5661,-1 1 5571,2 0 1197,0-1-1197,-1 0 901,-2-1-901,-6 0 0,-4 0 90,-3 0-180,-5-1 90,1 0 90,-3 0 2903,0-1-3173,-1 2 659,-1-2-749,-1 1 180,1-2-90,-2 0 90,2-1 0,0 1 0,-1-1 0,0 2 0,-2 0 0,1-2 0,1 1 0,3 1 0,-7 0 0,2 1 0,-8 0 0,5-1 90,-6 0-90,3-1 90,2 1-90,0-2 90,0 2-90,-4-1 0,-6 3 90,0 0-90,3 0-663,-3-1 753,2 1-90,-1 0 90,13-1-90,1-1 90,8 1-90,-1-1 0,-10 4-4194,6-1 4194,-40 9 0,9-3 0,-33 5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1.66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0 638 6363,'31'-5'4048,"-7"-1"-3868,71 0 90,-17 1-360,-16-2 360,1 2-1237,-4-5 877,-13 4 270,12-3-246,-19 3 156,-1 1 0,14-2-90,-1 1 0,9-2 90,-7 1 90,-5 1 603,4 0-783,-7 1 339,3 0-339,-4-2 90,1 0 0,6 0-90,0-2 90,7 0-90,0-2-90,6-1 90,-10 1 0,9 0-180,-11-1 90,13 2 0,-9-2 0,5 3 90,-9-1 0,2 1 0,-5 0 0,0-1 0,1-1 0,3-1 0,4 0 0,2-1 90,-7 3-90,2-2 0,-6 3 0,2-3 0,0 2 0,-1 0 0,-5 1 0,6 1 0,-9 0 0,5 0 0,-3 1 0,0-1 0,3 1 0,-4-1 0,1 0 0,-4 1 0,4-1 0,-4 1 0,4-1 0,-5 1 90,3-2-90,0 1 0,5-1 90,1 1-90,6 1 0,0 0 90,2-2-90,-2 4 0,-3-2 0,-3 4 0,8 1 0,-5-3 0,8 0 0,-8 1 0,2-2 0,-3 3 0,-1-1 90,-1-1 90,1 2 0,1-1 0,-1-1 0,1 0-180,-4 0 0,-18 1 0,-8 2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2.85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1205 8252,'44'-5'900,"6"-3"-900,0 3 180,3-2 90,24-2-2341,-18 1 2251,23-3-180,-23 3-1,-2-2-88,3 1 178,-1-2-89,2 0 0,-5-1 90,5 2 0,-6 0 0,5-1 0,-6 0 40,2-1-40,-5 0 0,1 1 90,15-6-90,-14 4-1,11-3-89,-20 5 70,-3 0-70,-3 0 90,-1-1-90,0 1 90,26-10-90,-20 7 665,19-7-575,-29 10-90,3 0 0,-1-1 0,4 2 90,14-6-90,-9 4 0,10-4 90,-15 5-90,0-1 0,-1 2 0,0-1 0,0 0 90,35-9-90,-28 6 0,25-6 0,-29 10 0,-6 0 0,6 0 0,-9 2 0,21-5 90,-18 4 620,30-5-710,-19 2 0,14-1 0,-4-1 0,4 1 0,-1 0 0,4-2 90,1 1-90,3-3 64,-15 4-64,-1-2 0,-16 5-34,0-1 34,1 0 0,0 0 0,3 0 0,5-5 90,-2 3-90,3-3-90,-10 4 180,-1 0 180,-2 1-270,-1-1 180,0 1-5,-4 0 95,2 0-180,12-5-270,-11 5 180,22-10-90,-22 10 90,17-9 0,-17 10 0,8-4 0,-7 5 0,-1-1 500,2 1-500,-2 0 61,-1 0-61,0 0 90,3 0-90,-2 0 0,3 0 0,-2 0 0,1 0 0,0 1 0,11-4 0,-1 1 0,4-2-2159,-1 3-2158,-48 2 4317,-12 8 0,-16-1 0,3 4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4.40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2395 2714 7623,'8'-7'5037,"-7"0"-4857,-31-5 90,3 1-270,3-3 89,-1 2 91,3-3 0,-4 0 180,-1-2-270,0 1 90,2 0-90,-3-3 90,8 4-180,-5-3 90,9 5-90,-2 1 90,3-2-90,1 0 0,0-1 90,1-1 0,-7-7-90,-2-2 0,-6-6 89,7 6-89,-2 0 90,6 2-90,0 2 0,-2 2 0,4 5 90,0 0-90,-1 0 0,-4-5 90,4 4-90,-4-6 0,6 6 0,0-1 0,1-1 0,-2-1 0,1-1 0,-3-1 0,2-2 0,1 0 0,0-3 0,3 1-90,-1-2 90,1 1 0,1 0-3392,2 1 3392,-1 2 0,-2-10 0,1 9 0,-3-8 90,5 12-90,-1 0 0,1 0 0,-1 0 3392,-1 1-3212,0 0-270,0-1 90,1 2 0,-2-2 0,-1 0 0,-3-1 0,0 0-90,-6-8 90,5 6 0,-2-7-90,5 8 90,4 0-90,-16-3 90,13 3 0,-12-2-90,13 2 90,0 0 0,0 1 0,0-1-89,0 0 89,-1 0-90,2 0 90,2 0 0,-2 1 0,2 0 0,-4 1 0,1 0-90,-1 2 90,1 0 0,-2 1-90,4-7 0,-9 2 90,3-7-90,-8 5 90,10 1 0,-6 0-90,7 1 90,-8-1 0,3 0 0,-1-1 0,3-2 0,2-1 0,-4-4 0,3 8 0,-4-1 0,5 7-90,-9-8 90,8 5 0,-9-6 0,7 8 0,0 0 0,1 1 0,1 1 0,-2-3 0,1 0 0,-3 0 0,0 1 0,-1 5 90,-1-2-90,-5 3 0,3 0 0,-6-1 0,1 1 0,-4-2 0,1 1 0,-2-4-90,6 2 90,3-2 0,-2 2 0,2-2 0,-5-1 0,0 1 90,2 0-90,2 1 0,2 0 0,4 1 0,1 0 90,0-1-90,-1 2 0,-1-2 0,-1 0 90,0-1-90,1 0 0,-1 3-2609,1-2-1079,35-8 3688,-6 7 0,22-1 0,-19 13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5.51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1293 2421 5914,'10'-5'4317,"-9"-4"-4227,-20-17 0,0 6 0,-2-2 90,7 1-90,-2 2 90,2-4-90,-2 1 0,1-2 0,-1-1 0,2-1-1,0-1 1,0-2 0,2-2 0,-2-1 0,3-2-90,1-1 90,0-1-90,4-1 90,-2 1-90,3 0 90,-1 1-90,1 2 90,3-1 90,-5 3-180,2-1 270,-6 2-360,1 0 90,0 2-90,-1 0 90,1 1 0,-3 0 0,2 0 0,-4 0 0,1 1 0,-4-1 0,4 2 90,-2 1 180,2 0-360,1 2 360,-1 0-3752,2 0 3662,-2 1-270,2 0 270,1 1-360,0-1 360,5 1-270,-3-1 0,3 1 0,-3-1 3392,2 1-3302,1-1-90,1-7 90,2 6-90,-2-6 90,3 9 0,-1 1 0,1-6 0,-3-1 0,-3-5 0,-5 2 0,1 0 90,-7 3-180,2 1 90,-2 0 0,-5 1 0,9 2 0,-9-5 0,9 9 270,-4-7-270,3 8 180,1-3-270,-2 2 270,0-2-270,-1 2 269,1-2-268,0 2-91,-6-6 90,5 5 90,-6-4 0,7 1-428,0 4 428,-2-3-39,0-1 129,2 5-90,-4-10 90,3 6-90,-6-6 90,0-7 336,3 9-336,4-4 40,2 11-309,1 0-361,-1 1-270,0-2-179,3 4-1,1-4-269,0 0-1349,4-3 2608,1-2 0,4 11 0,2 1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6.45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1256 3325 7173,'-4'-21'1439,"-1"2"-1169,1-2 90,0-1-180,1-6-90,-3 4 89,11-1 1,-11 5-90,9-1 90,-9-1-90,-3-2 90,1-1-90,0-1 0,0-2 90,0-1-90,-2 0 0,0-2 90,1 0-3482,0-1 3661,2-1-359,1 0 360,-1-1-360,3 0 0,1 0 0,0 2 0,-1 1 0,1 0 0,1 2 3482,2-1-3302,1 1-180,0-1 180,-1 1-180,-1 0 180,0 0-270,0 0 0,0-1 0,-1 0 90,1-1 0,-2 0-90,-1-1 90,-3 0 0,2-1 0,-2 0 0,1 0-90,2-1-3302,-3 1 3392,3 0 0,-3 2 0,3-1 0,-4 2 0,5 0 0,-3 0 0,3 1 0,-1 0-2268,-2 0 2538,2 1 1314,-4 2-1404,2 0-270,-1 2 270,0 0-270,-3 0 0,-4-1 3053,0 1-2963,-2-3-90,1 1 1113,-1-2-1023,-1-1-90,1-2 90,1-2 270,0-1-360,1-1 270,2 1-270,-1 0 0,4 0 0,2 2 90,0-1-90,4 3 90,-1 1 0,2 2 0,-1 0 0,0 3-90,0 0 90,1 2 0,-5-1 0,3 3 0,-4-1 0,1 2 0,-1-2 0,0 2 0,-1 0 0,2 1 0,-3 1 0,0-1 0,-4-1 0,2-1 90,-10-9 0,6 8-90,-7-5 90,9 10-90,-2 0 270,-1-1-270,0 2 180,-1 0-180,1 1 180,-1 1-270,1-1 180,-10-6 89,7 5-358,-6-5 179,4 2-90,-2-1 90,0 0 0,4 0 0,0 2 0,4-2 0,-8-3 0,4 1 0,-1 3 0,3 0 0,0 3 0,-1-1 0,2 1 0,-1-1 0,0 0 90,-1-1-90,1-1-180,0 2-540,4 0-359,1 1-1,15-2-89,6 0-1709,20-4 2878,-1 1 0,-9 8 0,-7 2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4:57.57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3306 3490 5914,'20'14'1799,"0"0"1888,6 0-3507,-15-17-90,-4 0 0,-13-16 0,-6 2 0,1 0 0,-4-5 0,-1 0-90,-3-3 90,-3-1-3482,-3-2 3392,-3-2 90,-3-2-370,-5-1 370,-4-1-90,-5-2 0,-7 1-316,-3-2 316,-4 0 0,-3-3 0,-3-1 0,0-1 90,-5-2-862,2-1 862,-1 1-90,2-2 90,3 3-45,22 12 0,1 0-45,-24-16 90,-12-15-90,27 22 2157,5 0-2157,5 1 0,6 1 401,7 2-401,-9-17 0,15 15 517,-11-14-517,16 18 0,1-1 90,1 1-90,2-1 0,2 0 1183,1-1-1183,3 2 0,0-1 0,-1 0 0,-1 1 0,-1-1 0,-1 1 0,1 1 655,0 2-655,-2 1 0,0 1 0,-1 1 90,-1 1-90,2 0 0,-1 1 0,0 0 90,-3 0 186,-1 0-276,0 1 0,-4 0 90,1 0-90,-3-1 20,-3 1 70,1-1-90,-3 1 0,-2 0 90,-4-1-90,-18-14 270,16 8-863,-26-12 773,27 13-180,-14-2 180,10 0-270,-11 1-90,-9-15 180,7 11 0,-6-10 90,21 17-90,0 2-246,4 1 336,0 2-90,4 0 90,-25-16 0,21 15-90,-20-13 90,25 19-90,-1 0 0,2 1 0,-1 1 90,-7-6-90,6 4 0,-7-5 0,12 5 0,-1 0 0,1-2 578,4-1-578,0-2 0,-1-13 90,0 8-90,-1-10 0,0 11 261,1 0-261,-1 0 0,1 1 195,-1 0 36,0-7 269,-9 9-183,7-5 134,-3 11-59,8-3-1600,2 4-2095,1-3 1398,27 15-575,4 4 2355,18 14 0,-17-5 0,-7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6.30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2223 618 7353,'-28'10'3418,"11"4"-3328,2 1 0,8 4-90,-3-2 0,-4 3 90,-2-1 0,-5 1 0,-2-1 0,-1 1 89,2-4-89,-1 3 90,1-3-90,-1 1 0,0 0-90,-2-3 90,4 1-90,-6-3 90,1 0-90,-4-2 90,-1 2 0,-1-1 0,-4 0 0,2 3 0,-3-2-90,1 2 90,4-2 0,-3 0-90,7 0 0,0-1 90,2 0-90,-5 1 0,0-2 0,-5 3 0,-2-3 0,-4 1 0,-4-2 90,-7 0-90,-3-4 0,-9 0 0,-3-3 90,-3-1-90,-3-1 0,-2-1 90,6-2-90,0 0 0,13-2 0,2 0 0,12-2 0,-3-2 0,9-4-90,-1-3 90,3-2-90,5-3 90,2-1 0,6 0 0,4-2-90,1 3 90,2-3 0,-1 4 0,-5-3 0,3 2 0,-8 0-90,9 1 90,-3-1 0,4 1-90,-1-3 90,4 2-90,3-5 90,5-1-180,2 4 180,6-5-90,1 9 0,3-9 90,-1 6-90,3-3 90,0 2-90,3 3 90,-4-2 0,2 4 0,-2-2-90,0 1 180,9 0-270,-4 2 90,19-3 0,-15 0 180,11 2-180,-13-1 90,2 6-90,2 0 90,5-3-90,1 1 90,4-3 0,-1 3-90,1 0 90,0 0 0,4 1 90,5-3-90,-8 4-3392,26-11 3302,-25 10 180,16-7-180,-20 10 180,-1 0-180,5 1 90,-1-3-89,12 0 178,-1-1-178,4 4 89,6 2 0,2 4 3392,5 1-3303,3 3-89,-5 1 0,4 1 0,-2 0 0,6 1 90,35 2 0,-32-1-90,29 2 90,-38-1 0,27 3 0,-15-1-90,15 4 0,-25-3 90,4 2-90,-5 1 0,3-2 0,-8 2 90,-4-3-90,-2 3 90,1-2-90,-5 3 90,-6-1-90,-7 1 180,-8 0-180,0 0 90,-3 2-90,-1 3 180,-2 1-180,-5 1 180,-1 1-180,-7 1 90,-1 11 0,-7-8 0,-2 7-1,-3-11-89,-1 0 90,-5-1-90,2-1 90,-3 0-90,-7 4 0,3 0-180,-11 3-359,3-4-631,-6-3-539,-1-3 1709,-4-3 0,19-6 0,2-2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7.581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1323 482 6723,'-22'15'1349,"7"1"-1169,8 2 0,10 2-90,7 1 90,1-3 90,0 0 90,0 1-180,-6 1-90,3 1 89,-7 0-89,0-1 0,-11 0 0,9 0 90,-11 0 0,13 2-180,-5-3 180,-1 3-90,-5-3 0,1-2 90,-8 0-90,-1 0 90,-7-2-90,-11-1-1,-3-1 1,-9-1 0,-3-2 0,-8-3 0,-1-3-90,-8-3 0,-1-4-90,-6-3-434,16-1 434,2-2 180,18 2-273,2-1 273,-2-1-90,1 0 0,-1 0-3247,3-2 3336,-5 0-178,6-1-1144,-19-7 1233,20 2 287,-9-6-287,17 5 53,3-2-143,-5-10 180,7 7-180,-1-8 180,10 9 2535,1 1-2535,3-1 1785,1 0-1875,0 2 0,3-1 0,1 2-13,2-1 13,1 2-90,0-1 90,1 1-89,1-7-1,4 2 90,4-6-90,2 3 90,6 3-90,-2 0 90,15 3 0,-7 1 0,19-1-90,-15 2-3392,11-2 3482,-13 6 0,13-5 0,-13 8 0,11-3 0,5-1-90,2-1 90,3 0 0,-8 2 0,-12 5 0,13-3 3392,-3 0-3482,11 0 90,-6 0 0,5 3 0,-9-2 0,5 2 0,-11-1 0,11 3 90,10 3-90,6 2 90,3 5 0,-8 3 0,-4 3-90,-4 2 90,2 1-90,-5 0 90,-2 1 89,2-2-89,-2 3 0,5 2 180,-10-2-180,4 8-90,-16-8 180,6 6-180,-9-6 90,0 1-90,0 0 90,-4 0-90,2 0 0,-5-1 90,1 0-90,2 6 90,-1-5-90,0 6 0,1-1 90,-6-3 0,5 11-90,-8-10 0,1 13 90,-8-4 0,-3 1-90,-5-2 180,-6 0-270,3-6 270,-7 4-180,4-8 89,-5 0-89,1-1 90,0-1-90,0 0 0,0-1 0,-8 5-90,-6-3-899,1 3-3598,-4-5 4587,3-10 0,13 0 0,0-6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09.136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954 560 6094,'44'10'1259,"-13"1"-899,-14 7-91,-9 0-89,-5 2 0,-1 2 0,-8 0 0,-3 1 0,-9 1-90,-2-3 0,-8 0 0,-4-3 0,-6 1-90,5-5 180,-13 3 0,3-5-91,-14 1 1,-1-3 0,2-3 90,0-4-180,2-4 0,-1-4 0,2-5 0,9-6 90,8 0-90,7-3-90,4 2 90,0-2-3302,2-3 3212,-3-1 90,4-2 0,-1-2 0,3 0 0,-1 0 0,-3-12 0,4 7 0,-1-8 0,13 10 0,4 1 0,-7-2 3392,8 0-3392,-6 0 0,6 0 0,4 0 0,1 2 0,2 2 0,1 2 0,1 3 0,1 2-90,0 3 90,3-5 0,7 3 0,6 0-90,3-1 90,8 6 0,5-4-90,11 1 180,10 4-180,-6 2 180,22 5-90,0 3-969,1 2 879,1 1 180,-23 3-708,3-1 708,-1 0-90,4 0 0,-3 0 0,1 2 0,-2-4 0,-2 6 0,-1-6 0,-2 6 90,18-3-90,-20 3 90,13 0 89,-10 8 1,-15-1-90,5 7 0,-17 1 0,-8 4 90,-3 3-90,-6 5 90,-5 3-3076,-4 3 2986,-3 1 0,-6 2 408,-3 2-408,-4 0 0,-5 1 0,0-1 0,-5 0 378,0-2-288,-2-1-90,2-4 0,0-2 0,2-3-90,0-2 90,-1-5-90,3-1 90,0-4 3015,3-2-4544,-1 0 1519,2-3 1,6-5-1,5-4 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5:32.6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48.0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184 43 6004,'-35'-10'1169,"-2"1"-2069,8-1 900,-13 4 0,25 1 0,-7 2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49.4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948 2331 6813,'-37'-9'3598,"1"1"-1619,-2-1 989,4 0-2788,17 13-90,7 6 0,19 10-90,-3 8 90,-2-9-90,1 6 0,-5-7 0,4 1 90,-2-2-90,8 1 0,1-1 0,1-1 0,8 5 0,-5-5 0,6 4 0,-7-5 0,2-2 90,-1 1-90,2-2 0,7 5 0,5-1 0,2 2-90,-2-2 1169,-2-1-719,0-12-90,-12-8-180,-5-18 0,-15-1 90,-3-8-90,2 6 90,-3-4-90,0-1-1,-4-3 91,3-2-180,-7-3 90,0-2-480,-3-2 390,-2 0 90,2-2-90,-9-19 0,8 15 90,-8-16-90,10 22 0,-4-1 0,5 1 90,-5 1-90,2 0 90,-1 1-90,0 3 90,2 0 0,1 2-173,0 1 173,0 1-90,-2 2 90,4 1 0,0 0-90,3 1 90,0 2-90,1-1 90,-1 2-90,2-1 0,2 0 0,8 0 0,-5 2 0,6-1 0,-9 2 0,2 1 0,1 1 0,6 1 0,-4 2 471,3-1-471,-5 2 182,0-1-182,2 0 90,-1 0-180,0 1 90,0-1 0,-6-8 0,3 7 90,-3-6-90,1 8 0,2 0 0,-1 1 0,-2 0 0,3 0 0,-4 0 0,8 1 90,-14-9-90,10 8 0,-11-6 0,7 9 0,0 0 0,-7-7 0,5 5 0,-6-6 0,7 6 90,-3-1-180,2 1 180,-2-1-180,3-1 180,-2 2-180,3 1 180,0-1-90,1 2 0,0-1 0,-3-4 0,-2 0 0,1-3 0,-2 4 0,5 3 0,3-1-450,-2 2 450,17 0 0,17 1 0,9 2 0,16 1-90,19-3 90,-15 3 0,20-3 0,-21 5 0,0 0 0,14-2-292,-11 2 0,-1 1 292,8-1-753,1 1 753,1 1 0,5-2 0,-2 1 0,4 0 0,1 1 0,-1 0-45,-17 3 0,1 0 45,26-3-512,-27 4 0,-2-1 512,17 0-2610,-2 1 2610,4-1-190,0 1 190,2-1 0,2 1 0,-2-1 0,4 0 0,-4 0 0,3 1-1396,-4-2 1396,-1 2 0,1-2 429,0 2-519,-1 0 1571,1 1-1481,-2-1 0,2 1 0,0 0 0,-20 0 0,1 1 0,29-1 0,-12 1 0,1-1-211,14 1 211,-28-1 0,0 1 0,22-1 0,6 0 0,-24 0 0,2 0 270,35-1-270,-35 0 0,0 1-51,28-2 51,0 0 0,5 0-178,-1-1 178,-24 1 0,0 1-254,-16 1 1,1-1 253,16 0 0,-1 1 0,26-2 0,1 1-237,-3-1 237,4 1 89,-3 1-89,1-1-89,-3 1 89,-1 0 0,-1 0 0,-1 0 0,0 2 0,-2-1 0,-1 2 689,-22-1 0,0 0-689,31 0-397,-32 0 1,0 0 396,21 1 0,-5-1 456,-1 1-456,-7-1 0,-2 1-1208,-2 1 1118,7 0 0,13 1 168,-15 0-258,2 1 647,-3 0-1187,-4-1-449,17 2-900,-8-3-159,-7 1 2228,-6-2 0,-28-1 0,-12-1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0.2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401 73 6633,'-17'-21'2969,"1"1"-1620,-1 4 1349,-4 1-2608,-5 15 0,3 4 0,-6 15 0,7 2 0,-7 4 0,0 1 0,-1 2-551,3 0 551,1 0 90,3 2-90,2 1 0,3 0 0,8 1 0,0 1 0,7 0 0,-1 1 0,4-1-90,2 1 90,3 0 0,3-2 550,3 2-550,3-1 0,2-1-90,1-1 90,3-3-90,2-3 0,1-2 90,3-2-90,0-3 0,5-2 0,1-2 0,5-1 0,-1-2 90,17 2-90,-12-4 0,26 3 0,-19-5-1529,12 0-630,-12-1-90,-31 1-1888,-12 2 4137,-39 4 0,20-6 0,-6 1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0.7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312 85 6903,'-12'-22'2788,"1"3"-2158,-10 2 90,-1 5-181,-15 1-449,-12 7 90,6 6-90,-3 9-90,18 6 90,7 3-90,5 3 0,11 1 0,9-1 0,10 1 0,9-4-90,5-3 90,8-2 90,4-2-180,7-1 180,1-2 270,16 7 0,-13-5-270,5 6 180,-23-3-91,-14 4 1,-10 3 90,-15 4-180,-9-2 0,-13 0 0,-4-6-360,-2 0-180,-5-5-449,0-2-990,-1-3-2698,-3-2 4587,1 0 0,17-3 0,4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1.2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321 36 6543,'-44'-13'2789,"0"1"-1980,-5 4-539,-3 6 0,10 7-180,-8 8 0,29 8 180,3 2-180,22 2 0,8 0-1,9-4-89,4-2 0,8-2-89,-4-4 358,5-1-269,-26-13 0,-6-2 0,-20-12 90,2 0 0,34 7-90,4 6-90,33 9 90,-14 3-90,8 1-90,-13-3 91,20 4 89,-6-3 0,9 1-2429,-6-2 720,-23-11 1709,-18-5 0,-10-1 0,-12 1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1.4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 7173,'11'-2'3238,"0"9"-2878,15 11-90,-10 6 89,0-3-89,-2 1-4341,4 0 4341,1 2-91,0 0-628,10 12 539,-6-8 173,5 7-263,-7-11 269,-5-1-358,5-1 268,-6-1-358,5-1 89,-4-2-450,1-1 2023,3 4-2742,0-2 1051,3 0 208,1-3 0,-12-9 0,0-2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1.8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193 102 6183,'-10'-24'2879,"0"2"-2160,-10 3 361,4 2-361,-13 4-629,-1 6 0,2 9-90,-1 12 0,16 7 0,5 7 0,15 0 0,9 0 0,12-2-90,1-7 0,7-2 180,-2-5-270,4-1 1,4-1-1,-1-3 0,10-3-270,-1-4-809,1-4 179,-3-5-1168,-17-4 2248,-6-4 0,-17 7 0,-3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2.0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17 6633,'-22'-15'2699,"19"14"-2519,16 9-1,14 10 1,3 5 90,-4-3-4341,-1 3 4251,3 2-1,1 1-116,0 2 117,1 0-90,-1 1 0,1 0 270,0 0-360,-5-2 0,1 0 0,-5-2 90,2-2-90,-2 0 0,-1-4-90,-2 1-90,-1-3-360,1 2 2503,-2-2-1963,0 3 0,-7-10 0,-4-1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2.6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93 317 7173,'-26'-16'2429,"0"-1"-1890,7 0-179,4-4-90,9 0-90,8-3-90,6 1 90,5 4-180,8 1 90,3 6-90,10-1 0,7 7 89,5 4-89,6 5 90,-7 3 0,-1 3 1709,-6-2-1619,-7-7 0,-18-5-180,-9-11-270,-20-3-269,-1-3-451,-3-1-1528,1 3 2518,-2 4 0,13 9 0,-2 2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3.2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290 118 7173,'4'-2'3148,"8"3"-3148,33 11 90,-1 0-90,7 1-90,-5-3 0,1-1 0,4-1 90,-5-9 90,-14-7 90,-12-11 0,-22-8-90,-4 4 90,-6 0 0,-1 8 359,-1 1 91,-10-4 0,2 3-450,-6-2-90,20 23-90,6 1 0,16 19-90,2-3 90,2 1-90,3 3 270,4 1-3662,4 2 3661,1 1-358,2 0 77,-1-1-78,0 0 90,-2-3 90,-1 0-89,-4 0 89,-1-2 0,-8 1 0,-3-3 179,-6 0 91,-15 7 3027,-3-8-3297,-15 5 90,-3-10 0,-4-2-3286,-11-4 3286,1-1 0,-9-3-1363,-1-1 1363,-3-3-200,-1-3 290,-26-5-90,19-1-90,-19-6-265,27 2 175,7-2 90,4-2-180,8 0-89,4-2 89,7-1-360,8 0 1408,5 0-1587,16-7 1589,5 6-2489,12-5-450,2 9 2069,4 3 0,-9 5 0,-4 2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3.6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45 11311,'12'-9'2158,"15"0"-2068,27 4-497,3-1 677,-4 2-870,3 0 870,2 1-270,2 1-2673,-3 1 2763,1 0 0,16 2-309,-1 1 219,4 1 788,-14 0-2677,-53 2-1492,-18-5 3381,-39-1 0,18-2 0,10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6.0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574 25 6633,'-28'-11'2519,"-6"3"-2159,-12 3-1,-14 5-89,-8 4-360,8 2 270,4 2 0,13 3-270,-8 1-90,5 2 90,-1-3 90,22 4 0,15 0 0,15 9 0,11-1 0,-2 2 0,10 0 90,-5-5-90,10 1 0,1-5 90,10 4 0,4-2 0,7-3 90,-1 0 90,6-1-90,-4 0 90,-11-2 89,3 1 1,-16 2-180,-2 3 0,-16 0 0,-10 1 0,-9-3 0,-6 2 179,-4-1-269,-8 2 0,-4-1 0,-2 0 0,1-3 0,-1 0 90,5-3-180,-12 2 0,5-6-1709,-4 3-2339,2-5 2969,37-8 1079,0-1 0,44-13 0,0 2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6.5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351 43 6094,'-40'-15'2608,"-12"1"-1798,0 6-181,-8 3-179,5 5-180,13 7-90,10 6-90,20 6-90,6 5 90,18-3-90,-1-1 0,7-6 90,0 0-90,6 0 0,-1-1 0,16 4-90,-13-5 0,24 6-90,-15-7 0,9 0 270,-32-14-90,-15-3 90,-33-12 0,1 4 90,-1 1-1,2 0 91,1 2-360,-5-2 90,35 11 0,17 6 0,25 7 0,5 1 0,-7-2-3392,4 0 3392,-1 0 0,4 0-187,-6-1 187,5 0 0,-3-1-90,2-1-270,14 1-1259,-6-2-180,11-2 3165,-35-12-1366,-23-4 0,-12 1 0,-9 1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6.7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6903,'40'0'1889,"2"7"-1619,-11 2 0,0 5 0,-2-3-1,-5 5 1,5 1-90,-6 3 90,2 1 90,7 12-180,-6-8-90,5 8 0,-10-10-1,0-2 91,4 10-180,-6-10-90,5 8 0,-9-12-89,0 0-451,1-1-359,6 3-181,2-1 1170,6 2 0,-15-10 0,-2-2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7.7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190 107 6183,'-40'-10'3688,"1"2"-3328,-8 6-270,16 12 0,8 6 0,13 8 0,13-6-90,1 3-3392,8-2 3482,2 3-463,4-4 373,3 2-90,5-4 90,0 1-90,5-4 0,-1 0-180,2-4 3208,9 3-3208,0-5 648,16-5-378,-14-10 0,-3-12 90,-22 0-90,-8-4 90,-10 6-1,-4-1 1,-1-1 180,-6 2 180,1 1 0,-8-2 89,3 1-539,-6-1 0,27 14 0,5 4 0,27 13 0,1 2 0,3 0 0,-2-1 180,-2-3-180,4-6 0,-23-12-90,0-5-269,-15-9-181,-2 2-90,8 0-89,10 3-1,-3 1-269,16 5 629,8 4 540,-2 9 269,-2 5 91,-14 8 90,-12 0-450,10-1-90,15-7-90,3-6 90,7-8-90,-16-3 90,-7-3 539,-7 0-629,15 5 0,3 6-90,12 6 0,4 2 270,1-4 90,-15-8 90,-9-8 0,-28-3 179,-10-2 361,-5 4-900,9 15 0,6 4 0,15 13 0,6 1 0,1 2 0,3 3 0,-1 0 0,0 2-90,-1 1 90,-3 0 0,-2 0 0,-4 0 0,-2 0 0,-5-1 0,-1 1 0,-7-2 90,-2 1-90,-6-2 0,-6 0 0,-4-2 90,-5-2 0,-4 0 0,-7-3 0,0-2 0,-4-2 269,-1-3 1,-2-2-360,-20-2 270,11-4-2245,-12-2 2155,18-3-180,6-3 107,1 0-287,5-2 90,3-2-179,6-2-1,7-1-180,5-2 1868,6-2-2137,7 0-1,7-1-180,8 0-1618,25-6 809,-7 8 1709,20-4 0,-33 14 0,-2 3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8.4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 8252,'10'-5'4228,"12"3"-4138,50 6-1341,-13 3 1341,6 4 90,-17-1-90,2 4 0,-1 0 516,-1 2-516,-1 2 0,-3 3-1338,2 2 1338,-7 3-90,-1 1 90,-6 3 0,-7 1 0,-8 2 90,-6 1-91,-7 0 1,-6 0 671,-9 0-311,-12 12-1,-12-2-179,1-1 0,4-9 719,-20-2 1313,9-11-8419,-15 7 631,21-27 5486,23-7 0,6-4 0,9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9.1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99 7623,'-34'-9'3508,"8"-2"-3239,16-3-89,14 0-90,15 0 0,6 2 0,10 2 0,10 1-90,10 4 0,-4 4 90,0 8-90,-12 7 90,-6 0-90,-11 4 90,-9-2 0,-4 4 0,-6 0 0,-3 2 0,-7 1-3392,-4-1 3482,-1-1 179,-2 0-269,0-4 360,-1 0-360,0 0 90,-4-1 0,3 2 3032,25-8-3032,22-4-90,32-4-180,11-2 90,-3 2 0,-4 0 450,-9 2-1260,-7 0 810,-42-5 0,6 3 0,-32-5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6:59.8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 8342,'11'-4'5037,"2"8"-5037,17 9 0,-4 6 0,-9-4 0,2 3 90,-1-1-90,1 1-555,-1 1 645,0 0-90,-1 0 0,9 9 90,-7-9-90,6 7 0,-10-10 0,0 4 0,4-2 0,1 3-2953,7-4 165,-36-6 2788,-13-4 0,-8-4 0,1-3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0.0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77 6993,'30'-10'3148,"15"-1"-2788,17 3 0,-2 1-1305,6 1 1215,-16 2-1,5 0-89,0 0 90,26-1-90,-21 1-450,36-1-691,-31 2 961,13 0 0,-39 1 0,-10 1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1.0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114 58 6453,'-14'-21'4228,"3"3"-1710,-6 1-2518,1 15 360,5 5-360,-4 14 0,6 2 90,-2 16 0,4-7-90,4 11 90,6-10 0,2 2 0,5-1 0,0 1 0,5-2-90,4 1 90,2-2 0,2-1 0,4-2-90,2-1 90,5-1-90,0-5 90,4 1-3482,18 3 3392,-12-6 0,15 3-349,-17-9 259,1-4-809,11 1-540,2-4-810,8-1-1709,-6-6 3958,-11-3 0,-21 3 0,-10-1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1.5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16 195 6723,'11'-2'4677,"-12"13"-4497,19 8-90,-19 9-4251,4-7 4521,-1 1 499,1 0-589,5 6-90,0-6-90,5 8 0,-2-12-270,6 1 180,-8-23 3482,-3-10-3662,-8-13 90,-2-2 0,0 7 0,0-2 0,-8-13 90,3 9 0,-6-12 90,3 14-90,0 1 90,0 1 0,1 1-90,2 3 90,0 1-90,3-3-90,4 4 0,11-1 90,23 8 90,14 11-90,3 5 90,1 9-369,-9 1 369,0 3-90,3 3 270,-4 2-180,-2 1-90,-2 2 0,-3 0 0,-2 0 0,0 0 0,-3-3 0,-1 0 0,-4-3 0,-1-2 90,-3-2-270,1 3-6746,-1-4 6926,-21 0 0,7-7 0,-18-4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1.7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1 138 7173,'43'-13'1259,"7"0"-1079,6 1-360,-6 1-754,3 0 754,-12 2-4029,4 0 3939,1 2-90,0-4 521,-1 3-701,-1-4 540,9 1 0,-26 5 0,2 1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2.1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127 1 6813,'-53'9'1889,"10"4"-1529,19 7-90,17 5-90,18 1-180,5-5-90,10-4 90,-2-5-90,4-2 180,3-1-90,14 0-270,3-2 270,16-1 0,-13-9 180,-15-4 0,-22-11-1,-21-3 271,-9-3 90,-8 1 90,1 4-271,-2 1-269,50 47 180,-14-15-270,39 37-90,-26-26 90,0 2 180,-1 0 0,7 14-1463,-8-10 1463,3 9-270,-13-15 359,-3-1-269,-3-1 270,-5-3 90,-2 4-270,-11-4 1283,-13 2-1193,-16-8-180,-15-5 0,-12-8-665,12-3 575,1-5 0,17-2-226,6-2 46,0-2 180,8 1-360,0-4-809,2-7 809,10 3-539,0-6 269,14 7-57,2 1 777,3 2 0,-3 6 0,0 3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2.5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0 240 7892,'45'-8'1170,"2"-1"-1080,2 1-90,-4-2 0,-12 2 0,-3-1 0,1 1-90,-4-3 90,7-4 90,-9-4 0,-1-5 90,-17-1-3213,-14 0 3483,-17 3 90,-12 3 179,-9 6-629,-12 6 0,18 10 0,-2 6 0,17 5-90,2 5 90,-2 3-90,5 2 3392,2 2-3122,3 0-270,5 1 0,4-2 0,5 1 180,3-2-90,8 9-180,-1-10 180,7 5-90,3-8 0,6-3 0,12-2-180,6-7-360,4-8 360,5-9-269,-12-1 269,-1-2-1080,-12 2 631,10-5-1,-11 2-1888,10-2 2518,-6 0 0,-16 9 0,2-2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2.6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92 9422,'48'-6'809,"9"1"-899,-16-5-90,9 2-179,-13 0-1,3-1-90,-3 0-90,0-1-629,-4 2 1169,2-1 0,-18 4 0,-1 1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3.2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25 7533,'-20'-13'5487,"0"1"-5397,1 17-1,4 2-89,12 15 90,-1 0 0,3 3-822,1 1 732,-1 2 268,4 2-268,3-1 0,0 0 0,5 0 0,-2-3 90,5 0-90,-3-3 0,2-2-90,-2-3 554,2-1-823,0 1-181,1-1 450,-5-20-90,-5-16 90,-6-9 0,-5-9 90,7 14-90,-5-2 90,2 0-90,-3 0 90,-2 0 0,-1-16 0,1 17 0,-3-16-90,10 21 90,4-1 0,18 7 90,47 12-90,-23 4 90,31 11 0,-44-4-90,2 3 90,0 1 0,0 0 0,14 9 0,-12-6 0,8 7-90,-15-8 0,-3-1 90,0-1-90,-5-1 0,6 4-2879,-6-4 631,-10 6 2248,-22-8 0,2-2 0,-11-7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3.4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85 7803,'59'-3'1349,"-1"0"-1439,10-2-270,0-1 90,-1-2-623,-10 0 533,-7-1-117,-16 2-153,11-5 630,-13 3 0,-4-1 0,-17 6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3.8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1 6633,'-32'19'1259,"7"-3"-989,12 5 0,8-4-90,3 2-90,4 2 0,2-1 90,4 0-180,2 0 90,1-1 0,4-1-90,-1-1 90,2-3-90,2 0-90,8 1-90,4-5 180,16-4-90,-8-10 180,0-13 0,-15-7 0,-14-6 180,-6 6 89,-10-6 91,-1 8 180,-1-3-360,0 6-270,17 14 90,8 9-90,8 11 0,6 5 0,-9-2 0,3 3 90,-2 1-90,13 16 89,-12-11-89,5 12 90,-16-13 90,-2 0-90,-3 0 0,-3-2 180,-6 9-90,-3-9 270,-6 5-360,-2-12 180,-4-2-181,-5-2 181,-2-2-270,-6-2 360,-17 2-360,-8-4-540,-13-1-89,2-8-271,8-6-359,12-7-450,15-7-1169,17-4 2878,16-3 0,2 12 0,4 4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4.2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16 229 6903,'38'-6'1529,"4"-2"-1439,4-1 90,-5-1-180,0-2 90,-11 2 0,-2 0-90,-1-1 0,-1 0 0,-4-2 90,2-5 0,-10-2 90,-6-5 180,-19 3-1,-11 2 91,-16 5-180,-6 7-180,-6 7 0,9 6 0,3 7 0,15 4 0,-5 1 0,6 5-3303,-10 12 3303,13-6 0,-3 10-74,15-11 74,1 0 0,9-1 90,4-1-180,0-2-2064,17 5 2064,-8-9 2334,14 4-2334,2-9-106,9-3-254,16-5 0,-3-10-89,-10-5-181,-12-5-179,-13 0 89,-4-2-2158,4-8 2878,-10 5 0,2 2 0,-8 10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4.5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 7353,'30'-10'4227,"3"9"-3687,9 10-360,-1 7 270,-9 0-270,4 3 179,4 3-5839,2 2 5840,2 2-16,17 14-254,-18-8 569,7 11-659,-22-12 82,-7 0 8,-5 0-90,-5 0 90,-6-2-90,-4 0 90,-4-2 2538,-4-1-2538,-5-2 1334,-5-5-1424,-6-1-572,3 1-957,-10-2-614,3 0 2143,-8-4 0,13-8 0,5-2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5.0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67 8252,'9'-14'2879,"8"2"-2699,26 0-91,7 1-89,6 2 90,-2 1-90,6 7 180,-14 5-90,-1 9 0,-22 10 90,-11-1-90,-13 5 90,-7-5-90,-1 0 180,-4-1 90,2-1 89,-1-2-269,-2 4 180,4-5-180,3 4 0,17-5-180,25-3 90,15-4-360,19-2-180,4-3-899,-6 1-810,-7-1-2158,-23 5 4317,-34 6 0,-1-6 0,-19 2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6.2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1 869 6723,'38'3'2249,"14"-1"-1530,18-7-449,18-1-5151,-10 0 5241,2 1-90,-18 0 694,5 0-694,-3-1 0,3 1 0,-2-1-90,2-1 90,2 0-90,1-2-673,4 1 673,2-1 0,4-2-1155,5 0 1065,6-1 1064,1 0-1154,4-2-1304,-1 0 1394,3-1-90,-48 8 0,1-1 152,2 1 1,1-1-108,2 1 0,2-1-45,0 0 0,1 0 0,2 0 0,1 0 35,-1 0 0,1 0-35,1 1 0,2-1 0,-1 1 0,1-1 45,1 1 0,1-1-45,1 1 0,1 0 0,-1 0 0,1 1 0,2-1 0,1 0 45,-2 1 0,1 0-45,2-1 0,0-1 90,-2 1 0,1-1-90,-1 1 0,1-1 90,-2 0 0,0 1-135,-1-1 0,-1 1 45,1-1 0,-1 1-45,-2 0 0,-1 0 45,0 0 0,-1 0-45,-1 1 0,-1-1-334,-2 1 1,-1 0 378,0 1 0,1 1 0,17-6 0,1 1 130,-21 4 0,1-1-130,15-3 0,-2 0 154,19-2-154,-1 0-497,-3 0 497,-5 0 90,0 0 1298,-3 0-1343,-24 3 0,1-1 911,26-3-911,-30 4 0,0 0-45,18-4 0,-3 1 0,1-1 0,-1-1 270,28-4-270,-19 2-90,21-2 90,-27 5 0,2 0-90,-1 1 0,-1 0 0,-1 2-1654,25-3 1384,-28 3 1,19 0 1539,-34 4-2260,-1 1-301,11 2-957,-2 1 2338,11 5 0,-33-3 0,-8 3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09.7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87 781 6453,'-37'-15'2969,"8"0"-2160,12-4-179,14 0 179,17 1 271,4 1-451,2 2-359,3-1 0,3-1-180,3 1-90,1-1 90,5 0-90,-12-1 90,18-2-90,-3-2-694,17-1 694,8-2-1092,8-1 1272,7-2-180,6-1 180,5 0-180,5-1-882,-46 15 1,0-1 881,2 1 0,0 0-45,-1 0 0,-1 1-404,2-1 0,-1 0 359,44-12 90,-1 0 0,-6 1 0,-3 3-90,-33 8 0,-1 1 0,21-5-89,11-4-181,-40 12 61,2-2-1410,-9 4 1418,-24 7-788,-34 15 629,-13 2-180,-22 9-269,20-8 1466,1-2-567,-5 1 0,22-8 0,0-1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10.2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6993,'33'5'4857,"-21"-1"-4587,84 5-180,-41-1 180,3 0-1472,4 0 1292,1 2-90,1 2-2533,2 3 2533,-1 4 270,0 2-831,-1 5 471,-2 4-1790,-1 6 1880,-4 3 0,-4 6 184,-5 5-184,-1 5 0,-11 5 1419,-3 3-1419,-9 4 534,-4 2-264,-5 0 2117,-3 1-2477,-6 25-794,-5-24 884,-5 18 179,-4-33 581,-4-2-580,-16 15 0,3-17-738,-13 10 468,7-23 0,-2-4 351,-1-3-171,-2-4 180,1-4-270,1-3 0,1-4 1645,3-3-1285,-1 1-270,3-3-90,44-5 0,4-5 90,46-7 126,-5-2-126,12-1-948,7-1 948,6 0-1239,2-2 1239,1 0-90,2 1 90,-2-1 90,-2 0 0,-8 1 0,1 1-135,-29 3 0,0 0 45,26-4 0,-1 1 0,4 1-1,0 0-764,-3 0 765,0 2 0,-7-1 0,-4 1-90,-6 0 153,-11 1-1053,11-1-1876,-16 0 2776,0-4 0,-23 5 0,-11-1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29.3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 28 6903,'-19'-14'6746,"-1"1"-6926,16 14 90,8 9 90,14 12-90,1 7 90,-2 1 0,-3 4 180,6 7-180,-3 2-90,4 2 90,1 4-600,4-1 510,4 2 90,3 0 0,1 0 0,3-1 0,0 2 0,4-3 0,-2 1 0,0-3 0,-2 0 0,0-2 0,-2-1 0,13 15-90,-13-14 90,18 23 270,-28-30-270,8 7 180,-15-18-270,0 0 270,-2-5-360,-2 0 90,-1 0-2339,-1-3 2040,-18-9-600,0-8-450,-15-14-270,3-4 1709,3-2 0,4 7 0,4 3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29.8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491 159 6273,'-22'-27'1260,"1"2"-990,5 2 179,2 2 271,2 4-90,1-3-91,1 1-269,2 14-270,-1 4 0,2 19 90,-5 2 180,0 5-180,-6 3 180,-2 2-180,-3 1-90,0 2 90,-2-2 89,-13 18-89,12-14 0,-11 11 0,17-19 0,-1-2 0,2-3 0,1-3 90,1-3-90,-1 2-90,6-2 90,10 2-90,18-2 0,17-1 90,4-2-90,7-1 0,-3-3 0,5 1-471,5 0 471,2 1 0,2-1 0,2 2 0,14 3-910,-13-3 1,-2 0 909,4 2 0,-4 0-538,3 1 538,-3 0 0,0 1 0,1-1 0,-4 1 0,-2 0 0,-3 0 0,-3 0 0,0-1 0,-3 0 90,-1 0-180,15 4-269,-17-4 176,26 4-716,-21-7-271,10-2 2229,-8-9-3938,-3-12 2879,-14-7 0,-8 3 0,-15 5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30.0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29 7533,'31'9'2428,"9"0"-2068,-2-1 0,15 0-180,4-6-90,12-2-838,-9-3 748,0-2 0,-16 1-46,1 0-44,-2 0 0,-1-1-270,-2-1-449,13-2-451,-7 0 1260,4-2 0,-24 6 0,-12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30.2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72 305 6813,'-44'-9'2609,"24"-5"-2340,13 2-89,28-5 270,7 4-360,7-1 270,6-2-360,7 0 270,3-1-878,5 0 788,-1 0-270,3 0 0,1 1 180,-3 1-360,-2 0 90,-7 1-269,0 1-91,-3 1 0,-3 1-1349,-3 1 1889,6 0 0,-22 5 0,2 1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30.7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0 144 6723,'9'-25'990,"2"2"-721,3 7 1,2 2-90,4-1 0,1 2 0,4 1 0,16 0-90,7 4 0,12 3 0,-1 10-90,-18 5 0,-11 8 90,-16 2-90,-11 4 0,-5 5-3392,-10 2 3662,-5 2-270,-6 0 207,-2-1-117,-1-3 90,1-2-180,2-5 180,4-2-90,1-1 90,8-1-90,28-5-180,27-9 180,15-7 2343,12-4-2343,-12 0-3207,4 0 2847,34-2 270,-22 4-386,21 0 296,-31 4-362,-2 3 452,-4 1 0,-1 2 719,30 18-719,-35-8 360,28 21 0,-53-16-180,-1 7 829,-13 10-829,-11-13 2928,-2 12-2928,-11-18 0,-2-1 438,-6 0-438,0-1 269,-32 11-269,13-9 345,-19 6-435,16-11-90,4-4 90,-6 0 195,3-1-375,-2-1-270,-11 1-180,-2-3-1169,-7-2-1439,2-3 3148,17-8 0,13 4 0,16-2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31.1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7 402 6543,'-6'-27'1529,"7"-1"-1079,6-2-90,9 1-90,7-1 0,4 2-90,0-1-1,17 2 1,-6 1-90,18 1 90,-9 1-1306,4 2 1216,0 2-90,1 3 90,0 3-267,-1 2 177,-1 4 90,-2 2 0,31 11-90,-33 1-95,23 10 95,-45 0 90,-3 3 771,-8 4-861,-7 4 592,-9 0-592,-7 4 90,-11-2 0,-5 3 0,-7-2-209,-1-1 299,-5-2 0,1-4 90,0-3-90,0-3 0,-4-2 0,2-3 449,-4-2 29,-14-2-298,-1-5-270,-36-12-270,34 0-423,-7-10 424,36 3-181,6-2 0,2-4-90,4-2-89,6-3-631,6-16 451,8 8 89,6-12-90,7 13-539,5 2-180,7 0 1439,1 4 0,-9 13 0,-5 3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7:31.5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1 523 7173,'1'-25'2069,"2"4"-1620,-2-7-89,3 4 0,5-3-90,3-3 0,4-4-90,5-2 0,6-1-91,8-1 1,5 1-590,4 2 860,5 3-450,-4 3 360,8 4-360,-3 3 270,4 4-270,-2 5 270,4 2-90,30 10-180,-17 4-944,25 11 944,-32 4 90,-4 6-90,-6 6 90,-5 4 0,-10 4-313,-7 3 313,-10 2 0,-6 1 0,-10 0 90,-8 1 0,-10-3 90,-5-1 360,-7-6-270,-2-3 0,-9-7 89,3-3-89,-8-6 270,5-3-360,-23-8 0,10-7-90,-17-7 90,15-6-206,0-5-64,0-5 0,2-6-360,0-3-359,6-3-270,0-3-541,5 0-628,1 2 2248,-27-11 0,37 26 0,-16-4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1:07:28.41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1.4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502 1 7533,'-22'2'7555,"5"2"-7555,1 17 90,6 2-90,-4 5 0,1 3-4251,-4 2 4341,2 2-90,-1 1 859,3 0-949,-6 18 180,2 4-180,-2 1 90,-2 11 0,6-30-152,-4 12 152,7-16 0,-1-2 0,1 0 0,0-1 3316,0-2-3226,-4 12-90,3-11 0,-2 8 0,4-15 0,3-1-90,-1-1 180,-1-1 138,2-1-228,-9 7 0,7-8 0,-9 10 0,7-10 90,-1 1 0,-1-2-90,11-19 0,3-2 0,11-16-90,6-3 90,2-4 0,8-5 0,-3-3-218,1-2 218,0-1 0,-3-2 0,2 0 0,-3-2-90,2 0 90,-4 0-3320,4-19 3320,-6 15 0,0-13-925,-8 18 835,-2 2-8,-3-1 98,0 3 0,0 0 0,-1-11 0,0 13 124,-2-6-124,0 16 2873,-2-4-2873,-4 3 1391,11 0-1391,-9 2 173,28 18-173,-7 3 0,25 16 0,-12-3 0,8 2 0,-12-2 0,3 1 0,6 1 0,0 3 90,29 10-180,-16-5-510,21 8 510,-20-8 90,2 1 90,3-1-90,1 1 0,2 0 0,0 1 0,1-2 0,1 2-90,-1-3 90,-2 1 0,-1-1 0,-2 0 0,-4-1 0,33 16-90,-33-14 90,22 11 0,-39-17 0,-7-1 0,1-2 0,-2 2 0,-9 0 270,14-3-90,-33 1 510,-6-6-690,-29 2 90,-23-3 0,0 1-593,4 0 593,2-1 0,10 0-3225,-2-1 3225,-3 1-2067,-3 0 2067,-3 1-1353,-6-1 1353,-1 1-10,-3-1 100,-3 0-90,-2 0 90,-1 2 0,-1-2 0,2 1-90,1 0 90,1 0-90,3-1 0,3 1 90,6-2-1,2 1 1305,-3 0-1304,0 0 1723,1-1-10088,7 0 8963,25 6 1,7-7 0,18 5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3.5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819 913 6273,'-83'-8'2069,"6"1"-1529,0-3-5751,8 0 5661,1-5 1298,2 0-1028,-18-14-540,20 4 432,-11-11-162,29 6-360,8-4-327,6-3 327,9-2 2730,11-3-2731,8-2 271,8-2-360,9 0 180,8 0-575,9-1 305,8 3 90,4-1 0,6 4-90,26-13 90,-16 16-1597,21-7 1597,-27 21-90,4 4 418,-1 4-328,-1 5 0,2 4-2202,-1 5 2202,3 7 180,1 5-261,-2 7 261,0 7-270,-1 6 90,-2 5-90,-2 6 90,-8 2-553,-8 5 823,-7 2-360,-10 2 94,-7-1-94,-11 1 270,-6-3-360,-24 17 180,1-18 0,-21 10 0,1-22 1597,-7-3-1508,-9-6 271,-1-3-270,-4-5 270,-3-6-360,-1-3 45,18-8 0,-1-1-309,-27-4 264,28 0 0,1-2 0,-20-8 0,2-4 2065,9-3-2245,5-3 357,12-1-717,5-1-179,18-3 179,2 3 318,21 0-497,7 4 759,9 3-1569,11 2 1736,2 4 1,-12 6 0,-2 1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3.9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627 486 6723,'-60'-25'2339,"4"-1"-7460,4 0 5661,5-2 0,5-2 1216,8-1-1126,8-1-360,10 0-1,10 0 798,9 1-978,10 3 91,12 0-138,10 0-42,12 3 90,8 1-90,9 5 0,8 3 0,5 4-783,8 3 693,-1 6-1819,1 4 1819,-5 5 270,0 6-389,-7 4 299,-2 6-270,-8 4 360,-7 4-360,-14 5 0,-10 3 90,-17 2 0,-12 1 90,-15 0 1746,-14 0-1746,-13-3 0,-9 1 348,-9-5-258,-7-2 0,-9-4 90,-2-3 1759,-7-4-1759,3-5 0,-12 0-90,7-8 90,-9-2-90,5-7 90,3-2-135,28-4 0,-1-1 45,-24-6-90,32 3 0,2-2 283,-6-6-283,11-4 0,11-1 145,13-2-145,11-2 0,27-12-90,5 9 291,22-8-111,-1 15-450,7 3-90,4 2 568,3 4-657,1 3-3206,25 4 3295,-20 6-359,16 3-1636,-26 7 916,-4 3-209,-5 5 1738,-7 4 0,-18-8 0,-7-2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4.3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874 542 6543,'-60'-15'2069,"0"0"-1439,4-1-5751,4-2 5661,3-2-1168,5-1 1078,6-3 231,6-2-411,8-1-369,11-2 548,9-1 1442,13-1-1622,12-2-179,12 0-90,12 1 0,9 0-90,8 2 385,7 3-385,2 2-90,2 5 90,24 0 90,-25 9-45,-17 6 0,-2 3-135,1 6 270,10 8 134,-34 6-314,-9 7-2031,-12 5 2031,-13 5 0,-13 5 1569,-38 23-1389,-2-14 0,16-16 0,-3-1 90,-29 10 0,-5-2 89,-3-2 1,-1-5 0,-3-3-1414,3-6 1413,3-4-89,4-3-381,3-7 380,3-1-89,4-6-90,6-4 0,7-5 118,-9-14-387,21-1-91,-3-12-90,29 4-90,9-5 1648,14 0-1737,8-4-271,13 2 1,6-2-721,9 4-284,3 0 1904,4 4 0,1 4 0,0 1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4.7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248 504 6723,'-31'-26'1889,"7"1"-1529,8-5 0,13-2-90,9-4 89,12-4-747,7 1 568,12-2 0,6 3-698,9 2 608,5 2 0,3 3-1,5 4-89,2 4-909,3 5 909,1 3 0,-3 7-2791,-1 3 2791,-4 7 0,-5 5 238,-6 5-238,-9 6 0,-5 19 0,-18-5 90,-13 15 90,-41 6-90,-5-10 515,-28 12-426,6-17-9,-7-3 370,-6-4-360,-2-4 89,-4-3-89,1-6 0,2-1 0,4-6 2845,5-2-2845,5-5-741,5-2 651,7-5-90,3-4 270,-7-14-360,20-1 180,-2-11-85,23 1-275,11-3 1,6-1-91,13-4 0,4 3 0,4 0-180,5 3 959,0 1-779,5 3-269,-1 3-91,2 3 91,-3 4-721,2 2 1350,-5 5 0,-12 6 0,-4 3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5.2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684 774 6813,'-44'-23'2069,"1"-1"-1529,5-2-91,5-2-452,3-4 363,8-3 0,5-5-180,7 0 89,7-3-179,7 0 90,10 2-4066,8-1 3886,5 5 90,10 0 1005,3 4-1185,5 4 270,8 2-752,-2 4 661,6 2-268,-2 4 179,-1 3-180,-1 4 90,-3 4 124,10 5-123,-8 9-91,-8 2 180,-20 11-90,-23 0 3334,-12 6-3244,-11 1 90,-12 2-2828,-35 12 2918,5-12 0,-23 8-1858,16-15 1857,-2-3-421,-3-4 422,-1-2-1073,-2-4 983,5-4 269,-1-2 662,7-4-931,2-3-90,8-4 180,5-2-180,7-4 394,10-3-394,2-3-90,20-5 0,28-18-90,18 5 1556,30-13-1646,4 14-291,11 1 201,6 2 270,3 3-360,-1 4 270,-3 5-269,-5 3-1,-28 9 0,1 2 90,22-2 90,12 4 2393,-32 8-2483,-8 5 270,-9 4-360,-5 6-179,-8 4 832,-8 5-1102,-9 4-91,-9 3 990,-8 3 0,-9 1 0,-2 2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5.7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904 649 6903,'-85'10'1889,"2"-1"-1349,3-4-508,5-3 327,5-4-854,2-4 675,2-5 270,3-5-360,2-4 0,4-5 0,6-4-90,4-5 89,10-6-89,7-2 0,11-4 0,9 0 264,9-2-264,9 2 0,10 1-290,5 3 290,9 4 0,1 4 0,5 5 0,0 4-90,4 5 90,0 5 95,2 3-95,21 8 269,-12 6-412,17 7 143,-24 7-90,1 2 147,-7 7-57,-2 1 91,-5 5-1,-6 1-90,-7 1 89,-6 0 271,-7-1-360,-3-3 360,-5-1 770,-3-5-770,-5-2-68,-6 1-22,-9-6-42,-21-4-408,-4-13 90,-1-6-269,10-7-1350,8-22 1169,20 11-450,0-18-629,33 19-539,2 2 2158,17 3 0,-20 8 0,-2 4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8.8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1285 1 7353,'-62'0'2249,"12"3"-1980,-13 7-1299,14 6 1300,-6 5 0,-6 8-90,-1 5-744,-1 7 744,6 4 0,-2 3 89,3 4-89,-1 4-90,5 1 90,0 3-90,5 1 0,0 0 270,3-1-360,3-1 0,1-4 0,5-2 0,3-6 0,2-4 488,4-3-488,4-3 0,1-3-180,3-2 270,-1-4-360,5-5-450,-2-1-5037,1-2 5757,6-20 0,0 6 0,8-18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9.1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 72 6453,'-25'-18'2249,"3"1"-1080,3 0-89,3 3-900,25 9 89,3 5-89,31 13 0,-2 2-776,8 2 686,10 4 90,8 0-90,8 2 90,8 0-3009,7 0 2919,6 2-45,-45-13 0,1-1-475,-1 2 0,2-1 475,1 0 0,1 0 0,0 0 0,-1 1-45,2-1 0,-1 0 45,-1 0 0,-1 1-1,0-1 1,0 1-45,-2-1 0,-1 0-301,1 0 1,-2 0 300,48 11 0,-31-7 0,-1 0 0,29 9 0,-33-10 0,-2 1-180,11 4-360,17 7 0,-26-7-89,8 5 89,-29-9-629,-12 0-2502,-5-2 3671,-16 6 0,-2-11 0,-9 3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9.5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731 0 7713,'-36'13'1169,"2"3"-899,11 8 0,-4 7-90,-4 5 89,-4 5-89,-1 4 270,-1 2-90,-15 24-1676,15-15 1676,-10 13-270,17-21 40,3-2-130,2-2 0,1-1-90,3-3 90,1-2 0,1-3 0,5-4 0,3-3 0,0-2-180,6-4-180,-5 3 29,5-5-1018,-10 0 707,-6-17-617,-1-5 1259,-9-12 0,20 6 0,-2 1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49.7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 57 6094,'-21'-14'1888,"-4"-2"-1168,24 2-180,13 4-270,45 8-1,2 5-1943,19 7 2124,-10 0-180,-6 1 0,3 0-975,-14-2 0,1 1 885,21 3 0,0 0-180,-18-3 0,-3 1 45,3 0 0,1 0 0,-1-1 0,-1 1 90,1 0 0,0 1 92,-3-2 1,3 1-138,42 10 0,0-1-90,-37-7 0,-1-1-638,32 8 1,-4-1 547,-6-2 90,-6-1-180,-5-3 574,-5 1-1113,11 0 1127,-25-3-408,17 0 0,-47-8 0,1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0.1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1042 74 6813,'-25'-19'2609,"6"-3"-1260,-1 6-1079,-3 0-180,2 16 0,-8 8 89,4 17-89,-5 5 90,-6 7-90,-4 6-3392,-6 5 3572,-19 24-180,13-15-794,-14 17 794,19-24 0,3-2-200,0-1 200,2-2-90,1-1-281,2-2 281,-1-3 0,3-1 0,1-4 2387,5-3-2657,3-4 516,-1-4-1235,6 1-2159,1-6 2020,4-9 1128,6-11 0,3-5 0,7-1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0.3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 6813,'16'-10'2339,"-1"6"-2069,28 13-1,-2 7 91,7 2-90,10 3 90,6 2-90,12-1-2813,5 3 2813,9-1-1,1 1-89,5-1-880,0-1 790,-47-11 0,1-1 0,0 0 0,-1 0-45,1-1 0,0 0 45,46 9 0,-2-2 0,-5 1 0,-5-3-90,-4 0 90,-8-2-90,-5-2-90,-8-1 699,-5-1-879,-7 0-450,-4 0-539,-2 1 1532,-16 6-1892,-9-1 702,-24 8 917,-15-1 0,-12 2 0,-7 1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0.7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624 16 6543,'41'-14'4408,"0"13"-4318,-24 15 269,-3 9-269,-24 11 0,-2-4 0,-8 4 0,-1 4-1774,-4 0 1774,0 4 0,-4-1 379,-2 3-379,-3 0 90,-2 1-561,0-2 471,2-1 0,1-3 0,2-2 0,0-3 0,3-1 180,0-3-270,2-1 270,-2-3-450,3 0 270,2-5-360,3-1-630,2-4 989,-8 4-2878,0-5 2789,-14 3 0,20-9 0,0-3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1.0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26 6363,'-27'-13'3868,"36"4"-3508,4 6 0,42 6-1710,4 7 1620,11 1 0,10 1 0,9 2-90,9 0-848,-46-6 1,0-1 757,1 1 0,0-1-45,3 0 0,1 1 135,-4-2 0,1 1-135,2 0 0,0 0 135,0-1 0,-1 0-180,0 1 0,-1-1 0,-1 0 0,0 0 0,0 0 0,0 0 134,-2 0 1,0-1-180,1 1 0,0-1-770,0 0 1,-1 1 724,43 4 180,-5 1-518,-10-1 249,-10-2-91,-8 1-450,-10-2-93,7 2-2426,-14 0 3518,0 3 1,-24-6-1,-11 1 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1.5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1102 29 8072,'3'-24'5307,"-2"20"-5217,-11 23 0,-2 15-90,-9 13-2030,-1-8 2120,0 4-90,0-1 151,0 2-151,0 0 90,1 1-90,-1-1 0,2-3 0,1 1 180,2-5-429,0 0 69,4-3-90,0-4-90,6-5-360,-1-3-449,3 2-810,-4-5 2999,-15-13-1470,5-7 484,-11-18-484,9 0 266,-1-4-86,-2-3-67,-5-4 427,-2-1 0,-5-3 180,-3 1-707,-3-3 797,-4 2-180,-2 0 269,-2 2-179,-2 4 270,2 2-3406,4 2 3316,2 4-649,8 3 469,3 2 682,5 3-323,0-2 151,25 0-421,35 2-269,21 3 90,9 7 0,6 3 1158,-18-1 1,0 1-1384,21 1 0,1 0-359,-15 1 1,-1 1 403,2 0 0,1 0 45,1 1 0,0 1-45,-1-1 0,1 2 0,-1 0 0,0 0 45,-1 1 0,-1 0-45,-1 1 0,0 0 45,-1-1 0,1 2-45,15 4 0,-1 1-45,-16-4 0,-2 1-45,12 2 0,-3 1-1027,15 5 488,-9-1-181,-8 0-89,-8 0-1080,-13 0-720,-9 1 2839,-14 0 1,-8-9 0,-5-2-1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5.53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147 76 3924,'-15'-19'3328,"-8"2"-780,0 3-749,-8 2 387,2-1-2186,15 21 338,2-3-338,15 21 0,-1-4 90,0 4 695,3 3-785,-2 3 0,2 3 90,-1 1-90,4 4 0,-2-1 0,4 2 0,-3-2 0,2 0 0,2 0 0,0-2 90,-4-1-90,8-2 0,-8 0 0,8-2 0,-7-2 0,-1 0 0,-1-3-90,0-1 90,0-2 0,-1-2 90,-2-2-90,3 3 0,-4-3-3238,3 4 989,-18-17 91,-1-6 2158,-11-12 0,11 3 0,5 3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5.98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261 89 6183,'0'-20'2519,"-1"-5"-1440,-2 5-89,-3-2-900,-5 20-90,-1 5 90,-5 17 0,1 1-90,-5 3 0,-3 2 90,-7 11 0,7-11-90,-2 6 0,11-13 90,3-2-90,1-1 89,0 4-89,2-1 0,1 3 90,5 1-90,4-4 90,7 1 0,8-5 0,7 0 0,7-1 0,9-1 0,7 1 0,5-1 0,-7-2-90,12 1 90,-19-5 90,22 4-90,-13-1 90,5 2-90,-1 1 90,-10-1-1,-2-1-6115,-8-1 5936,1-8 0,-15 2 0,1-8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6.25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7 11041,'58'-2'629,"5"1"-539,17 0-90,5 0-180,0 1-179,-6-1-631,-11 2 990,-8-1 0,-31 2 0,-5-1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6.48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52 6903,'20'-6'3148,"4"0"-2878,44 4-90,-2-1 0,10-1-180,0 1-270,-15-2-270,4 1-809,-16-2 1349,10 0 0,-28 2 0,-8 1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8:57.18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63 6723,'23'-15'3598,"2"12"-3328,-9 9-360,-4 17 180,-10-2-90,-2 3 0,4-6 0,-3-1 0,0 7 90,-3-1-90,3 3 0,6-4 0,8-5 0,9-4 180,18-3-90,11-7 0,9-1 0,0-5 0,-6-1 0,4 0-1,-1 0 1,5 3-90,-5 0 90,5 1 0,-5 2 0,3-1 0,-21-8-90,-7-7 270,-16-10-270,-4 2 180,-2-2-270,-4 6 270,-2-1-180,-2 1 90,0 0-180,-8 0 0,8 1 90,-10-2 90,4 0 270,-9 0 269,-4 0-539,24 14 0,1 9 0,19 8 0,-4 7 0,-8-1 90,2 2-90,-6 3 90,1 0-90,-3 2 90,-1 0 0,1 1-90,-3-2 89,3 0 1,-4-2 0,2-1-90,-2-1 180,0-2-90,1-1 180,1-1 179,1 1-539,1-1 0,-5-6 0,-2-2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04.70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5775 1256 7803,'-49'-4'2428,"-2"1"-2248,3-4-180,-7 1 0,6-2 90,-10 1-90,0 1 0,-9-1 0,-8 0-2106,13 2 2196,2 0 0,-3-1 0,-3 1 90,-17-4-90,-2 2 0,6-1 90,-1 0-180,8-2 90,0 0-90,9 0 90,4-2-90,6 1 0,2 0 90,1-1-90,1 1 90,1-1 0,-4 2 2195,0-1-2195,-6 1 0,-3 0 0,-6 2 0,-5 0 90,1 0-90,-1 1 0,1 0 0,5 0 0,-3 0 0,6-1-90,1 1 0,2-1 90,3-1-90,1-1 0,2-1 179,0-1-89,1 0 0,-2 0 0,2-1 0,-3-1 0,12 3-90,-9-3-90,5 3 180,0-1-401,1 0 401,12 4-180,-8 0 270,8 0-360,-8 0 360,11-1-270,-1 1 180,0-1-180,-2 1 270,2-1-270,-4 0 270,-29-10-270,19 6 0,-23-7 0,29 7 0,-2 0 90,-1 0 0,-2 1 0,4 1 0,-14-6 0,16 4 0,-12-3-742,20 5 742,-2 0 0,3 0 90,-2 1 90,-9-3-90,0 0-90,-9-3 295,7 3-295,5 0 90,2 1 668,3 0-758,0-1 0,-16-8 0,13 4 90,-8-4 0,11 7 0,6 3-90,-6 1 90,-7-3-90,7 2 0,-6-2 0,10 2 0,-4-1 0,-3-2 0,-2 0 0,0-1 90,-1 0-90,4 0 0,-1 2 0,6 0 90,-3 1-90,0-1 90,-3 0-90,-3 1 90,-3-1-90,-2 0 0,-4 0 89,-18-1-268,15 3-3689,-9-1 1169,67 5 451,23 5 2248,33 3 0,-17 1 0,-20-1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06.11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6709 1413 7083,'-34'-9'3058,"-2"0"-2698,-1-1-180,5-1 90,-3 0 0,0 0-1,-7 1 1,-9 0 0,-5 0 90,-8 0-90,-3 1-90,-6 0-180,0 0-90,13 0 135,5 1 0,0 1-45,-1-1-916,-40-5 1006,53 8-90,-1 0-234,0 1 324,-1-1-90,-21-1 0,15 1 0,-19-1 0,-2 1 0,13 0-682,-18 0 772,23 0-90,-5 2 0,5-1 90,-3 1-90,-14-2 0,13-1 0,-13 0 90,20 1-90,-18-3 90,14 3-90,-25-6 0,31 6 0,-22-6 90,29 4-90,-26-7 0,28 6 641,-11-4-641,14 4 89,0 0-89,4 0 0,-9 0 90,-17-5-90,6 4-274,-15-4 364,19 4-90,-5 0 0,-1 0 0,-2 0 0,4 0 89,-3-1-178,1 0 89,-3-2 0,-1-1 89,0 0-602,-1 0 513,0 0 0,-2-1-126,-2 2 36,-29-8 360,21 5-270,-22-5 90,3 1-2275,20 4 2096,-19-5 268,31 6-860,-19-5 591,23 3 934,-14-1-934,27 5 270,1 1-360,4-1 90,2 1 91,3 0 269,-10-4-540,0 1 3052,-8-6-2872,1 3 1794,11 2-1614,-11-2-180,6 3-29,-2 0 29,4 2 180,8 3-180,1-1 270,0 1-3563,-3 0 3473,2 0-180,-3 0 270,2 0-360,-1-1 360,2 1-270,-4-2 180,4 1 20,-4 1-200,4-1 0,-1 1 0,1-1 0,-13-3 0,-3 0 90,-1 1 3392,5 0-3392,14 4 0,2-2 0,-14-1 90,12 1-90,-13-2 0,14 4 90,-2 0-3482,-13-3 3482,12 3-297,-20-6 296,19 6-89,-6-3 0,-1 0 0,6 2 0,-5-2 0,-5-2 3290,1 0-3290,-13-4 0,7 2 0,-4 1 310,12 2-310,0 2 0,2 0-5757,6 1 5757,22-3 0,0 7 0,23-1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09.30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625 452 12660,'-18'-14'270,"4"0"-90,3-2-270,5-1 0,2-1 90,8-3 0,3 2 0,7 0-90,5 2 90,1 3 0,8-1 0,-4 2 0,3 1 0,-1 1 0,2 0 0,0 1 0,4-3 0,0 2 0,0-1 0,2 0 0,-2 2 0,3-3 0,0 4 0,-2-3 0,2 2 180,-4-2 89,1 1-269,3 0 270,-1 2-180,3 0 0,-1 1-180,2 0 270,5 0-270,3 0 0,4 1-90,-3-1 180,6 2 90,2 3 0,-3 4 90,-2 2-90,-12 5 0,-5 0 0,-4 3-90,-1 1 90,-3 0 0,-2 3 0,-3-3 0,-4 3 0,-3 0 0,8 1 0,-15 4 0,4-3-90,-19 6 89,-5-6-89,-6 2 90,-3-2 0,-1-1-90,-4 0 90,0 1 0,-8 0-90,3-1 90,-7 1-90,2 1 0,-10 0 90,6 2-90,-8-2 0,12-4 0,-6 3 0,13-7 0,-12 7 0,6-3 0,-7 3 0,3-2 0,2-2 0,-3 0 0,1-2 90,-6 2-3482,1 0 3392,3-2 0,2-1 0,-5 0 90,-10-1-90,-6 3-2268,-5-3 2268,11 0 90,0-2-90,-3-3 2268,3-3-2268,-7-4-90,13-4 0,2-1 3482,9-2-3392,2-4-90,-4 1 90,2-3 0,0-1 0,2 0 0,0-1 0,5 1-90,1 3-449,6 0-271,13-3-179,19 2-361,17-2 271,22 1-3598,13 0 4677,-11 1 0,-10 6 0,-23 5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0.26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226 408 8072,'-18'-14'1170,"-2"0"-990,5-3 0,-4 0-1,5-2 1,-1-2-90,10 1 0,4-2 0,8 4 0,5-4-90,7 6 90,6-3 0,8 4-90,0-1 90,5 1-90,0 0 90,6-3-90,4 1 90,-7 3 0,-3 1-90,4 0 90,4 2 0,10-3 0,0 4 0,-7 2 0,6 2-1,-3 3 1,4 2 90,-3 4-90,-10 3 90,-3 2 0,-7 1 0,-2 1 0,-2 2-3392,-2 3 3392,-6 2-90,-3 1 90,-5 5-91,-13 2 1,0-3-90,-9 1 90,-3-5 0,-2 0-90,-4 2 90,-5-1 3392,-3 0-3482,2 1 90,-6-1 0,2-1-90,-2 1 90,-5-1 0,0-1 0,-2-2 0,-1 1 0,-1-2 0,-3-1-90,1 0 90,2-3 0,3-1 0,2-1 0,0 0 0,-10 0-1,-1-2 1,-14-2-90,1-9 0,3-3 0,2-7 0,11-3 0,8 4 0,-3-7 0,6 6 90,-5-3-180,5 2 0,0 2-3507,8 0-1800,11-4 5397,13 2 0,5 4 0,3 4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01.695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1427 5914,'44'-11'809,"-11"1"-719,20-6 90,-22 6-90,9-3 90,-11 4-90,-3-1 180,2 1-180,9-5 89,-4 4-89,16-8 0,-16 8 0,7-3-90,-9 3 90,2 0 0,16-5 180,-10 2-561,11-4 471,-13 6-180,-2-1 180,1 1-270,-1 0 180,0 0 90,7-4-270,-4 4 180,3-2-180,-7 5 342,-1-1-252,0 1-180,42-11 90,-30 9-331,32-9 421,-42 10 0,-1 1-124,2-1 124,-2 0-3029,29-7 3029,-20 5 0,20-6-167,-27 8 167,-1 0 90,1 0-90,1-1 0,33-8 0,-24 7 0,26-7 0,-34 9 0,1 0 0,-3 0 0,-1 0 0,0 1 90,-2-1-180,1 1 369,-3-2-279,0 1 90,-1 0-90,-1 0 24,2 0-114,-2 0 180,2 0-180,-2 0 180,2-1 3125,-3 1-3215,2-2 262,-2 2-262,4-1 0,-3 0 0,1 0 360,22-8-450,-17 6 270,19-5-270,-25 8 180,1-1-180,-1 1 270,4 0-180,10-5-90,-6 2 180,7-3-180,-9 2 0,0 2 180,4-3-180,1 1 270,1-2-360,0 2 360,0-1-483,0 0 213,-1 1 0,-1 0 0,1 0 90,-2 0-90,-1 1 90,15-6-90,-15 4 90,12-3 0,-16 5 0,0 1 0,-3-1 0,2 1 0,1-2 0,0-1 0,3 1 0,-1-1 0,1 1 0,3-1 0,-2 1 0,3-1 0,-3 0 180,2 1-180,0 0 180,0 0-270,-4 0 270,2 1-270,-6 1 180,4 0-180,-2 1 180,-1 0-90,9-2 90,-3 2 180,7-3-270,-2 2 0,-21 6 0,-2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02.94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86 791 6543,'-45'9'3148,"5"-1"-2968,41 0 0,13-6-90,43-1-180,7-6 270,-8 0-905,3-1 995,-14 1-205,3-2 115,4 1-3503,0-1 3503,4 0-180,3 0 111,0-2-201,5 2 270,-3-1-385,5 0 115,-2 0 359,31-6-1090,-25 4 1001,23-4-180,-32 5 180,-1 0-270,-2 1 2532,-3-1-2532,0-1 270,-5 0-180,0-1 90,17-3 90,-16 2-270,15-3 360,-18 5-360,-1 0 0,18-4 90,-10 4 0,4-4-90,-15 7 90,-9-2 90,1 2-98,13-3 188,23-3-270,-13 3 90,29-3 118,-45 6-118,15-1 0,-18 1 0,6 0 0,-3 0 771,4 0-771,-3 0 0,0-1 0,0 0 0,-1 1-90,3-1 180,0 1-90,2-1 0,-1 0 180,-1 0-180,0 1 339,-5 0-339,15-2-90,-12 2 90,14-2 0,-4 2 0,3-2 0,6 0 622,1 0-622,0 0 322,2 0-322,1-1 180,-16 2-68,12-1-112,-8 1 0,15-3 180,6 2 0,-4-2 0,5 2-90,-20 1 0,13-1-866,-12 1 866,-1 0-180,-3 1 32,-15 1-32,1 0 270,1 1-450,-3-2 180,15 1 0,-2-2 180,12 0-90,-8 0 90,1 0 759,-10 3-759,8 0 255,-9 0-255,7 0 0,-5 1-90,1-1-630,-2 1-1259,-1-4-2788,-9-1 4677,-25-2 0,-4 5 0,-20 1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1.967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1043 36 6453,'3'-17'6836,"1"2"-6566,-3 11-180,-6 6-4341,-17 16 4251,-1-2 0,-6 4 859,-1-1-859,0 1 0,-5 3-165,-1 0 255,-2 2-2304,-43 29 2304,27-18-90,10-7 0,1 0 1764,-7 4-1674,-6-4-90,4 2 90,-1-4 0,7 2-90,4-3 90,0-2 0,3-2 0,4-1 0,6-4 0,3-1 151,-2-1-2040,4-1 1859,-13-6-2309,25-9 2456,2-12 0,16 3 0,1 1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2.40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66 17 6004,'-34'-8'7106,"5"0"-7017,27 7 181,24 2-90,32 9-90,7 0 0,-2 2 90,-3-2-3302,37 7 3212,-18-2-45,-26-5 0,3 0-733,3 1 1,-1 1 867,33 6-201,-32-6 0,2 0 111,2 1 0,-2 0-744,26 5 699,-27-5 0,-1-1-45,14 4 90,0 0 1516,-3-1-1516,-4-1 1706,-3-1-1706,18 4-90,-24-5 270,11 2-1,-17-3 293,-12-2-22,6 1-1522,-41-9-2346,-1-4 3565,-28-9 1,17 5 0,2 1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3.233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528 99 6453,'34'-11'1350,"4"0"-1261,-3 2 181,4 0-360,2 0 180,2-1 90,-3 2 180,3-1 1079,-13 0 450,-20-2-1799,-18 9-90,-15 5 0,-3 9 90,8 5-90,-3 1-324,-1 2 414,-2 3-90,-5 0 90,-1 3 0,-25 11-2332,14-9 2332,-14 9-2512,20-12 2512,1 0 0,-2-1 165,2 0-165,-15 9 0,14-9 0,-3 6 0,11-11-90,7-3 90,-6 1 0,4-4 0,0 0 1520,-2 2-1520,0-1-26,-3 3-1593,-4-12-1439,15-9 2968,-5-12 0,19 4 0,-3 1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3.58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19 6094,'5'-12'5217,"15"7"-4858,20 3-179,29 10-1360,-19 1 1450,16 1-90,-14 0 0,1 1 0,2 1 89,2 1-3613,1 0 3524,-2 1 0,-5 0 468,9 0-468,-12 0-91,9 0 1,-9 0-216,-6 0 486,0-1-270,-5 0 179,1-1-179,-2 0 180,1-1-270,-4-2 517,-2 0-517,7 2 3168,-4 0-2898,7 2 668,-6-2-938,-2-1 0,-16-5 0,-3-1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28.84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1410 454 10501,'-8'21'540,"-3"1"-360,-10 0-1,-4 1 1,1 1-90,-5-1 0,2 1 90,2-5-90,-2 2 0,4-6 0,-1 4 90,0-3 0,2-2 0,-1-1 180,-7-1-91,-4-1 91,-6 0-180,-3-2 0,-1-1-270,3-2 90,-6 0 180,6-1-360,-7-1 270,4 1-180,-12-3 270,5 0-180,-7-3 180,6-1-270,0-3-90,9-1 0,0-3 180,4 1-90,-2-1 90,-3 0 0,6 1 180,3-3-270,11-3 270,3-3-270,5-3 0,4 0 0,-1-2 90,3 1 0,1 0 0,4 0-90,2 0 90,4 1 0,-11 4 0,12-3 0,-15 1 0,17-3 0,-4-3-90,2 2 180,1 0-180,2 0 90,1 4 0,5-2 0,1 2 0,6-3 0,-1 5 0,9-5-90,-1 4 90,7-4 0,-2 3 0,-3 1 0,1 0 0,4 5 0,-8-4 0,4 4 0,-5-2 0,5 0 0,8 0 0,0 0-90,4 1 90,-8 1 0,2 1 0,-3 1-90,6 1 90,1 1 0,8 1-90,3 1 90,10 3 0,4 0 0,5 3 0,-2 1 0,-3 2 0,-4 2 0,-11 0 90,-2 1-90,-8-1 0,7 1 90,-8 3-3392,4 1 3392,-9 3 0,0 3-90,-3 5 90,-4-3 0,-6 3 0,4 10-90,-12-10 180,15 20-180,-19-20 3482,5 6-3392,-12-6 90,-1 11-90,-5-6 0,-2 10 0,-2-10-1,-2 0 1,-1 1 0,-4 0 0,-2 0 180,-10 11-90,6-9-90,-8 6 0,11-13 90,-1-3 0,3-1 90,-5 1 89,4-2 181,-5 3-9535,4-5 8995,-2 1 0,10-9 0,2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7.19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65 194 7623,'-36'-9'3508,"15"-6"-3149,14-2-269,22-6 0,2 3 0,7 1 0,-2 5 0,0-1-90,5 2 90,-2 0 0,3 2-90,6-1 180,-2 3 90,19 6 180,-13 9-360,-1 6 179,-14 7-179,-12 1 180,-3 4-270,-4 3 0,-4 3 0,-4 2 0,-4 1 0,-2 1 0,-3 0-3302,-2-1 3302,-3 1-2178,-4-2 2268,0 0-39,-4-1 39,3-1 0,-2 0 0,0-3 0,0 0 0,-1-2 0,1-3 0,-5 5 0,10-9 2249,-6 5-2339,9-7 3364,23-1-3364,9-4 85,31-1-85,20-1 0,-8 0 0,10 1 90,-21-1-359,0-2-271,-1-5-450,-6-6 181,8-7-181,-14-2-179,4-2-630,-9 2-719,2 1 2518,-4 0 0,-10 6 0,-6 1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7.83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38 21 6273,'-20'-17'6387,"14"13"-6117,0 10-90,14 15-1,-5 4 1,-1 5 0,-3 4 0,3 3 0,-4 3-90,4 2 90,-3 1-495,0 2 495,1 0-90,0 1 0,-3 0 0,5-1 0,-11 1 0,10 0 180,-4-2-270,6-1 269,-4-1-408,-1-3 49,-4 0 90,7-4 0,0-2-90,1-4 90,-1-3 0,3-3-90,1-4 90,1 3-1439,1-5-1041,2 4 1221,12-18 865,-5-9-236,7-10 90,-8-6-449,-7 3-90,1-1 1079,-2-3 0,-2 10 0,-3 2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8.09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55 337 6183,'-20'-29'1440,"4"2"-991,5 1 1,4 2-90,7 0-90,2 0 0,1 1-90,15 0 89,-3 2-89,15-1-90,-8 5 90,16-1-90,-6 3 90,13 1-90,-4 2 0,0 4 90,0 1 90,17 5-91,1 5-3391,-3 2 3392,-8 8 0,-21 0-90,-3 6 90,-7 3 0,-5 3 0,-8 4-90,-6 1 90,-10 3 0,-5-2-1,-8 3 1,-5-3 0,-2 2 0,-6-3 2988,0-1-3078,-5-5 90,1-2-3438,-2-4 3168,3-4-630,3-3-2132,-38-8 1773,37-7-630,-21-6-460,44-7 2169,6-2 0,4 8 0,3 2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20.78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0 141 6633,'9'-31'2519,"5"2"-1980,4 3 271,8 6-540,6 4 0,6 5-90,12 4-1,8 6-89,11 6 180,10 7-180,-15 0-550,-2 4 550,-19-2 90,-2 3-90,-2 2 90,0 3-194,-5 2 103,0 3 361,-8 3-270,2 1-90,-5 1 90,7 19 0,-9-10-90,4 13 270,-3 4-360,-2-13 269,8 13-269,-10-18-9,4-1-81,-5-1 90,1-2-90,1-1 90,1-1-90,0-2 90,1-1 0,5-3 0,2 0-90,5-3 90,2 0 0,1-4-90,3-1 90,1-2-90,2-3 0,2-2 0,0-2 0,2-3 0,-3 0-90,4-2-2729,14-2 2819,1-2 135,11-2 1754,-9 0-1799,-16 4 0,-31 5 316,-18 8-406,-25 6 90,9-2 3572,3 0-3662,7-5 180,-2 10-180,2-4 0,-3 8 90,7-7 0,-5 1-90,6 1 90,0 1 0,2 0 90,1 2-90,3 2 90,0 2-90,7-4 90,-2 1 0,5-4-90,1 3 90,2-1 0,2 2 0,0-2 0,10 11 270,-4-10-270,5 7 180,-6-11-270,-3-1 0,-1 2 0,1-3 90,-3 2-1,4 5-89,-6-7 90,2 6 0,-8-10 180,-1-1-90,-4 6 0,-6 1-180,-9 5 0,-5-8 0,-8-2-180,3-6 0,-5 0-539,-2-2-631,-11 2-3327,0-3 2698,-15-6-539,22-10 2518,1-11 0,25 5 0,4 2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21.812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 1877 6633,'11'-15'2699,"5"-1"-2429,20 2-91,-3 0 91,8 0-90,-6 1 0,4 0 0,0 1-483,4 0 483,0 0-90,-1 1 0,3 0 90,0 1-90,3 0-1,2 0 1,1 0 0,2 0-539,0 0 539,3 0 0,2 0-90,1 0 90,1-1-90,-4 1 90,2-1-90,0 0 90,2-1-831,2 1 831,0-1-90,4 0 360,2-4-1252,2 3 1161,2-4-269,5 2-1206,1 0 1206,4-2 180,2 0-270,3-1-888,-21 4 1,2 1 932,-16 2 0,2 0 45,17-3 0,-1 0-619,-20 4 1,1-1 573,22-4 0,0 0-113,-17 3 1,-1 0 157,18-4 0,-1 1 195,25-8-195,-1 1 0,-4-2 0,-1 0 0,-5-2 0,-2 1 90,-3-2-90,-2 0 0,0 0 0,-4-2 1059,-2 1-1059,-3 0 0,-3 0 0,0 0 0,-7 1 90,1 1-90,-6 1 1721,-2 0-1631,-2 2-90,-5-1 90,-2 1-90,1 0 90,13-11-90,-11 9 0,10-9 0,-17 10 0,1 0 0,0-1 270,-1 1-360,2 0 270,12-9-270,-14 8 90,11-5-90,-23 12 90,3 0 1388,-8 1-1388,3 2 90,-4-3-90,1 0 1381,-3-3-1381,-3 3 89,-5 0-178,1 1 1119,4 3-491,5 0 146,-27 11-685,1 3 0,-29 9 90,0-1-90,-4 0-3392,-27 5 3392,11-3 0,-19 5-770,18-4 770,-2 0 0,-4 1 0,1-1 0,1 0-75,5-2 165,6-1-90,5 1-90,-3-1 0,8 0 2883,28-7-2883,12-4 0,36-7 0,-1-2-223,5 1 223,2-2 90,4-1-337,2-2 337,2-1 0,2 0-171,16-4 81,16-4 90,0 2-466,-4 1 376,-23 8 270,-12 1 712,3 1-712,-4 0-270,3 1 270,-4 0-360,-3 2 360,-2 2-180,-1 1 448,8-1-448,2 2 274,4-1-184,10 5 1065,-20 5-975,0 10 0,-26 2 0,-13 6 411,-15 0-321,-5 3 0,-9 2 90,-5 2-450,-8 3 360,-2-2 0,-2 2 179,-18 11-179,15-9-589,-12 6 409,19-14 0,6-3 0,3 0-90,3-3 431,5-2-701,-3 5-539,3-2-3689,5 1 4627,12-3 1,2-10-1,7-2 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5.594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209 194 6183,'-6'11'4948,"-13"-1"-3959,-27-6-449,-2-5-180,7-5-181,11-4-89,12-6 0,17-6-90,8-1 0,12 0 0,5 6 0,4 0 0,6 1 0,-3 0 0,7 2-90,-3 2 90,8 2 0,10 0-90,13 5 90,8 4 0,-7 6-518,-12 5 518,-14 3 0,-5 3 0,-1 3 0,-5 4 0,-3 3 90,-9 3-90,-6 2 0,-15 3 0,0 1-3220,-14 2 3220,0 0-1832,-13 2 2012,-5 0-388,-8 0 208,-5-1 180,11-3-90,-13-2 90,12-2 90,-12-2-90,5-1 90,-12 6-90,18-11-1,-6 4-89,20-11 90,11 2 1941,10-2-2031,23-1 3172,24-7-3262,19-4 90,2-3 0,25-5-90,-5 0 90,12-1-1,-12 1 577,-15 2-2645,-14 2-719,-3-3-451,-8-3 3149,-3-4 0,-22 3 0,-3 2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16.058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416 101 6183,'13'-16'2609,"-1"-4"-900,-1 3-450,-3-4-359,-13 7-450,-17 4-181,-21 7-179,-24 10 0,14 2 0,-40 20 0,50-11-90,-23 10 0,38-13-90,6-1 90,5 6 0,19 1 0,8 6 0,16-7-90,4-2 90,3-6 0,5 0 0,7 0 0,3-2-474,7 1 474,1-2 0,1 1 0,2 1 0,0 0 0,-3 3 0,-2 0-2695,32 19 2785,-35-11 90,23 14-274,-44-15 274,-5 0 0,-7 1 0,-9 1 0,-6 1 0,-10 2 303,-6-1-303,-7 0-90,-11 0 0,-1-2 0,-9-1-105,-1-3-255,-2-2-89,-1-3-1890,-15 1-270,1-3-2158,-12-5 4677,8-9 0,27 0 0,12-5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31.51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165 218 6004,'-43'9'3238,"0"-1"-1799,-2-2-1259,23-10 0,10-4-90,35-13 0,4 4 0,6-1-90,-4 3 89,-1 1 1,5 1 0,15-6 90,10 0-180,1-1-2022,-1 3 2112,-16 7 0,0 1-90,1 2 90,1 0 0,-2 0 0,2 3 0,13-2-90,5 2 90,13 3 0,-4 2-90,-6 4 90,-11 4 2202,-12 3-2292,-14 7 90,-13-1 90,-17 13-91,-6-11-89,-11 7 90,0-8 0,-4 0-90,-2-1 90,-3-1 90,2-2 0,-8 3 0,0-5 0,-5 4-540,5-6 360,34 1 0,11-2 0,29 1 0,5 1 0,-1 5 0,-7-2 0,-2 2 0,-4 4 0,-5-4 90,2 6-90,-12-4 0,-2 1 0,-9 3 0,0 0 90,-12 10-90,0-8 270,-9 7-360,2-12 360,-1-3-360,-2-2 180,2-1-180,-2-1-270,10 3 360,45-6-90,2-2 270,39-6-90,-16-2-90,2 1 90,4 2-270,-3 4 270,-7 3 90,-9 6-90,-20 4 0,-17 0 180,-31 13-91,-10-9 1,-12 10 0,-5-9 180,-31 11-180,10-8-348,18-11 1,0 0 257,-20 4-929,-1-3 929,3-1-180,3-4-90,3-2-360,8-2-1169,-14-4-989,-5-15 449,16 1-719,2-14 2968,37 6 0,6 6 0,5 3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34.310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140 343 7083,'-69'-3'5757,"6"1"-5577,55-4-90,23-1-824,39-1 824,7-1 0,-5 2 0,11-1 0,4-1 90,10-1-180,7-2 224,-17 3 1,2 0-1075,-15 2 0,2 0 850,20-3 0,0 1 45,-19 2 0,-1 1-45,2-1 0,1 0 45,2 1 0,1-1-45,1 1 0,0-1 45,-1 1 0,4 0-1,29-3 1,1 1-994,-24 4 0,-1-1 949,23-3 0,-2 0 0,-29 4 0,-4 0 45,0-1 0,0 0-45,0 1 0,-1 0-492,-3 1 0,-1 0 492,-1 0 0,1 0-683,14 0 1,0-1 682,-19 1 0,-2 1 0,14-2 0,-4 1 485,13-1-485,-6 1 0,-9 1 1280,17 0-1100,-21 0 1247,22 0-1068,-26 0 2807,8 1-3346,-7-2-719,0-2-486,-2-1 1385,-2-2 0,-21 5 0,-6-1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35.50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167 1527 7623,'-46'0'4047,"10"-4"-3687,-1-11-180,15-7 0,5-1-90,12-4-4342,2 3 4342,7-3-27,12-17-63,-2 9-177,15-13 177,-4 13 90,7-2 180,5-2-647,10-2 377,5-2 0,10-2 1578,7-2-1578,11-2-59,-36 25 0,2 0 59,4-1 0,2 1 45,5 0 0,1 0-45,0 1 0,4-1 30,1 3 0,5-2 0,-3 3 15,13-5 0,1 1-693,-10 4 1,5-1 0,-4 1 691,12 0 1,-2 1-45,-2 0 0,5 0-458,-5 3 0,5-1 1,-3 2 457,10-2 0,3 0 0,-19 5 0,7 0 0,0 0 0,-7 2-359,18-2 0,-4 3 449,-12 1 0,4 0 0,-6 2-224,7 1 1,-5 1 267,0 1 1,-1 1-207,1 1 1,-1 0 26,-5 1 1,-1 0 44,4 1 0,0 0-45,-4 1 0,1-1 45,3 2 0,0-1 190,-2 1 0,0 1-235,1-1 0,-1 1 45,-1 1 0,0-1 0,1 1 0,1-1-166,4 0 0,0 0 166,-5 0 0,1 1 0,4-1 0,0-1 0,-8 0 0,0 1 0,2-1 0,-1 0 231,-5-1 1,0 0-232,2 0 0,-1 0 0,-3 0 0,-1 0 0,7 0 0,-1-1 0,-5 0 0,0-1 0,2 0 0,-1 0 314,-7-1 0,0-1-314,-1 0 0,-1 0 284,-1-1 1,-1-1-285,-1 1 0,-2-2 0,47-4 0,-6-1 1470,-4-2-1470,-6 2 0,-5-5 1109,-8 3-1109,-7-3 90,-9 5 335,-6 0-246,2-1 2344,-8 3-1084,3-2-77,-49 7-1452,-67 11 0,3 0-363,11 0 1,1 0 452,-7 0-90,-5 0 0,-1-1-90,-2-1 180,2-1-90,2-2 0,4 0-595,5-3 685,5-2 0,5-1-228,5-1 138,5-2 90,4-2 0,3-2 0,5-4-90,1 0 1105,6-4-1105,5 1 740,9-10-740,8 6 0,43-27 0,-12 25-429,37-14 429,-24 24 90,5 3 0,3 0-89,4 4-570,3 0 659,3 3 0,4 1 0,4 2 0,-3 2-889,0 2 889,8 0 0,-10 3-1087,-14-1 0,0 0 1087,19 4 0,19 3-1025,-32-3 1025,-2-1 0,-3 1 0,-12 0 329,7-1-329,-14 1 0,5-1 90,-7 1 656,2 2-567,-8 4 91,-7 2-90,-14 5 2862,-20 2-2772,-11 6 90,-13 4 1185,-12 5-1186,-9 1-1301,-9 4 1211,-2 0 91,-2 2-180,0-2 0,29-15 0,1 0-90,-28 15 0,-5 10-688,25-20 508,10-2-287,6-4-162,6-3-2340,4 5-2068,11-4 5073,9-1 0,5-12 1,6-7-1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0:19:36.319"/>
    </inkml:context>
    <inkml:brush xml:id="br0">
      <inkml:brushProperty name="width" value="0.06" units="cm"/>
      <inkml:brushProperty name="height" value="0.06" units="cm"/>
      <inkml:brushProperty name="color" value="#33CCFF"/>
    </inkml:brush>
  </inkml:definitions>
  <inkml:trace contextRef="#ctx0" brushRef="#br0">0 0 5824,'3'9'0,"0"-1"0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5AC5-E448-5E04-3A31-7F1BA1949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61AE6-14F7-89D7-D007-C8CA3EDED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51096-BDDE-2A21-45A5-2187B539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CB1C1-0FA9-F94E-C793-837B0C8E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09CDD-C602-947E-9D2A-61F87F0F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0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DBC31-0F53-CE1B-296E-1EBC5F89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CFC7C-FB4D-13A0-7646-59B7B5ED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BB9AC-2001-FCB1-7ED4-6D073F8B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21DD3-9FED-8B09-5C0A-5A959F12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3506A-DC3A-C545-F453-357351CD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68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51B7-3520-F123-204F-2D746C33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B1364-47FF-7ACB-7950-094F42E92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1CEAA-5787-6A11-856F-ED313038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33F7-E9C1-A6F8-D116-BB8CBFB3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9BF04-0D76-1C02-4A1A-C33060D3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10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D516-025F-F14F-E668-C4A64A0B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BD2AB-5D8F-6077-C6DA-C205FB7F5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BFEBD-D5B6-2738-C74A-650E1F53A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F0282-DB7A-B0FF-B0BB-B8A5A9E8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5397F-33DE-F514-007A-0DFA1877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9DE63-1EB6-55D1-7691-1D67849DE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4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048D-2FA6-1BAC-9A7A-5F5EB084D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9D099-0B0F-E02B-B47C-D5BF0B079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A289C-7CC8-4F1B-647D-5FF642025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EDB5E2-62BB-C325-48F3-E610EA7C5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739F1-90F8-5743-C2D1-9C0ACE81CA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D33F7-877A-9B7C-6629-885EE69C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14864-42F3-1F35-3AFE-0F8EE30F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5482F-9F36-1CA8-02B5-74E76F41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25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D86E-2C5E-84C3-E5AA-B78FE28C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9713E-A3CC-533C-22F9-AE02E670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ABECE-263A-F720-396B-56A87049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58DEB-B8C4-5E99-C161-1AA9E7E3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6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0DA27C-9C25-5C8B-EE03-F2DF3C0D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4065C8-9797-4C38-8946-DB293E7B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C4974-0B0E-AF1C-467C-628B1D45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4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1C72-61F8-C5DB-A55E-47A98730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8C416-A5D8-17F2-CAA0-0E820C689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A6860-176C-B19E-637A-D756C705A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CE6FF-B7FE-F094-533F-051A3958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7C1EF-1E57-DE2C-1506-2A06E8B3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6C384-54EB-D795-D999-F6132B53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1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8BBC9-0C5E-0318-7F81-918FF5AD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75A17-D479-7ED6-98BC-7D16A7325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2B4E0-FAC9-1BAE-9667-0EB1706DE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B64F6-7C71-B4FE-F741-5E7B986D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F4E53-F668-6FE1-276A-ABA5A89D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1F39F-3E37-2F10-173A-15947DFE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9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12A3B-0202-1BC9-815A-C27C8FC40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9E78A-7E39-D987-A6D7-8F3678B73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B3CB6-0FE7-7BA3-D165-D693C1010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336B2-7162-5A11-49D6-C602CEE8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FAC41-BD3A-04D9-4C69-430E73B8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ECE9FF-2800-22F0-4EF3-506080A14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23B84-EC5B-3F4B-6CDB-0C69EE21F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081B-2C22-032E-E30D-3308C0AD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0812F-DB16-61C6-4AAB-DCA1E89F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2523B-15FF-CB21-553A-C87F472F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7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91DB5-48C8-4731-518C-D26F4B94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5685B-509C-7B1D-2581-16B53D9F2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AF7D-5432-C0C3-CB04-5881AE95E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B3E1E-2B9D-5644-8AD8-A086560F1486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9C9CC-C902-26A1-0688-763B42CDA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D807E-6099-ADE1-445A-2F8646F4C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33.png"/><Relationship Id="rId3" Type="http://schemas.openxmlformats.org/officeDocument/2006/relationships/image" Target="../media/image2810.png"/><Relationship Id="rId7" Type="http://schemas.openxmlformats.org/officeDocument/2006/relationships/image" Target="../media/image30.png"/><Relationship Id="rId12" Type="http://schemas.openxmlformats.org/officeDocument/2006/relationships/customXml" Target="../ink/ink7.xm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5" Type="http://schemas.openxmlformats.org/officeDocument/2006/relationships/image" Target="../media/image34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31.png"/><Relationship Id="rId1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36.png"/><Relationship Id="rId4" Type="http://schemas.openxmlformats.org/officeDocument/2006/relationships/customXml" Target="../ink/ink10.xml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1.xml"/><Relationship Id="rId21" Type="http://schemas.openxmlformats.org/officeDocument/2006/relationships/customXml" Target="../ink/ink23.xml"/><Relationship Id="rId42" Type="http://schemas.openxmlformats.org/officeDocument/2006/relationships/image" Target="../media/image58.png"/><Relationship Id="rId63" Type="http://schemas.openxmlformats.org/officeDocument/2006/relationships/customXml" Target="../ink/ink44.xml"/><Relationship Id="rId84" Type="http://schemas.openxmlformats.org/officeDocument/2006/relationships/image" Target="../media/image79.png"/><Relationship Id="rId138" Type="http://schemas.openxmlformats.org/officeDocument/2006/relationships/image" Target="../media/image106.png"/><Relationship Id="rId159" Type="http://schemas.openxmlformats.org/officeDocument/2006/relationships/customXml" Target="../ink/ink92.xml"/><Relationship Id="rId170" Type="http://schemas.openxmlformats.org/officeDocument/2006/relationships/image" Target="../media/image122.png"/><Relationship Id="rId191" Type="http://schemas.openxmlformats.org/officeDocument/2006/relationships/customXml" Target="../ink/ink108.xml"/><Relationship Id="rId205" Type="http://schemas.openxmlformats.org/officeDocument/2006/relationships/customXml" Target="../ink/ink115.xml"/><Relationship Id="rId226" Type="http://schemas.openxmlformats.org/officeDocument/2006/relationships/image" Target="../media/image150.png"/><Relationship Id="rId107" Type="http://schemas.openxmlformats.org/officeDocument/2006/relationships/customXml" Target="../ink/ink66.xml"/><Relationship Id="rId11" Type="http://schemas.openxmlformats.org/officeDocument/2006/relationships/customXml" Target="../ink/ink18.xml"/><Relationship Id="rId32" Type="http://schemas.openxmlformats.org/officeDocument/2006/relationships/image" Target="../media/image53.png"/><Relationship Id="rId53" Type="http://schemas.openxmlformats.org/officeDocument/2006/relationships/customXml" Target="../ink/ink39.xml"/><Relationship Id="rId74" Type="http://schemas.openxmlformats.org/officeDocument/2006/relationships/image" Target="../media/image74.png"/><Relationship Id="rId128" Type="http://schemas.openxmlformats.org/officeDocument/2006/relationships/image" Target="../media/image101.png"/><Relationship Id="rId149" Type="http://schemas.openxmlformats.org/officeDocument/2006/relationships/customXml" Target="../ink/ink87.xml"/><Relationship Id="rId5" Type="http://schemas.openxmlformats.org/officeDocument/2006/relationships/image" Target="../media/image40.png"/><Relationship Id="rId95" Type="http://schemas.openxmlformats.org/officeDocument/2006/relationships/customXml" Target="../ink/ink60.xml"/><Relationship Id="rId160" Type="http://schemas.openxmlformats.org/officeDocument/2006/relationships/image" Target="../media/image117.png"/><Relationship Id="rId181" Type="http://schemas.openxmlformats.org/officeDocument/2006/relationships/customXml" Target="../ink/ink103.xml"/><Relationship Id="rId216" Type="http://schemas.openxmlformats.org/officeDocument/2006/relationships/image" Target="../media/image145.png"/><Relationship Id="rId22" Type="http://schemas.openxmlformats.org/officeDocument/2006/relationships/image" Target="../media/image48.png"/><Relationship Id="rId43" Type="http://schemas.openxmlformats.org/officeDocument/2006/relationships/customXml" Target="../ink/ink34.xml"/><Relationship Id="rId64" Type="http://schemas.openxmlformats.org/officeDocument/2006/relationships/image" Target="../media/image69.png"/><Relationship Id="rId118" Type="http://schemas.openxmlformats.org/officeDocument/2006/relationships/image" Target="../media/image96.png"/><Relationship Id="rId139" Type="http://schemas.openxmlformats.org/officeDocument/2006/relationships/customXml" Target="../ink/ink82.xml"/><Relationship Id="rId85" Type="http://schemas.openxmlformats.org/officeDocument/2006/relationships/customXml" Target="../ink/ink55.xml"/><Relationship Id="rId150" Type="http://schemas.openxmlformats.org/officeDocument/2006/relationships/image" Target="../media/image112.png"/><Relationship Id="rId171" Type="http://schemas.openxmlformats.org/officeDocument/2006/relationships/customXml" Target="../ink/ink98.xml"/><Relationship Id="rId192" Type="http://schemas.openxmlformats.org/officeDocument/2006/relationships/image" Target="../media/image133.png"/><Relationship Id="rId206" Type="http://schemas.openxmlformats.org/officeDocument/2006/relationships/image" Target="../media/image140.png"/><Relationship Id="rId227" Type="http://schemas.openxmlformats.org/officeDocument/2006/relationships/customXml" Target="../ink/ink126.xml"/><Relationship Id="rId12" Type="http://schemas.openxmlformats.org/officeDocument/2006/relationships/image" Target="../media/image43.png"/><Relationship Id="rId33" Type="http://schemas.openxmlformats.org/officeDocument/2006/relationships/customXml" Target="../ink/ink29.xml"/><Relationship Id="rId108" Type="http://schemas.openxmlformats.org/officeDocument/2006/relationships/image" Target="../media/image91.png"/><Relationship Id="rId129" Type="http://schemas.openxmlformats.org/officeDocument/2006/relationships/customXml" Target="../ink/ink77.xml"/><Relationship Id="rId54" Type="http://schemas.openxmlformats.org/officeDocument/2006/relationships/image" Target="../media/image64.png"/><Relationship Id="rId75" Type="http://schemas.openxmlformats.org/officeDocument/2006/relationships/customXml" Target="../ink/ink50.xml"/><Relationship Id="rId96" Type="http://schemas.openxmlformats.org/officeDocument/2006/relationships/image" Target="../media/image85.png"/><Relationship Id="rId140" Type="http://schemas.openxmlformats.org/officeDocument/2006/relationships/image" Target="../media/image107.png"/><Relationship Id="rId161" Type="http://schemas.openxmlformats.org/officeDocument/2006/relationships/customXml" Target="../ink/ink93.xml"/><Relationship Id="rId182" Type="http://schemas.openxmlformats.org/officeDocument/2006/relationships/image" Target="../media/image128.png"/><Relationship Id="rId217" Type="http://schemas.openxmlformats.org/officeDocument/2006/relationships/customXml" Target="../ink/ink121.xml"/><Relationship Id="rId6" Type="http://schemas.openxmlformats.org/officeDocument/2006/relationships/customXml" Target="../ink/ink15.xml"/><Relationship Id="rId23" Type="http://schemas.openxmlformats.org/officeDocument/2006/relationships/customXml" Target="../ink/ink24.xml"/><Relationship Id="rId119" Type="http://schemas.openxmlformats.org/officeDocument/2006/relationships/customXml" Target="../ink/ink72.xml"/><Relationship Id="rId44" Type="http://schemas.openxmlformats.org/officeDocument/2006/relationships/image" Target="../media/image59.png"/><Relationship Id="rId65" Type="http://schemas.openxmlformats.org/officeDocument/2006/relationships/customXml" Target="../ink/ink45.xml"/><Relationship Id="rId86" Type="http://schemas.openxmlformats.org/officeDocument/2006/relationships/image" Target="../media/image80.png"/><Relationship Id="rId130" Type="http://schemas.openxmlformats.org/officeDocument/2006/relationships/image" Target="../media/image102.png"/><Relationship Id="rId151" Type="http://schemas.openxmlformats.org/officeDocument/2006/relationships/customXml" Target="../ink/ink88.xml"/><Relationship Id="rId172" Type="http://schemas.openxmlformats.org/officeDocument/2006/relationships/image" Target="../media/image123.png"/><Relationship Id="rId193" Type="http://schemas.openxmlformats.org/officeDocument/2006/relationships/customXml" Target="../ink/ink109.xml"/><Relationship Id="rId207" Type="http://schemas.openxmlformats.org/officeDocument/2006/relationships/customXml" Target="../ink/ink116.xml"/><Relationship Id="rId228" Type="http://schemas.openxmlformats.org/officeDocument/2006/relationships/image" Target="../media/image151.png"/><Relationship Id="rId13" Type="http://schemas.openxmlformats.org/officeDocument/2006/relationships/customXml" Target="../ink/ink19.xml"/><Relationship Id="rId109" Type="http://schemas.openxmlformats.org/officeDocument/2006/relationships/customXml" Target="../ink/ink67.xml"/><Relationship Id="rId34" Type="http://schemas.openxmlformats.org/officeDocument/2006/relationships/image" Target="../media/image54.png"/><Relationship Id="rId55" Type="http://schemas.openxmlformats.org/officeDocument/2006/relationships/customXml" Target="../ink/ink40.xml"/><Relationship Id="rId76" Type="http://schemas.openxmlformats.org/officeDocument/2006/relationships/image" Target="../media/image75.png"/><Relationship Id="rId97" Type="http://schemas.openxmlformats.org/officeDocument/2006/relationships/customXml" Target="../ink/ink61.xml"/><Relationship Id="rId120" Type="http://schemas.openxmlformats.org/officeDocument/2006/relationships/image" Target="../media/image97.png"/><Relationship Id="rId141" Type="http://schemas.openxmlformats.org/officeDocument/2006/relationships/customXml" Target="../ink/ink83.xml"/><Relationship Id="rId7" Type="http://schemas.openxmlformats.org/officeDocument/2006/relationships/image" Target="../media/image41.png"/><Relationship Id="rId162" Type="http://schemas.openxmlformats.org/officeDocument/2006/relationships/image" Target="../media/image118.png"/><Relationship Id="rId183" Type="http://schemas.openxmlformats.org/officeDocument/2006/relationships/customXml" Target="../ink/ink104.xml"/><Relationship Id="rId218" Type="http://schemas.openxmlformats.org/officeDocument/2006/relationships/image" Target="../media/image146.png"/><Relationship Id="rId24" Type="http://schemas.openxmlformats.org/officeDocument/2006/relationships/image" Target="../media/image49.png"/><Relationship Id="rId45" Type="http://schemas.openxmlformats.org/officeDocument/2006/relationships/customXml" Target="../ink/ink35.xml"/><Relationship Id="rId66" Type="http://schemas.openxmlformats.org/officeDocument/2006/relationships/image" Target="../media/image70.png"/><Relationship Id="rId87" Type="http://schemas.openxmlformats.org/officeDocument/2006/relationships/customXml" Target="../ink/ink56.xml"/><Relationship Id="rId110" Type="http://schemas.openxmlformats.org/officeDocument/2006/relationships/image" Target="../media/image92.png"/><Relationship Id="rId131" Type="http://schemas.openxmlformats.org/officeDocument/2006/relationships/customXml" Target="../ink/ink78.xml"/><Relationship Id="rId152" Type="http://schemas.openxmlformats.org/officeDocument/2006/relationships/image" Target="../media/image113.png"/><Relationship Id="rId173" Type="http://schemas.openxmlformats.org/officeDocument/2006/relationships/customXml" Target="../ink/ink99.xml"/><Relationship Id="rId194" Type="http://schemas.openxmlformats.org/officeDocument/2006/relationships/image" Target="../media/image134.png"/><Relationship Id="rId208" Type="http://schemas.openxmlformats.org/officeDocument/2006/relationships/image" Target="../media/image141.png"/><Relationship Id="rId229" Type="http://schemas.openxmlformats.org/officeDocument/2006/relationships/customXml" Target="../ink/ink127.xml"/><Relationship Id="rId14" Type="http://schemas.openxmlformats.org/officeDocument/2006/relationships/image" Target="../media/image44.png"/><Relationship Id="rId35" Type="http://schemas.openxmlformats.org/officeDocument/2006/relationships/customXml" Target="../ink/ink30.xml"/><Relationship Id="rId56" Type="http://schemas.openxmlformats.org/officeDocument/2006/relationships/image" Target="../media/image65.png"/><Relationship Id="rId77" Type="http://schemas.openxmlformats.org/officeDocument/2006/relationships/customXml" Target="../ink/ink51.xml"/><Relationship Id="rId100" Type="http://schemas.openxmlformats.org/officeDocument/2006/relationships/image" Target="../media/image87.png"/><Relationship Id="rId8" Type="http://schemas.openxmlformats.org/officeDocument/2006/relationships/customXml" Target="../ink/ink16.xml"/><Relationship Id="rId98" Type="http://schemas.openxmlformats.org/officeDocument/2006/relationships/image" Target="../media/image86.png"/><Relationship Id="rId121" Type="http://schemas.openxmlformats.org/officeDocument/2006/relationships/customXml" Target="../ink/ink73.xml"/><Relationship Id="rId142" Type="http://schemas.openxmlformats.org/officeDocument/2006/relationships/image" Target="../media/image108.png"/><Relationship Id="rId163" Type="http://schemas.openxmlformats.org/officeDocument/2006/relationships/customXml" Target="../ink/ink94.xml"/><Relationship Id="rId184" Type="http://schemas.openxmlformats.org/officeDocument/2006/relationships/image" Target="../media/image129.png"/><Relationship Id="rId219" Type="http://schemas.openxmlformats.org/officeDocument/2006/relationships/customXml" Target="../ink/ink122.xml"/><Relationship Id="rId230" Type="http://schemas.openxmlformats.org/officeDocument/2006/relationships/image" Target="../media/image152.png"/><Relationship Id="rId25" Type="http://schemas.openxmlformats.org/officeDocument/2006/relationships/customXml" Target="../ink/ink25.xml"/><Relationship Id="rId46" Type="http://schemas.openxmlformats.org/officeDocument/2006/relationships/image" Target="../media/image60.png"/><Relationship Id="rId67" Type="http://schemas.openxmlformats.org/officeDocument/2006/relationships/customXml" Target="../ink/ink46.xml"/><Relationship Id="rId116" Type="http://schemas.openxmlformats.org/officeDocument/2006/relationships/image" Target="../media/image95.png"/><Relationship Id="rId137" Type="http://schemas.openxmlformats.org/officeDocument/2006/relationships/customXml" Target="../ink/ink81.xml"/><Relationship Id="rId158" Type="http://schemas.openxmlformats.org/officeDocument/2006/relationships/image" Target="../media/image116.png"/><Relationship Id="rId20" Type="http://schemas.openxmlformats.org/officeDocument/2006/relationships/image" Target="../media/image47.png"/><Relationship Id="rId41" Type="http://schemas.openxmlformats.org/officeDocument/2006/relationships/customXml" Target="../ink/ink33.xml"/><Relationship Id="rId62" Type="http://schemas.openxmlformats.org/officeDocument/2006/relationships/image" Target="../media/image68.png"/><Relationship Id="rId83" Type="http://schemas.openxmlformats.org/officeDocument/2006/relationships/customXml" Target="../ink/ink54.xml"/><Relationship Id="rId88" Type="http://schemas.openxmlformats.org/officeDocument/2006/relationships/image" Target="../media/image81.png"/><Relationship Id="rId111" Type="http://schemas.openxmlformats.org/officeDocument/2006/relationships/customXml" Target="../ink/ink68.xml"/><Relationship Id="rId132" Type="http://schemas.openxmlformats.org/officeDocument/2006/relationships/image" Target="../media/image103.png"/><Relationship Id="rId153" Type="http://schemas.openxmlformats.org/officeDocument/2006/relationships/customXml" Target="../ink/ink89.xml"/><Relationship Id="rId174" Type="http://schemas.openxmlformats.org/officeDocument/2006/relationships/image" Target="../media/image124.png"/><Relationship Id="rId179" Type="http://schemas.openxmlformats.org/officeDocument/2006/relationships/customXml" Target="../ink/ink102.xml"/><Relationship Id="rId195" Type="http://schemas.openxmlformats.org/officeDocument/2006/relationships/customXml" Target="../ink/ink110.xml"/><Relationship Id="rId209" Type="http://schemas.openxmlformats.org/officeDocument/2006/relationships/customXml" Target="../ink/ink117.xml"/><Relationship Id="rId190" Type="http://schemas.openxmlformats.org/officeDocument/2006/relationships/image" Target="../media/image132.png"/><Relationship Id="rId204" Type="http://schemas.openxmlformats.org/officeDocument/2006/relationships/image" Target="../media/image139.png"/><Relationship Id="rId220" Type="http://schemas.openxmlformats.org/officeDocument/2006/relationships/image" Target="../media/image147.png"/><Relationship Id="rId225" Type="http://schemas.openxmlformats.org/officeDocument/2006/relationships/customXml" Target="../ink/ink125.xml"/><Relationship Id="rId15" Type="http://schemas.openxmlformats.org/officeDocument/2006/relationships/customXml" Target="../ink/ink20.xml"/><Relationship Id="rId36" Type="http://schemas.openxmlformats.org/officeDocument/2006/relationships/image" Target="../media/image55.png"/><Relationship Id="rId57" Type="http://schemas.openxmlformats.org/officeDocument/2006/relationships/customXml" Target="../ink/ink41.xml"/><Relationship Id="rId106" Type="http://schemas.openxmlformats.org/officeDocument/2006/relationships/image" Target="../media/image90.png"/><Relationship Id="rId127" Type="http://schemas.openxmlformats.org/officeDocument/2006/relationships/customXml" Target="../ink/ink76.xml"/><Relationship Id="rId10" Type="http://schemas.openxmlformats.org/officeDocument/2006/relationships/customXml" Target="../ink/ink17.xml"/><Relationship Id="rId31" Type="http://schemas.openxmlformats.org/officeDocument/2006/relationships/customXml" Target="../ink/ink28.xml"/><Relationship Id="rId52" Type="http://schemas.openxmlformats.org/officeDocument/2006/relationships/image" Target="../media/image63.png"/><Relationship Id="rId73" Type="http://schemas.openxmlformats.org/officeDocument/2006/relationships/customXml" Target="../ink/ink49.xml"/><Relationship Id="rId78" Type="http://schemas.openxmlformats.org/officeDocument/2006/relationships/image" Target="../media/image76.png"/><Relationship Id="rId94" Type="http://schemas.openxmlformats.org/officeDocument/2006/relationships/image" Target="../media/image84.png"/><Relationship Id="rId99" Type="http://schemas.openxmlformats.org/officeDocument/2006/relationships/customXml" Target="../ink/ink62.xml"/><Relationship Id="rId101" Type="http://schemas.openxmlformats.org/officeDocument/2006/relationships/customXml" Target="../ink/ink63.xml"/><Relationship Id="rId122" Type="http://schemas.openxmlformats.org/officeDocument/2006/relationships/image" Target="../media/image98.png"/><Relationship Id="rId143" Type="http://schemas.openxmlformats.org/officeDocument/2006/relationships/customXml" Target="../ink/ink84.xml"/><Relationship Id="rId148" Type="http://schemas.openxmlformats.org/officeDocument/2006/relationships/image" Target="../media/image111.png"/><Relationship Id="rId164" Type="http://schemas.openxmlformats.org/officeDocument/2006/relationships/image" Target="../media/image119.png"/><Relationship Id="rId169" Type="http://schemas.openxmlformats.org/officeDocument/2006/relationships/customXml" Target="../ink/ink97.xml"/><Relationship Id="rId185" Type="http://schemas.openxmlformats.org/officeDocument/2006/relationships/customXml" Target="../ink/ink105.xml"/><Relationship Id="rId4" Type="http://schemas.openxmlformats.org/officeDocument/2006/relationships/customXml" Target="../ink/ink14.xml"/><Relationship Id="rId9" Type="http://schemas.openxmlformats.org/officeDocument/2006/relationships/image" Target="../media/image42.png"/><Relationship Id="rId180" Type="http://schemas.openxmlformats.org/officeDocument/2006/relationships/image" Target="../media/image127.png"/><Relationship Id="rId210" Type="http://schemas.openxmlformats.org/officeDocument/2006/relationships/image" Target="../media/image142.png"/><Relationship Id="rId215" Type="http://schemas.openxmlformats.org/officeDocument/2006/relationships/customXml" Target="../ink/ink120.xml"/><Relationship Id="rId26" Type="http://schemas.openxmlformats.org/officeDocument/2006/relationships/image" Target="../media/image50.png"/><Relationship Id="rId47" Type="http://schemas.openxmlformats.org/officeDocument/2006/relationships/customXml" Target="../ink/ink36.xml"/><Relationship Id="rId68" Type="http://schemas.openxmlformats.org/officeDocument/2006/relationships/image" Target="../media/image71.png"/><Relationship Id="rId89" Type="http://schemas.openxmlformats.org/officeDocument/2006/relationships/customXml" Target="../ink/ink57.xml"/><Relationship Id="rId112" Type="http://schemas.openxmlformats.org/officeDocument/2006/relationships/image" Target="../media/image93.png"/><Relationship Id="rId133" Type="http://schemas.openxmlformats.org/officeDocument/2006/relationships/customXml" Target="../ink/ink79.xml"/><Relationship Id="rId154" Type="http://schemas.openxmlformats.org/officeDocument/2006/relationships/image" Target="../media/image114.png"/><Relationship Id="rId175" Type="http://schemas.openxmlformats.org/officeDocument/2006/relationships/customXml" Target="../ink/ink100.xml"/><Relationship Id="rId196" Type="http://schemas.openxmlformats.org/officeDocument/2006/relationships/image" Target="../media/image135.png"/><Relationship Id="rId200" Type="http://schemas.openxmlformats.org/officeDocument/2006/relationships/image" Target="../media/image137.png"/><Relationship Id="rId16" Type="http://schemas.openxmlformats.org/officeDocument/2006/relationships/image" Target="../media/image45.png"/><Relationship Id="rId221" Type="http://schemas.openxmlformats.org/officeDocument/2006/relationships/customXml" Target="../ink/ink123.xml"/><Relationship Id="rId37" Type="http://schemas.openxmlformats.org/officeDocument/2006/relationships/customXml" Target="../ink/ink31.xml"/><Relationship Id="rId58" Type="http://schemas.openxmlformats.org/officeDocument/2006/relationships/image" Target="../media/image66.png"/><Relationship Id="rId79" Type="http://schemas.openxmlformats.org/officeDocument/2006/relationships/customXml" Target="../ink/ink52.xml"/><Relationship Id="rId102" Type="http://schemas.openxmlformats.org/officeDocument/2006/relationships/image" Target="../media/image88.png"/><Relationship Id="rId123" Type="http://schemas.openxmlformats.org/officeDocument/2006/relationships/customXml" Target="../ink/ink74.xml"/><Relationship Id="rId144" Type="http://schemas.openxmlformats.org/officeDocument/2006/relationships/image" Target="../media/image109.png"/><Relationship Id="rId90" Type="http://schemas.openxmlformats.org/officeDocument/2006/relationships/image" Target="../media/image82.png"/><Relationship Id="rId165" Type="http://schemas.openxmlformats.org/officeDocument/2006/relationships/customXml" Target="../ink/ink95.xml"/><Relationship Id="rId186" Type="http://schemas.openxmlformats.org/officeDocument/2006/relationships/image" Target="../media/image130.png"/><Relationship Id="rId211" Type="http://schemas.openxmlformats.org/officeDocument/2006/relationships/customXml" Target="../ink/ink118.xml"/><Relationship Id="rId27" Type="http://schemas.openxmlformats.org/officeDocument/2006/relationships/customXml" Target="../ink/ink26.xml"/><Relationship Id="rId48" Type="http://schemas.openxmlformats.org/officeDocument/2006/relationships/image" Target="../media/image61.png"/><Relationship Id="rId69" Type="http://schemas.openxmlformats.org/officeDocument/2006/relationships/customXml" Target="../ink/ink47.xml"/><Relationship Id="rId113" Type="http://schemas.openxmlformats.org/officeDocument/2006/relationships/customXml" Target="../ink/ink69.xml"/><Relationship Id="rId134" Type="http://schemas.openxmlformats.org/officeDocument/2006/relationships/image" Target="../media/image104.png"/><Relationship Id="rId80" Type="http://schemas.openxmlformats.org/officeDocument/2006/relationships/image" Target="../media/image77.png"/><Relationship Id="rId155" Type="http://schemas.openxmlformats.org/officeDocument/2006/relationships/customXml" Target="../ink/ink90.xml"/><Relationship Id="rId176" Type="http://schemas.openxmlformats.org/officeDocument/2006/relationships/image" Target="../media/image125.png"/><Relationship Id="rId197" Type="http://schemas.openxmlformats.org/officeDocument/2006/relationships/customXml" Target="../ink/ink111.xml"/><Relationship Id="rId201" Type="http://schemas.openxmlformats.org/officeDocument/2006/relationships/customXml" Target="../ink/ink113.xml"/><Relationship Id="rId222" Type="http://schemas.openxmlformats.org/officeDocument/2006/relationships/image" Target="../media/image148.png"/><Relationship Id="rId17" Type="http://schemas.openxmlformats.org/officeDocument/2006/relationships/customXml" Target="../ink/ink21.xml"/><Relationship Id="rId38" Type="http://schemas.openxmlformats.org/officeDocument/2006/relationships/image" Target="../media/image56.png"/><Relationship Id="rId59" Type="http://schemas.openxmlformats.org/officeDocument/2006/relationships/customXml" Target="../ink/ink42.xml"/><Relationship Id="rId103" Type="http://schemas.openxmlformats.org/officeDocument/2006/relationships/customXml" Target="../ink/ink64.xml"/><Relationship Id="rId124" Type="http://schemas.openxmlformats.org/officeDocument/2006/relationships/image" Target="../media/image99.png"/><Relationship Id="rId70" Type="http://schemas.openxmlformats.org/officeDocument/2006/relationships/image" Target="../media/image72.png"/><Relationship Id="rId91" Type="http://schemas.openxmlformats.org/officeDocument/2006/relationships/customXml" Target="../ink/ink58.xml"/><Relationship Id="rId145" Type="http://schemas.openxmlformats.org/officeDocument/2006/relationships/customXml" Target="../ink/ink85.xml"/><Relationship Id="rId166" Type="http://schemas.openxmlformats.org/officeDocument/2006/relationships/image" Target="../media/image120.png"/><Relationship Id="rId187" Type="http://schemas.openxmlformats.org/officeDocument/2006/relationships/customXml" Target="../ink/ink10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43.png"/><Relationship Id="rId28" Type="http://schemas.openxmlformats.org/officeDocument/2006/relationships/image" Target="../media/image51.png"/><Relationship Id="rId49" Type="http://schemas.openxmlformats.org/officeDocument/2006/relationships/customXml" Target="../ink/ink37.xml"/><Relationship Id="rId114" Type="http://schemas.openxmlformats.org/officeDocument/2006/relationships/image" Target="../media/image94.png"/><Relationship Id="rId60" Type="http://schemas.openxmlformats.org/officeDocument/2006/relationships/image" Target="../media/image67.png"/><Relationship Id="rId81" Type="http://schemas.openxmlformats.org/officeDocument/2006/relationships/customXml" Target="../ink/ink53.xml"/><Relationship Id="rId135" Type="http://schemas.openxmlformats.org/officeDocument/2006/relationships/customXml" Target="../ink/ink80.xml"/><Relationship Id="rId156" Type="http://schemas.openxmlformats.org/officeDocument/2006/relationships/image" Target="../media/image115.png"/><Relationship Id="rId177" Type="http://schemas.openxmlformats.org/officeDocument/2006/relationships/customXml" Target="../ink/ink101.xml"/><Relationship Id="rId198" Type="http://schemas.openxmlformats.org/officeDocument/2006/relationships/image" Target="../media/image136.png"/><Relationship Id="rId202" Type="http://schemas.openxmlformats.org/officeDocument/2006/relationships/image" Target="../media/image138.png"/><Relationship Id="rId223" Type="http://schemas.openxmlformats.org/officeDocument/2006/relationships/customXml" Target="../ink/ink124.xml"/><Relationship Id="rId18" Type="http://schemas.openxmlformats.org/officeDocument/2006/relationships/image" Target="../media/image46.png"/><Relationship Id="rId39" Type="http://schemas.openxmlformats.org/officeDocument/2006/relationships/customXml" Target="../ink/ink32.xml"/><Relationship Id="rId50" Type="http://schemas.openxmlformats.org/officeDocument/2006/relationships/image" Target="../media/image62.png"/><Relationship Id="rId104" Type="http://schemas.openxmlformats.org/officeDocument/2006/relationships/image" Target="../media/image89.png"/><Relationship Id="rId125" Type="http://schemas.openxmlformats.org/officeDocument/2006/relationships/customXml" Target="../ink/ink75.xml"/><Relationship Id="rId146" Type="http://schemas.openxmlformats.org/officeDocument/2006/relationships/image" Target="../media/image110.png"/><Relationship Id="rId167" Type="http://schemas.openxmlformats.org/officeDocument/2006/relationships/customXml" Target="../ink/ink96.xml"/><Relationship Id="rId188" Type="http://schemas.openxmlformats.org/officeDocument/2006/relationships/image" Target="../media/image131.png"/><Relationship Id="rId71" Type="http://schemas.openxmlformats.org/officeDocument/2006/relationships/customXml" Target="../ink/ink48.xml"/><Relationship Id="rId92" Type="http://schemas.openxmlformats.org/officeDocument/2006/relationships/image" Target="../media/image83.png"/><Relationship Id="rId213" Type="http://schemas.openxmlformats.org/officeDocument/2006/relationships/customXml" Target="../ink/ink119.xml"/><Relationship Id="rId2" Type="http://schemas.openxmlformats.org/officeDocument/2006/relationships/customXml" Target="../ink/ink13.xml"/><Relationship Id="rId29" Type="http://schemas.openxmlformats.org/officeDocument/2006/relationships/customXml" Target="../ink/ink27.xml"/><Relationship Id="rId40" Type="http://schemas.openxmlformats.org/officeDocument/2006/relationships/image" Target="../media/image57.png"/><Relationship Id="rId115" Type="http://schemas.openxmlformats.org/officeDocument/2006/relationships/customXml" Target="../ink/ink70.xml"/><Relationship Id="rId136" Type="http://schemas.openxmlformats.org/officeDocument/2006/relationships/image" Target="../media/image105.png"/><Relationship Id="rId157" Type="http://schemas.openxmlformats.org/officeDocument/2006/relationships/customXml" Target="../ink/ink91.xml"/><Relationship Id="rId178" Type="http://schemas.openxmlformats.org/officeDocument/2006/relationships/image" Target="../media/image126.png"/><Relationship Id="rId61" Type="http://schemas.openxmlformats.org/officeDocument/2006/relationships/customXml" Target="../ink/ink43.xml"/><Relationship Id="rId82" Type="http://schemas.openxmlformats.org/officeDocument/2006/relationships/image" Target="../media/image78.png"/><Relationship Id="rId199" Type="http://schemas.openxmlformats.org/officeDocument/2006/relationships/customXml" Target="../ink/ink112.xml"/><Relationship Id="rId203" Type="http://schemas.openxmlformats.org/officeDocument/2006/relationships/customXml" Target="../ink/ink114.xml"/><Relationship Id="rId19" Type="http://schemas.openxmlformats.org/officeDocument/2006/relationships/customXml" Target="../ink/ink22.xml"/><Relationship Id="rId224" Type="http://schemas.openxmlformats.org/officeDocument/2006/relationships/image" Target="../media/image149.png"/><Relationship Id="rId30" Type="http://schemas.openxmlformats.org/officeDocument/2006/relationships/image" Target="../media/image52.png"/><Relationship Id="rId105" Type="http://schemas.openxmlformats.org/officeDocument/2006/relationships/customXml" Target="../ink/ink65.xml"/><Relationship Id="rId126" Type="http://schemas.openxmlformats.org/officeDocument/2006/relationships/image" Target="../media/image100.png"/><Relationship Id="rId147" Type="http://schemas.openxmlformats.org/officeDocument/2006/relationships/customXml" Target="../ink/ink86.xml"/><Relationship Id="rId168" Type="http://schemas.openxmlformats.org/officeDocument/2006/relationships/image" Target="../media/image121.png"/><Relationship Id="rId51" Type="http://schemas.openxmlformats.org/officeDocument/2006/relationships/customXml" Target="../ink/ink38.xml"/><Relationship Id="rId72" Type="http://schemas.openxmlformats.org/officeDocument/2006/relationships/image" Target="../media/image73.png"/><Relationship Id="rId93" Type="http://schemas.openxmlformats.org/officeDocument/2006/relationships/customXml" Target="../ink/ink59.xml"/><Relationship Id="rId189" Type="http://schemas.openxmlformats.org/officeDocument/2006/relationships/customXml" Target="../ink/ink107.xml"/><Relationship Id="rId3" Type="http://schemas.openxmlformats.org/officeDocument/2006/relationships/image" Target="../media/image39.png"/><Relationship Id="rId214" Type="http://schemas.openxmlformats.org/officeDocument/2006/relationships/image" Target="../media/image144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9.png"/><Relationship Id="rId21" Type="http://schemas.openxmlformats.org/officeDocument/2006/relationships/image" Target="../media/image162.png"/><Relationship Id="rId42" Type="http://schemas.openxmlformats.org/officeDocument/2006/relationships/customXml" Target="../ink/ink148.xml"/><Relationship Id="rId63" Type="http://schemas.openxmlformats.org/officeDocument/2006/relationships/image" Target="../media/image182.png"/><Relationship Id="rId84" Type="http://schemas.openxmlformats.org/officeDocument/2006/relationships/customXml" Target="../ink/ink169.xml"/><Relationship Id="rId138" Type="http://schemas.openxmlformats.org/officeDocument/2006/relationships/customXml" Target="../ink/ink196.xml"/><Relationship Id="rId159" Type="http://schemas.openxmlformats.org/officeDocument/2006/relationships/image" Target="../media/image230.png"/><Relationship Id="rId170" Type="http://schemas.openxmlformats.org/officeDocument/2006/relationships/customXml" Target="../ink/ink212.xml"/><Relationship Id="rId191" Type="http://schemas.openxmlformats.org/officeDocument/2006/relationships/image" Target="../media/image245.png"/><Relationship Id="rId107" Type="http://schemas.openxmlformats.org/officeDocument/2006/relationships/image" Target="../media/image204.png"/><Relationship Id="rId11" Type="http://schemas.openxmlformats.org/officeDocument/2006/relationships/image" Target="../media/image157.png"/><Relationship Id="rId32" Type="http://schemas.openxmlformats.org/officeDocument/2006/relationships/customXml" Target="../ink/ink143.xml"/><Relationship Id="rId53" Type="http://schemas.openxmlformats.org/officeDocument/2006/relationships/image" Target="../media/image177.png"/><Relationship Id="rId74" Type="http://schemas.openxmlformats.org/officeDocument/2006/relationships/customXml" Target="../ink/ink164.xml"/><Relationship Id="rId128" Type="http://schemas.openxmlformats.org/officeDocument/2006/relationships/customXml" Target="../ink/ink191.xml"/><Relationship Id="rId149" Type="http://schemas.openxmlformats.org/officeDocument/2006/relationships/image" Target="../media/image225.png"/><Relationship Id="rId5" Type="http://schemas.openxmlformats.org/officeDocument/2006/relationships/image" Target="../media/image154.png"/><Relationship Id="rId95" Type="http://schemas.openxmlformats.org/officeDocument/2006/relationships/image" Target="../media/image198.png"/><Relationship Id="rId160" Type="http://schemas.openxmlformats.org/officeDocument/2006/relationships/customXml" Target="../ink/ink207.xml"/><Relationship Id="rId181" Type="http://schemas.openxmlformats.org/officeDocument/2006/relationships/image" Target="../media/image240.png"/><Relationship Id="rId22" Type="http://schemas.openxmlformats.org/officeDocument/2006/relationships/customXml" Target="../ink/ink138.xml"/><Relationship Id="rId43" Type="http://schemas.openxmlformats.org/officeDocument/2006/relationships/image" Target="../media/image173.png"/><Relationship Id="rId64" Type="http://schemas.openxmlformats.org/officeDocument/2006/relationships/customXml" Target="../ink/ink159.xml"/><Relationship Id="rId118" Type="http://schemas.openxmlformats.org/officeDocument/2006/relationships/customXml" Target="../ink/ink186.xml"/><Relationship Id="rId139" Type="http://schemas.openxmlformats.org/officeDocument/2006/relationships/image" Target="../media/image220.png"/><Relationship Id="rId85" Type="http://schemas.openxmlformats.org/officeDocument/2006/relationships/image" Target="../media/image193.png"/><Relationship Id="rId150" Type="http://schemas.openxmlformats.org/officeDocument/2006/relationships/customXml" Target="../ink/ink202.xml"/><Relationship Id="rId171" Type="http://schemas.openxmlformats.org/officeDocument/2006/relationships/image" Target="../media/image236.png"/><Relationship Id="rId192" Type="http://schemas.openxmlformats.org/officeDocument/2006/relationships/customXml" Target="../ink/ink223.xml"/><Relationship Id="rId12" Type="http://schemas.openxmlformats.org/officeDocument/2006/relationships/customXml" Target="../ink/ink133.xml"/><Relationship Id="rId33" Type="http://schemas.openxmlformats.org/officeDocument/2006/relationships/image" Target="../media/image168.png"/><Relationship Id="rId108" Type="http://schemas.openxmlformats.org/officeDocument/2006/relationships/customXml" Target="../ink/ink181.xml"/><Relationship Id="rId129" Type="http://schemas.openxmlformats.org/officeDocument/2006/relationships/image" Target="../media/image215.png"/><Relationship Id="rId54" Type="http://schemas.openxmlformats.org/officeDocument/2006/relationships/customXml" Target="../ink/ink154.xml"/><Relationship Id="rId75" Type="http://schemas.openxmlformats.org/officeDocument/2006/relationships/image" Target="../media/image188.png"/><Relationship Id="rId96" Type="http://schemas.openxmlformats.org/officeDocument/2006/relationships/customXml" Target="../ink/ink175.xml"/><Relationship Id="rId140" Type="http://schemas.openxmlformats.org/officeDocument/2006/relationships/customXml" Target="../ink/ink197.xml"/><Relationship Id="rId161" Type="http://schemas.openxmlformats.org/officeDocument/2006/relationships/image" Target="../media/image231.png"/><Relationship Id="rId182" Type="http://schemas.openxmlformats.org/officeDocument/2006/relationships/customXml" Target="../ink/ink218.xml"/><Relationship Id="rId6" Type="http://schemas.openxmlformats.org/officeDocument/2006/relationships/customXml" Target="../ink/ink130.xml"/><Relationship Id="rId23" Type="http://schemas.openxmlformats.org/officeDocument/2006/relationships/image" Target="../media/image163.png"/><Relationship Id="rId119" Type="http://schemas.openxmlformats.org/officeDocument/2006/relationships/image" Target="../media/image210.png"/><Relationship Id="rId44" Type="http://schemas.openxmlformats.org/officeDocument/2006/relationships/customXml" Target="../ink/ink149.xml"/><Relationship Id="rId65" Type="http://schemas.openxmlformats.org/officeDocument/2006/relationships/image" Target="../media/image183.png"/><Relationship Id="rId86" Type="http://schemas.openxmlformats.org/officeDocument/2006/relationships/customXml" Target="../ink/ink170.xml"/><Relationship Id="rId130" Type="http://schemas.openxmlformats.org/officeDocument/2006/relationships/customXml" Target="../ink/ink192.xml"/><Relationship Id="rId151" Type="http://schemas.openxmlformats.org/officeDocument/2006/relationships/image" Target="../media/image226.png"/><Relationship Id="rId172" Type="http://schemas.openxmlformats.org/officeDocument/2006/relationships/customXml" Target="../ink/ink213.xml"/><Relationship Id="rId193" Type="http://schemas.openxmlformats.org/officeDocument/2006/relationships/image" Target="../media/image246.png"/><Relationship Id="rId13" Type="http://schemas.openxmlformats.org/officeDocument/2006/relationships/image" Target="../media/image158.png"/><Relationship Id="rId109" Type="http://schemas.openxmlformats.org/officeDocument/2006/relationships/image" Target="../media/image205.png"/><Relationship Id="rId34" Type="http://schemas.openxmlformats.org/officeDocument/2006/relationships/customXml" Target="../ink/ink144.xml"/><Relationship Id="rId50" Type="http://schemas.openxmlformats.org/officeDocument/2006/relationships/customXml" Target="../ink/ink152.xml"/><Relationship Id="rId55" Type="http://schemas.openxmlformats.org/officeDocument/2006/relationships/image" Target="../media/image178.png"/><Relationship Id="rId76" Type="http://schemas.openxmlformats.org/officeDocument/2006/relationships/customXml" Target="../ink/ink165.xml"/><Relationship Id="rId97" Type="http://schemas.openxmlformats.org/officeDocument/2006/relationships/image" Target="../media/image199.png"/><Relationship Id="rId104" Type="http://schemas.openxmlformats.org/officeDocument/2006/relationships/customXml" Target="../ink/ink179.xml"/><Relationship Id="rId120" Type="http://schemas.openxmlformats.org/officeDocument/2006/relationships/customXml" Target="../ink/ink187.xml"/><Relationship Id="rId125" Type="http://schemas.openxmlformats.org/officeDocument/2006/relationships/image" Target="../media/image213.png"/><Relationship Id="rId141" Type="http://schemas.openxmlformats.org/officeDocument/2006/relationships/image" Target="../media/image221.png"/><Relationship Id="rId146" Type="http://schemas.openxmlformats.org/officeDocument/2006/relationships/customXml" Target="../ink/ink200.xml"/><Relationship Id="rId167" Type="http://schemas.openxmlformats.org/officeDocument/2006/relationships/image" Target="../media/image234.png"/><Relationship Id="rId188" Type="http://schemas.openxmlformats.org/officeDocument/2006/relationships/customXml" Target="../ink/ink221.xml"/><Relationship Id="rId7" Type="http://schemas.openxmlformats.org/officeDocument/2006/relationships/image" Target="../media/image155.png"/><Relationship Id="rId71" Type="http://schemas.openxmlformats.org/officeDocument/2006/relationships/image" Target="../media/image186.png"/><Relationship Id="rId92" Type="http://schemas.openxmlformats.org/officeDocument/2006/relationships/customXml" Target="../ink/ink173.xml"/><Relationship Id="rId162" Type="http://schemas.openxmlformats.org/officeDocument/2006/relationships/customXml" Target="../ink/ink208.xml"/><Relationship Id="rId183" Type="http://schemas.openxmlformats.org/officeDocument/2006/relationships/image" Target="../media/image241.png"/><Relationship Id="rId2" Type="http://schemas.openxmlformats.org/officeDocument/2006/relationships/customXml" Target="../ink/ink128.xml"/><Relationship Id="rId29" Type="http://schemas.openxmlformats.org/officeDocument/2006/relationships/image" Target="../media/image166.png"/><Relationship Id="rId24" Type="http://schemas.openxmlformats.org/officeDocument/2006/relationships/customXml" Target="../ink/ink139.xml"/><Relationship Id="rId40" Type="http://schemas.openxmlformats.org/officeDocument/2006/relationships/customXml" Target="../ink/ink147.xml"/><Relationship Id="rId45" Type="http://schemas.openxmlformats.org/officeDocument/2006/relationships/image" Target="../media/image120.png"/><Relationship Id="rId66" Type="http://schemas.openxmlformats.org/officeDocument/2006/relationships/customXml" Target="../ink/ink160.xml"/><Relationship Id="rId87" Type="http://schemas.openxmlformats.org/officeDocument/2006/relationships/image" Target="../media/image194.png"/><Relationship Id="rId110" Type="http://schemas.openxmlformats.org/officeDocument/2006/relationships/customXml" Target="../ink/ink182.xml"/><Relationship Id="rId115" Type="http://schemas.openxmlformats.org/officeDocument/2006/relationships/image" Target="../media/image208.png"/><Relationship Id="rId131" Type="http://schemas.openxmlformats.org/officeDocument/2006/relationships/image" Target="../media/image216.png"/><Relationship Id="rId136" Type="http://schemas.openxmlformats.org/officeDocument/2006/relationships/customXml" Target="../ink/ink195.xml"/><Relationship Id="rId157" Type="http://schemas.openxmlformats.org/officeDocument/2006/relationships/image" Target="../media/image229.png"/><Relationship Id="rId178" Type="http://schemas.openxmlformats.org/officeDocument/2006/relationships/customXml" Target="../ink/ink216.xml"/><Relationship Id="rId61" Type="http://schemas.openxmlformats.org/officeDocument/2006/relationships/image" Target="../media/image181.png"/><Relationship Id="rId82" Type="http://schemas.openxmlformats.org/officeDocument/2006/relationships/customXml" Target="../ink/ink168.xml"/><Relationship Id="rId152" Type="http://schemas.openxmlformats.org/officeDocument/2006/relationships/customXml" Target="../ink/ink203.xml"/><Relationship Id="rId173" Type="http://schemas.openxmlformats.org/officeDocument/2006/relationships/image" Target="../media/image237.png"/><Relationship Id="rId194" Type="http://schemas.openxmlformats.org/officeDocument/2006/relationships/customXml" Target="../ink/ink224.xml"/><Relationship Id="rId19" Type="http://schemas.openxmlformats.org/officeDocument/2006/relationships/image" Target="../media/image161.png"/><Relationship Id="rId14" Type="http://schemas.openxmlformats.org/officeDocument/2006/relationships/customXml" Target="../ink/ink134.xml"/><Relationship Id="rId30" Type="http://schemas.openxmlformats.org/officeDocument/2006/relationships/customXml" Target="../ink/ink142.xml"/><Relationship Id="rId35" Type="http://schemas.openxmlformats.org/officeDocument/2006/relationships/image" Target="../media/image169.png"/><Relationship Id="rId56" Type="http://schemas.openxmlformats.org/officeDocument/2006/relationships/customXml" Target="../ink/ink155.xml"/><Relationship Id="rId77" Type="http://schemas.openxmlformats.org/officeDocument/2006/relationships/image" Target="../media/image189.png"/><Relationship Id="rId100" Type="http://schemas.openxmlformats.org/officeDocument/2006/relationships/customXml" Target="../ink/ink177.xml"/><Relationship Id="rId105" Type="http://schemas.openxmlformats.org/officeDocument/2006/relationships/image" Target="../media/image203.png"/><Relationship Id="rId126" Type="http://schemas.openxmlformats.org/officeDocument/2006/relationships/customXml" Target="../ink/ink190.xml"/><Relationship Id="rId147" Type="http://schemas.openxmlformats.org/officeDocument/2006/relationships/image" Target="../media/image224.png"/><Relationship Id="rId168" Type="http://schemas.openxmlformats.org/officeDocument/2006/relationships/customXml" Target="../ink/ink211.xml"/><Relationship Id="rId8" Type="http://schemas.openxmlformats.org/officeDocument/2006/relationships/customXml" Target="../ink/ink131.xml"/><Relationship Id="rId51" Type="http://schemas.openxmlformats.org/officeDocument/2006/relationships/image" Target="../media/image176.png"/><Relationship Id="rId72" Type="http://schemas.openxmlformats.org/officeDocument/2006/relationships/customXml" Target="../ink/ink163.xml"/><Relationship Id="rId93" Type="http://schemas.openxmlformats.org/officeDocument/2006/relationships/image" Target="../media/image197.png"/><Relationship Id="rId98" Type="http://schemas.openxmlformats.org/officeDocument/2006/relationships/customXml" Target="../ink/ink176.xml"/><Relationship Id="rId121" Type="http://schemas.openxmlformats.org/officeDocument/2006/relationships/image" Target="../media/image211.png"/><Relationship Id="rId142" Type="http://schemas.openxmlformats.org/officeDocument/2006/relationships/customXml" Target="../ink/ink198.xml"/><Relationship Id="rId163" Type="http://schemas.openxmlformats.org/officeDocument/2006/relationships/image" Target="../media/image232.png"/><Relationship Id="rId184" Type="http://schemas.openxmlformats.org/officeDocument/2006/relationships/customXml" Target="../ink/ink219.xml"/><Relationship Id="rId189" Type="http://schemas.openxmlformats.org/officeDocument/2006/relationships/image" Target="../media/image244.png"/><Relationship Id="rId3" Type="http://schemas.openxmlformats.org/officeDocument/2006/relationships/image" Target="../media/image153.png"/><Relationship Id="rId25" Type="http://schemas.openxmlformats.org/officeDocument/2006/relationships/image" Target="../media/image164.png"/><Relationship Id="rId46" Type="http://schemas.openxmlformats.org/officeDocument/2006/relationships/customXml" Target="../ink/ink150.xml"/><Relationship Id="rId67" Type="http://schemas.openxmlformats.org/officeDocument/2006/relationships/image" Target="../media/image184.png"/><Relationship Id="rId116" Type="http://schemas.openxmlformats.org/officeDocument/2006/relationships/customXml" Target="../ink/ink185.xml"/><Relationship Id="rId137" Type="http://schemas.openxmlformats.org/officeDocument/2006/relationships/image" Target="../media/image219.png"/><Relationship Id="rId158" Type="http://schemas.openxmlformats.org/officeDocument/2006/relationships/customXml" Target="../ink/ink206.xml"/><Relationship Id="rId20" Type="http://schemas.openxmlformats.org/officeDocument/2006/relationships/customXml" Target="../ink/ink137.xml"/><Relationship Id="rId41" Type="http://schemas.openxmlformats.org/officeDocument/2006/relationships/image" Target="../media/image172.png"/><Relationship Id="rId62" Type="http://schemas.openxmlformats.org/officeDocument/2006/relationships/customXml" Target="../ink/ink158.xml"/><Relationship Id="rId83" Type="http://schemas.openxmlformats.org/officeDocument/2006/relationships/image" Target="../media/image192.png"/><Relationship Id="rId88" Type="http://schemas.openxmlformats.org/officeDocument/2006/relationships/customXml" Target="../ink/ink171.xml"/><Relationship Id="rId111" Type="http://schemas.openxmlformats.org/officeDocument/2006/relationships/image" Target="../media/image206.png"/><Relationship Id="rId132" Type="http://schemas.openxmlformats.org/officeDocument/2006/relationships/customXml" Target="../ink/ink193.xml"/><Relationship Id="rId153" Type="http://schemas.openxmlformats.org/officeDocument/2006/relationships/image" Target="../media/image227.png"/><Relationship Id="rId174" Type="http://schemas.openxmlformats.org/officeDocument/2006/relationships/customXml" Target="../ink/ink214.xml"/><Relationship Id="rId179" Type="http://schemas.openxmlformats.org/officeDocument/2006/relationships/image" Target="../media/image239.png"/><Relationship Id="rId195" Type="http://schemas.openxmlformats.org/officeDocument/2006/relationships/image" Target="../media/image247.png"/><Relationship Id="rId190" Type="http://schemas.openxmlformats.org/officeDocument/2006/relationships/customXml" Target="../ink/ink222.xml"/><Relationship Id="rId15" Type="http://schemas.openxmlformats.org/officeDocument/2006/relationships/image" Target="../media/image159.png"/><Relationship Id="rId36" Type="http://schemas.openxmlformats.org/officeDocument/2006/relationships/customXml" Target="../ink/ink145.xml"/><Relationship Id="rId57" Type="http://schemas.openxmlformats.org/officeDocument/2006/relationships/image" Target="../media/image179.png"/><Relationship Id="rId106" Type="http://schemas.openxmlformats.org/officeDocument/2006/relationships/customXml" Target="../ink/ink180.xml"/><Relationship Id="rId127" Type="http://schemas.openxmlformats.org/officeDocument/2006/relationships/image" Target="../media/image214.png"/><Relationship Id="rId10" Type="http://schemas.openxmlformats.org/officeDocument/2006/relationships/customXml" Target="../ink/ink132.xml"/><Relationship Id="rId31" Type="http://schemas.openxmlformats.org/officeDocument/2006/relationships/image" Target="../media/image167.png"/><Relationship Id="rId52" Type="http://schemas.openxmlformats.org/officeDocument/2006/relationships/customXml" Target="../ink/ink153.xml"/><Relationship Id="rId73" Type="http://schemas.openxmlformats.org/officeDocument/2006/relationships/image" Target="../media/image187.png"/><Relationship Id="rId78" Type="http://schemas.openxmlformats.org/officeDocument/2006/relationships/customXml" Target="../ink/ink166.xml"/><Relationship Id="rId94" Type="http://schemas.openxmlformats.org/officeDocument/2006/relationships/customXml" Target="../ink/ink174.xml"/><Relationship Id="rId99" Type="http://schemas.openxmlformats.org/officeDocument/2006/relationships/image" Target="../media/image200.png"/><Relationship Id="rId101" Type="http://schemas.openxmlformats.org/officeDocument/2006/relationships/image" Target="../media/image201.png"/><Relationship Id="rId122" Type="http://schemas.openxmlformats.org/officeDocument/2006/relationships/customXml" Target="../ink/ink188.xml"/><Relationship Id="rId143" Type="http://schemas.openxmlformats.org/officeDocument/2006/relationships/image" Target="../media/image222.png"/><Relationship Id="rId148" Type="http://schemas.openxmlformats.org/officeDocument/2006/relationships/customXml" Target="../ink/ink201.xml"/><Relationship Id="rId164" Type="http://schemas.openxmlformats.org/officeDocument/2006/relationships/customXml" Target="../ink/ink209.xml"/><Relationship Id="rId169" Type="http://schemas.openxmlformats.org/officeDocument/2006/relationships/image" Target="../media/image235.png"/><Relationship Id="rId185" Type="http://schemas.openxmlformats.org/officeDocument/2006/relationships/image" Target="../media/image242.png"/><Relationship Id="rId4" Type="http://schemas.openxmlformats.org/officeDocument/2006/relationships/customXml" Target="../ink/ink129.xml"/><Relationship Id="rId9" Type="http://schemas.openxmlformats.org/officeDocument/2006/relationships/image" Target="../media/image156.png"/><Relationship Id="rId180" Type="http://schemas.openxmlformats.org/officeDocument/2006/relationships/customXml" Target="../ink/ink217.xml"/><Relationship Id="rId26" Type="http://schemas.openxmlformats.org/officeDocument/2006/relationships/customXml" Target="../ink/ink140.xml"/><Relationship Id="rId47" Type="http://schemas.openxmlformats.org/officeDocument/2006/relationships/image" Target="../media/image174.png"/><Relationship Id="rId68" Type="http://schemas.openxmlformats.org/officeDocument/2006/relationships/customXml" Target="../ink/ink161.xml"/><Relationship Id="rId89" Type="http://schemas.openxmlformats.org/officeDocument/2006/relationships/image" Target="../media/image195.png"/><Relationship Id="rId112" Type="http://schemas.openxmlformats.org/officeDocument/2006/relationships/customXml" Target="../ink/ink183.xml"/><Relationship Id="rId133" Type="http://schemas.openxmlformats.org/officeDocument/2006/relationships/image" Target="../media/image217.png"/><Relationship Id="rId154" Type="http://schemas.openxmlformats.org/officeDocument/2006/relationships/customXml" Target="../ink/ink204.xml"/><Relationship Id="rId175" Type="http://schemas.openxmlformats.org/officeDocument/2006/relationships/image" Target="../media/image238.png"/><Relationship Id="rId16" Type="http://schemas.openxmlformats.org/officeDocument/2006/relationships/customXml" Target="../ink/ink135.xml"/><Relationship Id="rId37" Type="http://schemas.openxmlformats.org/officeDocument/2006/relationships/image" Target="../media/image170.png"/><Relationship Id="rId58" Type="http://schemas.openxmlformats.org/officeDocument/2006/relationships/customXml" Target="../ink/ink156.xml"/><Relationship Id="rId79" Type="http://schemas.openxmlformats.org/officeDocument/2006/relationships/image" Target="../media/image190.png"/><Relationship Id="rId102" Type="http://schemas.openxmlformats.org/officeDocument/2006/relationships/customXml" Target="../ink/ink178.xml"/><Relationship Id="rId123" Type="http://schemas.openxmlformats.org/officeDocument/2006/relationships/image" Target="../media/image212.png"/><Relationship Id="rId144" Type="http://schemas.openxmlformats.org/officeDocument/2006/relationships/customXml" Target="../ink/ink199.xml"/><Relationship Id="rId90" Type="http://schemas.openxmlformats.org/officeDocument/2006/relationships/customXml" Target="../ink/ink172.xml"/><Relationship Id="rId165" Type="http://schemas.openxmlformats.org/officeDocument/2006/relationships/image" Target="../media/image233.png"/><Relationship Id="rId186" Type="http://schemas.openxmlformats.org/officeDocument/2006/relationships/customXml" Target="../ink/ink220.xml"/><Relationship Id="rId27" Type="http://schemas.openxmlformats.org/officeDocument/2006/relationships/image" Target="../media/image165.png"/><Relationship Id="rId48" Type="http://schemas.openxmlformats.org/officeDocument/2006/relationships/customXml" Target="../ink/ink151.xml"/><Relationship Id="rId69" Type="http://schemas.openxmlformats.org/officeDocument/2006/relationships/image" Target="../media/image185.png"/><Relationship Id="rId113" Type="http://schemas.openxmlformats.org/officeDocument/2006/relationships/image" Target="../media/image207.png"/><Relationship Id="rId134" Type="http://schemas.openxmlformats.org/officeDocument/2006/relationships/customXml" Target="../ink/ink194.xml"/><Relationship Id="rId80" Type="http://schemas.openxmlformats.org/officeDocument/2006/relationships/customXml" Target="../ink/ink167.xml"/><Relationship Id="rId155" Type="http://schemas.openxmlformats.org/officeDocument/2006/relationships/image" Target="../media/image228.png"/><Relationship Id="rId176" Type="http://schemas.openxmlformats.org/officeDocument/2006/relationships/customXml" Target="../ink/ink215.xml"/><Relationship Id="rId17" Type="http://schemas.openxmlformats.org/officeDocument/2006/relationships/image" Target="../media/image160.png"/><Relationship Id="rId38" Type="http://schemas.openxmlformats.org/officeDocument/2006/relationships/customXml" Target="../ink/ink146.xml"/><Relationship Id="rId59" Type="http://schemas.openxmlformats.org/officeDocument/2006/relationships/image" Target="../media/image180.png"/><Relationship Id="rId103" Type="http://schemas.openxmlformats.org/officeDocument/2006/relationships/image" Target="../media/image202.png"/><Relationship Id="rId124" Type="http://schemas.openxmlformats.org/officeDocument/2006/relationships/customXml" Target="../ink/ink189.xml"/><Relationship Id="rId70" Type="http://schemas.openxmlformats.org/officeDocument/2006/relationships/customXml" Target="../ink/ink162.xml"/><Relationship Id="rId91" Type="http://schemas.openxmlformats.org/officeDocument/2006/relationships/image" Target="../media/image196.png"/><Relationship Id="rId145" Type="http://schemas.openxmlformats.org/officeDocument/2006/relationships/image" Target="../media/image223.png"/><Relationship Id="rId166" Type="http://schemas.openxmlformats.org/officeDocument/2006/relationships/customXml" Target="../ink/ink210.xml"/><Relationship Id="rId187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41.xml"/><Relationship Id="rId49" Type="http://schemas.openxmlformats.org/officeDocument/2006/relationships/image" Target="../media/image175.png"/><Relationship Id="rId114" Type="http://schemas.openxmlformats.org/officeDocument/2006/relationships/customXml" Target="../ink/ink184.xml"/><Relationship Id="rId60" Type="http://schemas.openxmlformats.org/officeDocument/2006/relationships/customXml" Target="../ink/ink157.xml"/><Relationship Id="rId81" Type="http://schemas.openxmlformats.org/officeDocument/2006/relationships/image" Target="../media/image191.png"/><Relationship Id="rId135" Type="http://schemas.openxmlformats.org/officeDocument/2006/relationships/image" Target="../media/image218.png"/><Relationship Id="rId156" Type="http://schemas.openxmlformats.org/officeDocument/2006/relationships/customXml" Target="../ink/ink205.xml"/><Relationship Id="rId177" Type="http://schemas.openxmlformats.org/officeDocument/2006/relationships/image" Target="../media/image38.png"/><Relationship Id="rId18" Type="http://schemas.openxmlformats.org/officeDocument/2006/relationships/customXml" Target="../ink/ink136.xml"/><Relationship Id="rId39" Type="http://schemas.openxmlformats.org/officeDocument/2006/relationships/image" Target="../media/image17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customXml" Target="../ink/ink22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84.xml"/><Relationship Id="rId21" Type="http://schemas.openxmlformats.org/officeDocument/2006/relationships/image" Target="../media/image258.png"/><Relationship Id="rId42" Type="http://schemas.openxmlformats.org/officeDocument/2006/relationships/customXml" Target="../ink/ink246.xml"/><Relationship Id="rId63" Type="http://schemas.openxmlformats.org/officeDocument/2006/relationships/customXml" Target="../ink/ink257.xml"/><Relationship Id="rId84" Type="http://schemas.openxmlformats.org/officeDocument/2006/relationships/image" Target="../media/image289.png"/><Relationship Id="rId138" Type="http://schemas.openxmlformats.org/officeDocument/2006/relationships/image" Target="../media/image316.png"/><Relationship Id="rId107" Type="http://schemas.openxmlformats.org/officeDocument/2006/relationships/customXml" Target="../ink/ink279.xml"/><Relationship Id="rId11" Type="http://schemas.openxmlformats.org/officeDocument/2006/relationships/image" Target="../media/image253.png"/><Relationship Id="rId32" Type="http://schemas.openxmlformats.org/officeDocument/2006/relationships/customXml" Target="../ink/ink241.xml"/><Relationship Id="rId37" Type="http://schemas.openxmlformats.org/officeDocument/2006/relationships/image" Target="../media/image266.png"/><Relationship Id="rId53" Type="http://schemas.openxmlformats.org/officeDocument/2006/relationships/customXml" Target="../ink/ink252.xml"/><Relationship Id="rId58" Type="http://schemas.openxmlformats.org/officeDocument/2006/relationships/image" Target="../media/image276.png"/><Relationship Id="rId74" Type="http://schemas.openxmlformats.org/officeDocument/2006/relationships/image" Target="../media/image284.png"/><Relationship Id="rId79" Type="http://schemas.openxmlformats.org/officeDocument/2006/relationships/customXml" Target="../ink/ink265.xml"/><Relationship Id="rId102" Type="http://schemas.openxmlformats.org/officeDocument/2006/relationships/image" Target="../media/image298.png"/><Relationship Id="rId123" Type="http://schemas.openxmlformats.org/officeDocument/2006/relationships/customXml" Target="../ink/ink287.xml"/><Relationship Id="rId128" Type="http://schemas.openxmlformats.org/officeDocument/2006/relationships/image" Target="../media/image311.png"/><Relationship Id="rId5" Type="http://schemas.openxmlformats.org/officeDocument/2006/relationships/image" Target="../media/image250.png"/><Relationship Id="rId90" Type="http://schemas.openxmlformats.org/officeDocument/2006/relationships/image" Target="../media/image292.png"/><Relationship Id="rId95" Type="http://schemas.openxmlformats.org/officeDocument/2006/relationships/customXml" Target="../ink/ink273.xml"/><Relationship Id="rId22" Type="http://schemas.openxmlformats.org/officeDocument/2006/relationships/customXml" Target="../ink/ink236.xml"/><Relationship Id="rId27" Type="http://schemas.openxmlformats.org/officeDocument/2006/relationships/image" Target="../media/image261.png"/><Relationship Id="rId43" Type="http://schemas.openxmlformats.org/officeDocument/2006/relationships/customXml" Target="../ink/ink247.xml"/><Relationship Id="rId48" Type="http://schemas.openxmlformats.org/officeDocument/2006/relationships/image" Target="../media/image271.png"/><Relationship Id="rId64" Type="http://schemas.openxmlformats.org/officeDocument/2006/relationships/image" Target="../media/image279.png"/><Relationship Id="rId69" Type="http://schemas.openxmlformats.org/officeDocument/2006/relationships/customXml" Target="../ink/ink260.xml"/><Relationship Id="rId113" Type="http://schemas.openxmlformats.org/officeDocument/2006/relationships/customXml" Target="../ink/ink282.xml"/><Relationship Id="rId118" Type="http://schemas.openxmlformats.org/officeDocument/2006/relationships/image" Target="../media/image306.png"/><Relationship Id="rId134" Type="http://schemas.openxmlformats.org/officeDocument/2006/relationships/image" Target="../media/image314.png"/><Relationship Id="rId139" Type="http://schemas.openxmlformats.org/officeDocument/2006/relationships/customXml" Target="../ink/ink295.xml"/><Relationship Id="rId80" Type="http://schemas.openxmlformats.org/officeDocument/2006/relationships/image" Target="../media/image287.png"/><Relationship Id="rId85" Type="http://schemas.openxmlformats.org/officeDocument/2006/relationships/customXml" Target="../ink/ink268.xml"/><Relationship Id="rId12" Type="http://schemas.openxmlformats.org/officeDocument/2006/relationships/customXml" Target="../ink/ink231.xml"/><Relationship Id="rId17" Type="http://schemas.openxmlformats.org/officeDocument/2006/relationships/image" Target="../media/image256.png"/><Relationship Id="rId33" Type="http://schemas.openxmlformats.org/officeDocument/2006/relationships/image" Target="../media/image264.png"/><Relationship Id="rId38" Type="http://schemas.openxmlformats.org/officeDocument/2006/relationships/customXml" Target="../ink/ink244.xml"/><Relationship Id="rId59" Type="http://schemas.openxmlformats.org/officeDocument/2006/relationships/customXml" Target="../ink/ink255.xml"/><Relationship Id="rId103" Type="http://schemas.openxmlformats.org/officeDocument/2006/relationships/customXml" Target="../ink/ink277.xml"/><Relationship Id="rId108" Type="http://schemas.openxmlformats.org/officeDocument/2006/relationships/image" Target="../media/image301.png"/><Relationship Id="rId124" Type="http://schemas.openxmlformats.org/officeDocument/2006/relationships/image" Target="../media/image309.png"/><Relationship Id="rId129" Type="http://schemas.openxmlformats.org/officeDocument/2006/relationships/customXml" Target="../ink/ink290.xml"/><Relationship Id="rId54" Type="http://schemas.openxmlformats.org/officeDocument/2006/relationships/image" Target="../media/image274.png"/><Relationship Id="rId70" Type="http://schemas.openxmlformats.org/officeDocument/2006/relationships/image" Target="../media/image282.png"/><Relationship Id="rId75" Type="http://schemas.openxmlformats.org/officeDocument/2006/relationships/customXml" Target="../ink/ink263.xml"/><Relationship Id="rId91" Type="http://schemas.openxmlformats.org/officeDocument/2006/relationships/customXml" Target="../ink/ink271.xml"/><Relationship Id="rId96" Type="http://schemas.openxmlformats.org/officeDocument/2006/relationships/image" Target="../media/image295.png"/><Relationship Id="rId140" Type="http://schemas.openxmlformats.org/officeDocument/2006/relationships/image" Target="../media/image3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8.xml"/><Relationship Id="rId23" Type="http://schemas.openxmlformats.org/officeDocument/2006/relationships/image" Target="../media/image259.png"/><Relationship Id="rId28" Type="http://schemas.openxmlformats.org/officeDocument/2006/relationships/customXml" Target="../ink/ink239.xml"/><Relationship Id="rId49" Type="http://schemas.openxmlformats.org/officeDocument/2006/relationships/customXml" Target="../ink/ink250.xml"/><Relationship Id="rId114" Type="http://schemas.openxmlformats.org/officeDocument/2006/relationships/image" Target="../media/image304.png"/><Relationship Id="rId119" Type="http://schemas.openxmlformats.org/officeDocument/2006/relationships/customXml" Target="../ink/ink285.xml"/><Relationship Id="rId44" Type="http://schemas.openxmlformats.org/officeDocument/2006/relationships/image" Target="../media/image269.png"/><Relationship Id="rId60" Type="http://schemas.openxmlformats.org/officeDocument/2006/relationships/image" Target="../media/image277.png"/><Relationship Id="rId65" Type="http://schemas.openxmlformats.org/officeDocument/2006/relationships/customXml" Target="../ink/ink258.xml"/><Relationship Id="rId81" Type="http://schemas.openxmlformats.org/officeDocument/2006/relationships/customXml" Target="../ink/ink266.xml"/><Relationship Id="rId86" Type="http://schemas.openxmlformats.org/officeDocument/2006/relationships/image" Target="../media/image290.png"/><Relationship Id="rId130" Type="http://schemas.openxmlformats.org/officeDocument/2006/relationships/image" Target="../media/image312.png"/><Relationship Id="rId135" Type="http://schemas.openxmlformats.org/officeDocument/2006/relationships/customXml" Target="../ink/ink293.xml"/><Relationship Id="rId13" Type="http://schemas.openxmlformats.org/officeDocument/2006/relationships/image" Target="../media/image254.png"/><Relationship Id="rId18" Type="http://schemas.openxmlformats.org/officeDocument/2006/relationships/customXml" Target="../ink/ink234.xml"/><Relationship Id="rId39" Type="http://schemas.openxmlformats.org/officeDocument/2006/relationships/image" Target="../media/image267.png"/><Relationship Id="rId109" Type="http://schemas.openxmlformats.org/officeDocument/2006/relationships/customXml" Target="../ink/ink280.xml"/><Relationship Id="rId34" Type="http://schemas.openxmlformats.org/officeDocument/2006/relationships/customXml" Target="../ink/ink242.xml"/><Relationship Id="rId50" Type="http://schemas.openxmlformats.org/officeDocument/2006/relationships/image" Target="../media/image272.png"/><Relationship Id="rId55" Type="http://schemas.openxmlformats.org/officeDocument/2006/relationships/customXml" Target="../ink/ink253.xml"/><Relationship Id="rId76" Type="http://schemas.openxmlformats.org/officeDocument/2006/relationships/image" Target="../media/image285.png"/><Relationship Id="rId97" Type="http://schemas.openxmlformats.org/officeDocument/2006/relationships/customXml" Target="../ink/ink274.xml"/><Relationship Id="rId104" Type="http://schemas.openxmlformats.org/officeDocument/2006/relationships/image" Target="../media/image299.png"/><Relationship Id="rId120" Type="http://schemas.openxmlformats.org/officeDocument/2006/relationships/image" Target="../media/image307.png"/><Relationship Id="rId125" Type="http://schemas.openxmlformats.org/officeDocument/2006/relationships/customXml" Target="../ink/ink288.xml"/><Relationship Id="rId141" Type="http://schemas.openxmlformats.org/officeDocument/2006/relationships/customXml" Target="../ink/ink296.xml"/><Relationship Id="rId7" Type="http://schemas.openxmlformats.org/officeDocument/2006/relationships/image" Target="../media/image251.png"/><Relationship Id="rId71" Type="http://schemas.openxmlformats.org/officeDocument/2006/relationships/customXml" Target="../ink/ink261.xml"/><Relationship Id="rId92" Type="http://schemas.openxmlformats.org/officeDocument/2006/relationships/image" Target="../media/image293.png"/><Relationship Id="rId2" Type="http://schemas.openxmlformats.org/officeDocument/2006/relationships/customXml" Target="../ink/ink226.xml"/><Relationship Id="rId29" Type="http://schemas.openxmlformats.org/officeDocument/2006/relationships/image" Target="../media/image262.png"/><Relationship Id="rId24" Type="http://schemas.openxmlformats.org/officeDocument/2006/relationships/customXml" Target="../ink/ink237.xml"/><Relationship Id="rId40" Type="http://schemas.openxmlformats.org/officeDocument/2006/relationships/customXml" Target="../ink/ink245.xml"/><Relationship Id="rId45" Type="http://schemas.openxmlformats.org/officeDocument/2006/relationships/customXml" Target="../ink/ink248.xml"/><Relationship Id="rId66" Type="http://schemas.openxmlformats.org/officeDocument/2006/relationships/image" Target="../media/image280.png"/><Relationship Id="rId87" Type="http://schemas.openxmlformats.org/officeDocument/2006/relationships/customXml" Target="../ink/ink269.xml"/><Relationship Id="rId110" Type="http://schemas.openxmlformats.org/officeDocument/2006/relationships/image" Target="../media/image302.png"/><Relationship Id="rId115" Type="http://schemas.openxmlformats.org/officeDocument/2006/relationships/customXml" Target="../ink/ink283.xml"/><Relationship Id="rId131" Type="http://schemas.openxmlformats.org/officeDocument/2006/relationships/customXml" Target="../ink/ink291.xml"/><Relationship Id="rId136" Type="http://schemas.openxmlformats.org/officeDocument/2006/relationships/image" Target="../media/image315.png"/><Relationship Id="rId61" Type="http://schemas.openxmlformats.org/officeDocument/2006/relationships/customXml" Target="../ink/ink256.xml"/><Relationship Id="rId82" Type="http://schemas.openxmlformats.org/officeDocument/2006/relationships/image" Target="../media/image288.png"/><Relationship Id="rId19" Type="http://schemas.openxmlformats.org/officeDocument/2006/relationships/image" Target="../media/image257.png"/><Relationship Id="rId14" Type="http://schemas.openxmlformats.org/officeDocument/2006/relationships/customXml" Target="../ink/ink232.xml"/><Relationship Id="rId30" Type="http://schemas.openxmlformats.org/officeDocument/2006/relationships/customXml" Target="../ink/ink240.xml"/><Relationship Id="rId35" Type="http://schemas.openxmlformats.org/officeDocument/2006/relationships/image" Target="../media/image265.png"/><Relationship Id="rId56" Type="http://schemas.openxmlformats.org/officeDocument/2006/relationships/image" Target="../media/image275.png"/><Relationship Id="rId77" Type="http://schemas.openxmlformats.org/officeDocument/2006/relationships/customXml" Target="../ink/ink264.xml"/><Relationship Id="rId100" Type="http://schemas.openxmlformats.org/officeDocument/2006/relationships/image" Target="../media/image297.png"/><Relationship Id="rId105" Type="http://schemas.openxmlformats.org/officeDocument/2006/relationships/customXml" Target="../ink/ink278.xml"/><Relationship Id="rId126" Type="http://schemas.openxmlformats.org/officeDocument/2006/relationships/image" Target="../media/image310.png"/><Relationship Id="rId8" Type="http://schemas.openxmlformats.org/officeDocument/2006/relationships/customXml" Target="../ink/ink229.xml"/><Relationship Id="rId51" Type="http://schemas.openxmlformats.org/officeDocument/2006/relationships/customXml" Target="../ink/ink251.xml"/><Relationship Id="rId72" Type="http://schemas.openxmlformats.org/officeDocument/2006/relationships/image" Target="../media/image283.png"/><Relationship Id="rId93" Type="http://schemas.openxmlformats.org/officeDocument/2006/relationships/customXml" Target="../ink/ink272.xml"/><Relationship Id="rId98" Type="http://schemas.openxmlformats.org/officeDocument/2006/relationships/image" Target="../media/image296.png"/><Relationship Id="rId121" Type="http://schemas.openxmlformats.org/officeDocument/2006/relationships/customXml" Target="../ink/ink286.xml"/><Relationship Id="rId142" Type="http://schemas.openxmlformats.org/officeDocument/2006/relationships/customXml" Target="../ink/ink297.xml"/><Relationship Id="rId3" Type="http://schemas.openxmlformats.org/officeDocument/2006/relationships/image" Target="../media/image249.png"/><Relationship Id="rId25" Type="http://schemas.openxmlformats.org/officeDocument/2006/relationships/image" Target="../media/image260.png"/><Relationship Id="rId46" Type="http://schemas.openxmlformats.org/officeDocument/2006/relationships/image" Target="../media/image270.png"/><Relationship Id="rId67" Type="http://schemas.openxmlformats.org/officeDocument/2006/relationships/customXml" Target="../ink/ink259.xml"/><Relationship Id="rId116" Type="http://schemas.openxmlformats.org/officeDocument/2006/relationships/image" Target="../media/image305.png"/><Relationship Id="rId137" Type="http://schemas.openxmlformats.org/officeDocument/2006/relationships/customXml" Target="../ink/ink294.xml"/><Relationship Id="rId20" Type="http://schemas.openxmlformats.org/officeDocument/2006/relationships/customXml" Target="../ink/ink235.xml"/><Relationship Id="rId41" Type="http://schemas.openxmlformats.org/officeDocument/2006/relationships/image" Target="../media/image268.png"/><Relationship Id="rId62" Type="http://schemas.openxmlformats.org/officeDocument/2006/relationships/image" Target="../media/image278.png"/><Relationship Id="rId83" Type="http://schemas.openxmlformats.org/officeDocument/2006/relationships/customXml" Target="../ink/ink267.xml"/><Relationship Id="rId88" Type="http://schemas.openxmlformats.org/officeDocument/2006/relationships/image" Target="../media/image291.png"/><Relationship Id="rId111" Type="http://schemas.openxmlformats.org/officeDocument/2006/relationships/customXml" Target="../ink/ink281.xml"/><Relationship Id="rId132" Type="http://schemas.openxmlformats.org/officeDocument/2006/relationships/image" Target="../media/image313.png"/><Relationship Id="rId15" Type="http://schemas.openxmlformats.org/officeDocument/2006/relationships/image" Target="../media/image255.png"/><Relationship Id="rId36" Type="http://schemas.openxmlformats.org/officeDocument/2006/relationships/customXml" Target="../ink/ink243.xml"/><Relationship Id="rId57" Type="http://schemas.openxmlformats.org/officeDocument/2006/relationships/customXml" Target="../ink/ink254.xml"/><Relationship Id="rId106" Type="http://schemas.openxmlformats.org/officeDocument/2006/relationships/image" Target="../media/image300.png"/><Relationship Id="rId127" Type="http://schemas.openxmlformats.org/officeDocument/2006/relationships/customXml" Target="../ink/ink289.xml"/><Relationship Id="rId10" Type="http://schemas.openxmlformats.org/officeDocument/2006/relationships/customXml" Target="../ink/ink230.xml"/><Relationship Id="rId31" Type="http://schemas.openxmlformats.org/officeDocument/2006/relationships/image" Target="../media/image263.png"/><Relationship Id="rId52" Type="http://schemas.openxmlformats.org/officeDocument/2006/relationships/image" Target="../media/image273.png"/><Relationship Id="rId73" Type="http://schemas.openxmlformats.org/officeDocument/2006/relationships/customXml" Target="../ink/ink262.xml"/><Relationship Id="rId78" Type="http://schemas.openxmlformats.org/officeDocument/2006/relationships/image" Target="../media/image286.png"/><Relationship Id="rId94" Type="http://schemas.openxmlformats.org/officeDocument/2006/relationships/image" Target="../media/image294.png"/><Relationship Id="rId99" Type="http://schemas.openxmlformats.org/officeDocument/2006/relationships/customXml" Target="../ink/ink275.xml"/><Relationship Id="rId101" Type="http://schemas.openxmlformats.org/officeDocument/2006/relationships/customXml" Target="../ink/ink276.xml"/><Relationship Id="rId122" Type="http://schemas.openxmlformats.org/officeDocument/2006/relationships/image" Target="../media/image308.png"/><Relationship Id="rId143" Type="http://schemas.openxmlformats.org/officeDocument/2006/relationships/image" Target="../media/image318.png"/><Relationship Id="rId4" Type="http://schemas.openxmlformats.org/officeDocument/2006/relationships/customXml" Target="../ink/ink227.xml"/><Relationship Id="rId9" Type="http://schemas.openxmlformats.org/officeDocument/2006/relationships/image" Target="../media/image252.png"/><Relationship Id="rId26" Type="http://schemas.openxmlformats.org/officeDocument/2006/relationships/customXml" Target="../ink/ink238.xml"/><Relationship Id="rId47" Type="http://schemas.openxmlformats.org/officeDocument/2006/relationships/customXml" Target="../ink/ink249.xml"/><Relationship Id="rId68" Type="http://schemas.openxmlformats.org/officeDocument/2006/relationships/image" Target="../media/image281.png"/><Relationship Id="rId89" Type="http://schemas.openxmlformats.org/officeDocument/2006/relationships/customXml" Target="../ink/ink270.xml"/><Relationship Id="rId112" Type="http://schemas.openxmlformats.org/officeDocument/2006/relationships/image" Target="../media/image303.png"/><Relationship Id="rId133" Type="http://schemas.openxmlformats.org/officeDocument/2006/relationships/customXml" Target="../ink/ink292.xml"/><Relationship Id="rId16" Type="http://schemas.openxmlformats.org/officeDocument/2006/relationships/customXml" Target="../ink/ink233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6.png"/><Relationship Id="rId21" Type="http://schemas.openxmlformats.org/officeDocument/2006/relationships/image" Target="../media/image328.png"/><Relationship Id="rId42" Type="http://schemas.openxmlformats.org/officeDocument/2006/relationships/customXml" Target="../ink/ink318.xml"/><Relationship Id="rId63" Type="http://schemas.openxmlformats.org/officeDocument/2006/relationships/image" Target="../media/image349.png"/><Relationship Id="rId84" Type="http://schemas.openxmlformats.org/officeDocument/2006/relationships/customXml" Target="../ink/ink339.xml"/><Relationship Id="rId16" Type="http://schemas.openxmlformats.org/officeDocument/2006/relationships/customXml" Target="../ink/ink305.xml"/><Relationship Id="rId107" Type="http://schemas.openxmlformats.org/officeDocument/2006/relationships/image" Target="../media/image371.png"/><Relationship Id="rId11" Type="http://schemas.openxmlformats.org/officeDocument/2006/relationships/image" Target="../media/image323.png"/><Relationship Id="rId32" Type="http://schemas.openxmlformats.org/officeDocument/2006/relationships/customXml" Target="../ink/ink313.xml"/><Relationship Id="rId37" Type="http://schemas.openxmlformats.org/officeDocument/2006/relationships/image" Target="../media/image336.png"/><Relationship Id="rId53" Type="http://schemas.openxmlformats.org/officeDocument/2006/relationships/image" Target="../media/image344.png"/><Relationship Id="rId58" Type="http://schemas.openxmlformats.org/officeDocument/2006/relationships/customXml" Target="../ink/ink326.xml"/><Relationship Id="rId74" Type="http://schemas.openxmlformats.org/officeDocument/2006/relationships/customXml" Target="../ink/ink334.xml"/><Relationship Id="rId79" Type="http://schemas.openxmlformats.org/officeDocument/2006/relationships/image" Target="../media/image357.png"/><Relationship Id="rId102" Type="http://schemas.openxmlformats.org/officeDocument/2006/relationships/customXml" Target="../ink/ink348.xml"/><Relationship Id="rId123" Type="http://schemas.openxmlformats.org/officeDocument/2006/relationships/image" Target="../media/image379.png"/><Relationship Id="rId128" Type="http://schemas.openxmlformats.org/officeDocument/2006/relationships/customXml" Target="../ink/ink361.xml"/><Relationship Id="rId5" Type="http://schemas.openxmlformats.org/officeDocument/2006/relationships/image" Target="../media/image320.png"/><Relationship Id="rId90" Type="http://schemas.openxmlformats.org/officeDocument/2006/relationships/customXml" Target="../ink/ink342.xml"/><Relationship Id="rId95" Type="http://schemas.openxmlformats.org/officeDocument/2006/relationships/image" Target="../media/image365.png"/><Relationship Id="rId22" Type="http://schemas.openxmlformats.org/officeDocument/2006/relationships/customXml" Target="../ink/ink308.xml"/><Relationship Id="rId27" Type="http://schemas.openxmlformats.org/officeDocument/2006/relationships/image" Target="../media/image331.png"/><Relationship Id="rId43" Type="http://schemas.openxmlformats.org/officeDocument/2006/relationships/image" Target="../media/image339.png"/><Relationship Id="rId48" Type="http://schemas.openxmlformats.org/officeDocument/2006/relationships/customXml" Target="../ink/ink321.xml"/><Relationship Id="rId64" Type="http://schemas.openxmlformats.org/officeDocument/2006/relationships/customXml" Target="../ink/ink329.xml"/><Relationship Id="rId69" Type="http://schemas.openxmlformats.org/officeDocument/2006/relationships/image" Target="../media/image352.png"/><Relationship Id="rId113" Type="http://schemas.openxmlformats.org/officeDocument/2006/relationships/image" Target="../media/image374.png"/><Relationship Id="rId118" Type="http://schemas.openxmlformats.org/officeDocument/2006/relationships/customXml" Target="../ink/ink356.xml"/><Relationship Id="rId134" Type="http://schemas.openxmlformats.org/officeDocument/2006/relationships/customXml" Target="../ink/ink364.xml"/><Relationship Id="rId80" Type="http://schemas.openxmlformats.org/officeDocument/2006/relationships/customXml" Target="../ink/ink337.xml"/><Relationship Id="rId85" Type="http://schemas.openxmlformats.org/officeDocument/2006/relationships/image" Target="../media/image360.png"/><Relationship Id="rId12" Type="http://schemas.openxmlformats.org/officeDocument/2006/relationships/customXml" Target="../ink/ink303.xml"/><Relationship Id="rId17" Type="http://schemas.openxmlformats.org/officeDocument/2006/relationships/image" Target="../media/image326.png"/><Relationship Id="rId33" Type="http://schemas.openxmlformats.org/officeDocument/2006/relationships/image" Target="../media/image334.png"/><Relationship Id="rId38" Type="http://schemas.openxmlformats.org/officeDocument/2006/relationships/customXml" Target="../ink/ink316.xml"/><Relationship Id="rId59" Type="http://schemas.openxmlformats.org/officeDocument/2006/relationships/image" Target="../media/image347.png"/><Relationship Id="rId103" Type="http://schemas.openxmlformats.org/officeDocument/2006/relationships/image" Target="../media/image369.png"/><Relationship Id="rId108" Type="http://schemas.openxmlformats.org/officeDocument/2006/relationships/customXml" Target="../ink/ink351.xml"/><Relationship Id="rId124" Type="http://schemas.openxmlformats.org/officeDocument/2006/relationships/customXml" Target="../ink/ink359.xml"/><Relationship Id="rId129" Type="http://schemas.openxmlformats.org/officeDocument/2006/relationships/image" Target="../media/image382.png"/><Relationship Id="rId54" Type="http://schemas.openxmlformats.org/officeDocument/2006/relationships/customXml" Target="../ink/ink324.xml"/><Relationship Id="rId70" Type="http://schemas.openxmlformats.org/officeDocument/2006/relationships/customXml" Target="../ink/ink332.xml"/><Relationship Id="rId75" Type="http://schemas.openxmlformats.org/officeDocument/2006/relationships/image" Target="../media/image355.png"/><Relationship Id="rId91" Type="http://schemas.openxmlformats.org/officeDocument/2006/relationships/image" Target="../media/image363.png"/><Relationship Id="rId96" Type="http://schemas.openxmlformats.org/officeDocument/2006/relationships/customXml" Target="../ink/ink3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0.xml"/><Relationship Id="rId23" Type="http://schemas.openxmlformats.org/officeDocument/2006/relationships/image" Target="../media/image329.png"/><Relationship Id="rId28" Type="http://schemas.openxmlformats.org/officeDocument/2006/relationships/customXml" Target="../ink/ink311.xml"/><Relationship Id="rId49" Type="http://schemas.openxmlformats.org/officeDocument/2006/relationships/image" Target="../media/image342.png"/><Relationship Id="rId114" Type="http://schemas.openxmlformats.org/officeDocument/2006/relationships/customXml" Target="../ink/ink354.xml"/><Relationship Id="rId119" Type="http://schemas.openxmlformats.org/officeDocument/2006/relationships/image" Target="../media/image377.png"/><Relationship Id="rId44" Type="http://schemas.openxmlformats.org/officeDocument/2006/relationships/customXml" Target="../ink/ink319.xml"/><Relationship Id="rId60" Type="http://schemas.openxmlformats.org/officeDocument/2006/relationships/customXml" Target="../ink/ink327.xml"/><Relationship Id="rId65" Type="http://schemas.openxmlformats.org/officeDocument/2006/relationships/image" Target="../media/image350.png"/><Relationship Id="rId81" Type="http://schemas.openxmlformats.org/officeDocument/2006/relationships/image" Target="../media/image358.png"/><Relationship Id="rId86" Type="http://schemas.openxmlformats.org/officeDocument/2006/relationships/customXml" Target="../ink/ink340.xml"/><Relationship Id="rId130" Type="http://schemas.openxmlformats.org/officeDocument/2006/relationships/customXml" Target="../ink/ink362.xml"/><Relationship Id="rId135" Type="http://schemas.openxmlformats.org/officeDocument/2006/relationships/image" Target="../media/image385.png"/><Relationship Id="rId13" Type="http://schemas.openxmlformats.org/officeDocument/2006/relationships/image" Target="../media/image324.png"/><Relationship Id="rId18" Type="http://schemas.openxmlformats.org/officeDocument/2006/relationships/customXml" Target="../ink/ink306.xml"/><Relationship Id="rId39" Type="http://schemas.openxmlformats.org/officeDocument/2006/relationships/image" Target="../media/image337.png"/><Relationship Id="rId109" Type="http://schemas.openxmlformats.org/officeDocument/2006/relationships/image" Target="../media/image372.png"/><Relationship Id="rId34" Type="http://schemas.openxmlformats.org/officeDocument/2006/relationships/customXml" Target="../ink/ink314.xml"/><Relationship Id="rId50" Type="http://schemas.openxmlformats.org/officeDocument/2006/relationships/customXml" Target="../ink/ink322.xml"/><Relationship Id="rId55" Type="http://schemas.openxmlformats.org/officeDocument/2006/relationships/image" Target="../media/image345.png"/><Relationship Id="rId76" Type="http://schemas.openxmlformats.org/officeDocument/2006/relationships/customXml" Target="../ink/ink335.xml"/><Relationship Id="rId97" Type="http://schemas.openxmlformats.org/officeDocument/2006/relationships/image" Target="../media/image366.png"/><Relationship Id="rId104" Type="http://schemas.openxmlformats.org/officeDocument/2006/relationships/customXml" Target="../ink/ink349.xml"/><Relationship Id="rId120" Type="http://schemas.openxmlformats.org/officeDocument/2006/relationships/customXml" Target="../ink/ink357.xml"/><Relationship Id="rId125" Type="http://schemas.openxmlformats.org/officeDocument/2006/relationships/image" Target="../media/image380.png"/><Relationship Id="rId7" Type="http://schemas.openxmlformats.org/officeDocument/2006/relationships/image" Target="../media/image321.png"/><Relationship Id="rId71" Type="http://schemas.openxmlformats.org/officeDocument/2006/relationships/image" Target="../media/image353.png"/><Relationship Id="rId92" Type="http://schemas.openxmlformats.org/officeDocument/2006/relationships/customXml" Target="../ink/ink343.xml"/><Relationship Id="rId2" Type="http://schemas.openxmlformats.org/officeDocument/2006/relationships/customXml" Target="../ink/ink298.xml"/><Relationship Id="rId29" Type="http://schemas.openxmlformats.org/officeDocument/2006/relationships/image" Target="../media/image332.png"/><Relationship Id="rId24" Type="http://schemas.openxmlformats.org/officeDocument/2006/relationships/customXml" Target="../ink/ink309.xml"/><Relationship Id="rId40" Type="http://schemas.openxmlformats.org/officeDocument/2006/relationships/customXml" Target="../ink/ink317.xml"/><Relationship Id="rId45" Type="http://schemas.openxmlformats.org/officeDocument/2006/relationships/image" Target="../media/image340.png"/><Relationship Id="rId66" Type="http://schemas.openxmlformats.org/officeDocument/2006/relationships/customXml" Target="../ink/ink330.xml"/><Relationship Id="rId87" Type="http://schemas.openxmlformats.org/officeDocument/2006/relationships/image" Target="../media/image361.png"/><Relationship Id="rId110" Type="http://schemas.openxmlformats.org/officeDocument/2006/relationships/customXml" Target="../ink/ink352.xml"/><Relationship Id="rId115" Type="http://schemas.openxmlformats.org/officeDocument/2006/relationships/image" Target="../media/image375.png"/><Relationship Id="rId131" Type="http://schemas.openxmlformats.org/officeDocument/2006/relationships/image" Target="../media/image383.png"/><Relationship Id="rId136" Type="http://schemas.openxmlformats.org/officeDocument/2006/relationships/customXml" Target="../ink/ink365.xml"/><Relationship Id="rId61" Type="http://schemas.openxmlformats.org/officeDocument/2006/relationships/image" Target="../media/image348.png"/><Relationship Id="rId82" Type="http://schemas.openxmlformats.org/officeDocument/2006/relationships/customXml" Target="../ink/ink338.xml"/><Relationship Id="rId19" Type="http://schemas.openxmlformats.org/officeDocument/2006/relationships/image" Target="../media/image327.png"/><Relationship Id="rId14" Type="http://schemas.openxmlformats.org/officeDocument/2006/relationships/customXml" Target="../ink/ink304.xml"/><Relationship Id="rId30" Type="http://schemas.openxmlformats.org/officeDocument/2006/relationships/customXml" Target="../ink/ink312.xml"/><Relationship Id="rId35" Type="http://schemas.openxmlformats.org/officeDocument/2006/relationships/image" Target="../media/image335.png"/><Relationship Id="rId56" Type="http://schemas.openxmlformats.org/officeDocument/2006/relationships/customXml" Target="../ink/ink325.xml"/><Relationship Id="rId77" Type="http://schemas.openxmlformats.org/officeDocument/2006/relationships/image" Target="../media/image356.png"/><Relationship Id="rId100" Type="http://schemas.openxmlformats.org/officeDocument/2006/relationships/customXml" Target="../ink/ink347.xml"/><Relationship Id="rId105" Type="http://schemas.openxmlformats.org/officeDocument/2006/relationships/image" Target="../media/image370.png"/><Relationship Id="rId126" Type="http://schemas.openxmlformats.org/officeDocument/2006/relationships/customXml" Target="../ink/ink360.xml"/><Relationship Id="rId8" Type="http://schemas.openxmlformats.org/officeDocument/2006/relationships/customXml" Target="../ink/ink301.xml"/><Relationship Id="rId51" Type="http://schemas.openxmlformats.org/officeDocument/2006/relationships/image" Target="../media/image343.png"/><Relationship Id="rId72" Type="http://schemas.openxmlformats.org/officeDocument/2006/relationships/customXml" Target="../ink/ink333.xml"/><Relationship Id="rId93" Type="http://schemas.openxmlformats.org/officeDocument/2006/relationships/image" Target="../media/image364.png"/><Relationship Id="rId98" Type="http://schemas.openxmlformats.org/officeDocument/2006/relationships/customXml" Target="../ink/ink346.xml"/><Relationship Id="rId121" Type="http://schemas.openxmlformats.org/officeDocument/2006/relationships/image" Target="../media/image378.png"/><Relationship Id="rId3" Type="http://schemas.openxmlformats.org/officeDocument/2006/relationships/image" Target="../media/image319.png"/><Relationship Id="rId25" Type="http://schemas.openxmlformats.org/officeDocument/2006/relationships/image" Target="../media/image330.png"/><Relationship Id="rId46" Type="http://schemas.openxmlformats.org/officeDocument/2006/relationships/customXml" Target="../ink/ink320.xml"/><Relationship Id="rId67" Type="http://schemas.openxmlformats.org/officeDocument/2006/relationships/image" Target="../media/image351.png"/><Relationship Id="rId116" Type="http://schemas.openxmlformats.org/officeDocument/2006/relationships/customXml" Target="../ink/ink355.xml"/><Relationship Id="rId137" Type="http://schemas.openxmlformats.org/officeDocument/2006/relationships/image" Target="../media/image386.png"/><Relationship Id="rId20" Type="http://schemas.openxmlformats.org/officeDocument/2006/relationships/customXml" Target="../ink/ink307.xml"/><Relationship Id="rId41" Type="http://schemas.openxmlformats.org/officeDocument/2006/relationships/image" Target="../media/image338.png"/><Relationship Id="rId62" Type="http://schemas.openxmlformats.org/officeDocument/2006/relationships/customXml" Target="../ink/ink328.xml"/><Relationship Id="rId83" Type="http://schemas.openxmlformats.org/officeDocument/2006/relationships/image" Target="../media/image359.png"/><Relationship Id="rId88" Type="http://schemas.openxmlformats.org/officeDocument/2006/relationships/customXml" Target="../ink/ink341.xml"/><Relationship Id="rId111" Type="http://schemas.openxmlformats.org/officeDocument/2006/relationships/image" Target="../media/image373.png"/><Relationship Id="rId132" Type="http://schemas.openxmlformats.org/officeDocument/2006/relationships/customXml" Target="../ink/ink363.xml"/><Relationship Id="rId15" Type="http://schemas.openxmlformats.org/officeDocument/2006/relationships/image" Target="../media/image325.png"/><Relationship Id="rId36" Type="http://schemas.openxmlformats.org/officeDocument/2006/relationships/customXml" Target="../ink/ink315.xml"/><Relationship Id="rId57" Type="http://schemas.openxmlformats.org/officeDocument/2006/relationships/image" Target="../media/image346.png"/><Relationship Id="rId106" Type="http://schemas.openxmlformats.org/officeDocument/2006/relationships/customXml" Target="../ink/ink350.xml"/><Relationship Id="rId127" Type="http://schemas.openxmlformats.org/officeDocument/2006/relationships/image" Target="../media/image381.png"/><Relationship Id="rId10" Type="http://schemas.openxmlformats.org/officeDocument/2006/relationships/customXml" Target="../ink/ink302.xml"/><Relationship Id="rId31" Type="http://schemas.openxmlformats.org/officeDocument/2006/relationships/image" Target="../media/image333.png"/><Relationship Id="rId52" Type="http://schemas.openxmlformats.org/officeDocument/2006/relationships/customXml" Target="../ink/ink323.xml"/><Relationship Id="rId73" Type="http://schemas.openxmlformats.org/officeDocument/2006/relationships/image" Target="../media/image354.png"/><Relationship Id="rId78" Type="http://schemas.openxmlformats.org/officeDocument/2006/relationships/customXml" Target="../ink/ink336.xml"/><Relationship Id="rId94" Type="http://schemas.openxmlformats.org/officeDocument/2006/relationships/customXml" Target="../ink/ink344.xml"/><Relationship Id="rId99" Type="http://schemas.openxmlformats.org/officeDocument/2006/relationships/image" Target="../media/image367.png"/><Relationship Id="rId101" Type="http://schemas.openxmlformats.org/officeDocument/2006/relationships/image" Target="../media/image368.png"/><Relationship Id="rId122" Type="http://schemas.openxmlformats.org/officeDocument/2006/relationships/customXml" Target="../ink/ink358.xml"/><Relationship Id="rId4" Type="http://schemas.openxmlformats.org/officeDocument/2006/relationships/customXml" Target="../ink/ink299.xml"/><Relationship Id="rId9" Type="http://schemas.openxmlformats.org/officeDocument/2006/relationships/image" Target="../media/image322.png"/><Relationship Id="rId26" Type="http://schemas.openxmlformats.org/officeDocument/2006/relationships/customXml" Target="../ink/ink310.xml"/><Relationship Id="rId47" Type="http://schemas.openxmlformats.org/officeDocument/2006/relationships/image" Target="../media/image341.png"/><Relationship Id="rId68" Type="http://schemas.openxmlformats.org/officeDocument/2006/relationships/customXml" Target="../ink/ink331.xml"/><Relationship Id="rId89" Type="http://schemas.openxmlformats.org/officeDocument/2006/relationships/image" Target="../media/image362.png"/><Relationship Id="rId112" Type="http://schemas.openxmlformats.org/officeDocument/2006/relationships/customXml" Target="../ink/ink353.xml"/><Relationship Id="rId133" Type="http://schemas.openxmlformats.org/officeDocument/2006/relationships/image" Target="../media/image38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6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375.xml"/><Relationship Id="rId26" Type="http://schemas.openxmlformats.org/officeDocument/2006/relationships/customXml" Target="../ink/ink379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372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2" Type="http://schemas.openxmlformats.org/officeDocument/2006/relationships/customXml" Target="../ink/ink367.xml"/><Relationship Id="rId16" Type="http://schemas.openxmlformats.org/officeDocument/2006/relationships/customXml" Target="../ink/ink374.xml"/><Relationship Id="rId20" Type="http://schemas.openxmlformats.org/officeDocument/2006/relationships/customXml" Target="../ink/ink376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9.xml"/><Relationship Id="rId11" Type="http://schemas.openxmlformats.org/officeDocument/2006/relationships/image" Target="../media/image7.png"/><Relationship Id="rId24" Type="http://schemas.openxmlformats.org/officeDocument/2006/relationships/customXml" Target="../ink/ink378.xml"/><Relationship Id="rId32" Type="http://schemas.openxmlformats.org/officeDocument/2006/relationships/customXml" Target="../ink/ink382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380.xml"/><Relationship Id="rId10" Type="http://schemas.openxmlformats.org/officeDocument/2006/relationships/customXml" Target="../ink/ink371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368.xml"/><Relationship Id="rId9" Type="http://schemas.openxmlformats.org/officeDocument/2006/relationships/image" Target="../media/image6.png"/><Relationship Id="rId14" Type="http://schemas.openxmlformats.org/officeDocument/2006/relationships/customXml" Target="../ink/ink373.xml"/><Relationship Id="rId22" Type="http://schemas.openxmlformats.org/officeDocument/2006/relationships/customXml" Target="../ink/ink377.xml"/><Relationship Id="rId27" Type="http://schemas.openxmlformats.org/officeDocument/2006/relationships/image" Target="../media/image15.png"/><Relationship Id="rId30" Type="http://schemas.openxmlformats.org/officeDocument/2006/relationships/customXml" Target="../ink/ink381.xml"/><Relationship Id="rId8" Type="http://schemas.openxmlformats.org/officeDocument/2006/relationships/customXml" Target="../ink/ink370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95.xml"/><Relationship Id="rId117" Type="http://schemas.openxmlformats.org/officeDocument/2006/relationships/image" Target="../media/image435.png"/><Relationship Id="rId21" Type="http://schemas.openxmlformats.org/officeDocument/2006/relationships/image" Target="../media/image387.png"/><Relationship Id="rId42" Type="http://schemas.openxmlformats.org/officeDocument/2006/relationships/customXml" Target="../ink/ink403.xml"/><Relationship Id="rId47" Type="http://schemas.openxmlformats.org/officeDocument/2006/relationships/image" Target="../media/image400.png"/><Relationship Id="rId63" Type="http://schemas.openxmlformats.org/officeDocument/2006/relationships/image" Target="../media/image408.png"/><Relationship Id="rId68" Type="http://schemas.openxmlformats.org/officeDocument/2006/relationships/customXml" Target="../ink/ink416.xml"/><Relationship Id="rId84" Type="http://schemas.openxmlformats.org/officeDocument/2006/relationships/customXml" Target="../ink/ink424.xml"/><Relationship Id="rId89" Type="http://schemas.openxmlformats.org/officeDocument/2006/relationships/image" Target="../media/image421.png"/><Relationship Id="rId112" Type="http://schemas.openxmlformats.org/officeDocument/2006/relationships/customXml" Target="../ink/ink438.xml"/><Relationship Id="rId16" Type="http://schemas.openxmlformats.org/officeDocument/2006/relationships/customXml" Target="../ink/ink390.xml"/><Relationship Id="rId107" Type="http://schemas.openxmlformats.org/officeDocument/2006/relationships/image" Target="../media/image430.png"/><Relationship Id="rId11" Type="http://schemas.openxmlformats.org/officeDocument/2006/relationships/image" Target="../media/image23.png"/><Relationship Id="rId32" Type="http://schemas.openxmlformats.org/officeDocument/2006/relationships/customXml" Target="../ink/ink398.xml"/><Relationship Id="rId37" Type="http://schemas.openxmlformats.org/officeDocument/2006/relationships/image" Target="../media/image395.png"/><Relationship Id="rId53" Type="http://schemas.openxmlformats.org/officeDocument/2006/relationships/image" Target="../media/image403.png"/><Relationship Id="rId58" Type="http://schemas.openxmlformats.org/officeDocument/2006/relationships/customXml" Target="../ink/ink411.xml"/><Relationship Id="rId74" Type="http://schemas.openxmlformats.org/officeDocument/2006/relationships/customXml" Target="../ink/ink419.xml"/><Relationship Id="rId79" Type="http://schemas.openxmlformats.org/officeDocument/2006/relationships/image" Target="../media/image416.png"/><Relationship Id="rId102" Type="http://schemas.openxmlformats.org/officeDocument/2006/relationships/customXml" Target="../ink/ink433.xml"/><Relationship Id="rId5" Type="http://schemas.openxmlformats.org/officeDocument/2006/relationships/image" Target="../media/image20.png"/><Relationship Id="rId90" Type="http://schemas.openxmlformats.org/officeDocument/2006/relationships/customXml" Target="../ink/ink427.xml"/><Relationship Id="rId95" Type="http://schemas.openxmlformats.org/officeDocument/2006/relationships/image" Target="../media/image424.png"/><Relationship Id="rId22" Type="http://schemas.openxmlformats.org/officeDocument/2006/relationships/customXml" Target="../ink/ink393.xml"/><Relationship Id="rId27" Type="http://schemas.openxmlformats.org/officeDocument/2006/relationships/image" Target="../media/image390.png"/><Relationship Id="rId43" Type="http://schemas.openxmlformats.org/officeDocument/2006/relationships/image" Target="../media/image398.png"/><Relationship Id="rId48" Type="http://schemas.openxmlformats.org/officeDocument/2006/relationships/customXml" Target="../ink/ink406.xml"/><Relationship Id="rId64" Type="http://schemas.openxmlformats.org/officeDocument/2006/relationships/customXml" Target="../ink/ink414.xml"/><Relationship Id="rId69" Type="http://schemas.openxmlformats.org/officeDocument/2006/relationships/image" Target="../media/image411.png"/><Relationship Id="rId113" Type="http://schemas.openxmlformats.org/officeDocument/2006/relationships/image" Target="../media/image433.png"/><Relationship Id="rId118" Type="http://schemas.openxmlformats.org/officeDocument/2006/relationships/customXml" Target="../ink/ink441.xml"/><Relationship Id="rId80" Type="http://schemas.openxmlformats.org/officeDocument/2006/relationships/customXml" Target="../ink/ink422.xml"/><Relationship Id="rId85" Type="http://schemas.openxmlformats.org/officeDocument/2006/relationships/image" Target="../media/image419.png"/><Relationship Id="rId12" Type="http://schemas.openxmlformats.org/officeDocument/2006/relationships/customXml" Target="../ink/ink388.xml"/><Relationship Id="rId17" Type="http://schemas.openxmlformats.org/officeDocument/2006/relationships/image" Target="../media/image26.png"/><Relationship Id="rId33" Type="http://schemas.openxmlformats.org/officeDocument/2006/relationships/image" Target="../media/image393.png"/><Relationship Id="rId38" Type="http://schemas.openxmlformats.org/officeDocument/2006/relationships/customXml" Target="../ink/ink401.xml"/><Relationship Id="rId59" Type="http://schemas.openxmlformats.org/officeDocument/2006/relationships/image" Target="../media/image406.png"/><Relationship Id="rId103" Type="http://schemas.openxmlformats.org/officeDocument/2006/relationships/image" Target="../media/image428.png"/><Relationship Id="rId108" Type="http://schemas.openxmlformats.org/officeDocument/2006/relationships/customXml" Target="../ink/ink436.xml"/><Relationship Id="rId54" Type="http://schemas.openxmlformats.org/officeDocument/2006/relationships/customXml" Target="../ink/ink409.xml"/><Relationship Id="rId70" Type="http://schemas.openxmlformats.org/officeDocument/2006/relationships/customXml" Target="../ink/ink417.xml"/><Relationship Id="rId75" Type="http://schemas.openxmlformats.org/officeDocument/2006/relationships/image" Target="../media/image414.png"/><Relationship Id="rId91" Type="http://schemas.openxmlformats.org/officeDocument/2006/relationships/image" Target="../media/image422.png"/><Relationship Id="rId96" Type="http://schemas.openxmlformats.org/officeDocument/2006/relationships/customXml" Target="../ink/ink4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5.xml"/><Relationship Id="rId23" Type="http://schemas.openxmlformats.org/officeDocument/2006/relationships/image" Target="../media/image388.png"/><Relationship Id="rId28" Type="http://schemas.openxmlformats.org/officeDocument/2006/relationships/customXml" Target="../ink/ink396.xml"/><Relationship Id="rId49" Type="http://schemas.openxmlformats.org/officeDocument/2006/relationships/image" Target="../media/image401.png"/><Relationship Id="rId114" Type="http://schemas.openxmlformats.org/officeDocument/2006/relationships/customXml" Target="../ink/ink439.xml"/><Relationship Id="rId119" Type="http://schemas.openxmlformats.org/officeDocument/2006/relationships/image" Target="../media/image436.png"/><Relationship Id="rId44" Type="http://schemas.openxmlformats.org/officeDocument/2006/relationships/customXml" Target="../ink/ink404.xml"/><Relationship Id="rId60" Type="http://schemas.openxmlformats.org/officeDocument/2006/relationships/customXml" Target="../ink/ink412.xml"/><Relationship Id="rId65" Type="http://schemas.openxmlformats.org/officeDocument/2006/relationships/image" Target="../media/image409.png"/><Relationship Id="rId81" Type="http://schemas.openxmlformats.org/officeDocument/2006/relationships/image" Target="../media/image417.png"/><Relationship Id="rId86" Type="http://schemas.openxmlformats.org/officeDocument/2006/relationships/customXml" Target="../ink/ink425.xml"/><Relationship Id="rId4" Type="http://schemas.openxmlformats.org/officeDocument/2006/relationships/customXml" Target="../ink/ink384.xml"/><Relationship Id="rId9" Type="http://schemas.openxmlformats.org/officeDocument/2006/relationships/image" Target="../media/image22.png"/><Relationship Id="rId13" Type="http://schemas.openxmlformats.org/officeDocument/2006/relationships/image" Target="../media/image24.png"/><Relationship Id="rId18" Type="http://schemas.openxmlformats.org/officeDocument/2006/relationships/customXml" Target="../ink/ink391.xml"/><Relationship Id="rId39" Type="http://schemas.openxmlformats.org/officeDocument/2006/relationships/image" Target="../media/image396.png"/><Relationship Id="rId109" Type="http://schemas.openxmlformats.org/officeDocument/2006/relationships/image" Target="../media/image431.png"/><Relationship Id="rId34" Type="http://schemas.openxmlformats.org/officeDocument/2006/relationships/customXml" Target="../ink/ink399.xml"/><Relationship Id="rId50" Type="http://schemas.openxmlformats.org/officeDocument/2006/relationships/customXml" Target="../ink/ink407.xml"/><Relationship Id="rId55" Type="http://schemas.openxmlformats.org/officeDocument/2006/relationships/image" Target="../media/image404.png"/><Relationship Id="rId76" Type="http://schemas.openxmlformats.org/officeDocument/2006/relationships/customXml" Target="../ink/ink420.xml"/><Relationship Id="rId97" Type="http://schemas.openxmlformats.org/officeDocument/2006/relationships/image" Target="../media/image425.png"/><Relationship Id="rId104" Type="http://schemas.openxmlformats.org/officeDocument/2006/relationships/customXml" Target="../ink/ink434.xml"/><Relationship Id="rId120" Type="http://schemas.openxmlformats.org/officeDocument/2006/relationships/customXml" Target="../ink/ink442.xml"/><Relationship Id="rId7" Type="http://schemas.openxmlformats.org/officeDocument/2006/relationships/image" Target="../media/image21.png"/><Relationship Id="rId71" Type="http://schemas.openxmlformats.org/officeDocument/2006/relationships/image" Target="../media/image412.png"/><Relationship Id="rId92" Type="http://schemas.openxmlformats.org/officeDocument/2006/relationships/customXml" Target="../ink/ink428.xml"/><Relationship Id="rId2" Type="http://schemas.openxmlformats.org/officeDocument/2006/relationships/customXml" Target="../ink/ink383.xml"/><Relationship Id="rId29" Type="http://schemas.openxmlformats.org/officeDocument/2006/relationships/image" Target="../media/image391.png"/><Relationship Id="rId24" Type="http://schemas.openxmlformats.org/officeDocument/2006/relationships/customXml" Target="../ink/ink394.xml"/><Relationship Id="rId40" Type="http://schemas.openxmlformats.org/officeDocument/2006/relationships/customXml" Target="../ink/ink402.xml"/><Relationship Id="rId45" Type="http://schemas.openxmlformats.org/officeDocument/2006/relationships/image" Target="../media/image399.png"/><Relationship Id="rId66" Type="http://schemas.openxmlformats.org/officeDocument/2006/relationships/customXml" Target="../ink/ink415.xml"/><Relationship Id="rId87" Type="http://schemas.openxmlformats.org/officeDocument/2006/relationships/image" Target="../media/image420.png"/><Relationship Id="rId110" Type="http://schemas.openxmlformats.org/officeDocument/2006/relationships/customXml" Target="../ink/ink437.xml"/><Relationship Id="rId115" Type="http://schemas.openxmlformats.org/officeDocument/2006/relationships/image" Target="../media/image434.png"/><Relationship Id="rId61" Type="http://schemas.openxmlformats.org/officeDocument/2006/relationships/image" Target="../media/image407.png"/><Relationship Id="rId82" Type="http://schemas.openxmlformats.org/officeDocument/2006/relationships/customXml" Target="../ink/ink423.xml"/><Relationship Id="rId19" Type="http://schemas.openxmlformats.org/officeDocument/2006/relationships/image" Target="../media/image28.png"/><Relationship Id="rId14" Type="http://schemas.openxmlformats.org/officeDocument/2006/relationships/customXml" Target="../ink/ink389.xml"/><Relationship Id="rId30" Type="http://schemas.openxmlformats.org/officeDocument/2006/relationships/customXml" Target="../ink/ink397.xml"/><Relationship Id="rId35" Type="http://schemas.openxmlformats.org/officeDocument/2006/relationships/image" Target="../media/image394.png"/><Relationship Id="rId56" Type="http://schemas.openxmlformats.org/officeDocument/2006/relationships/customXml" Target="../ink/ink410.xml"/><Relationship Id="rId77" Type="http://schemas.openxmlformats.org/officeDocument/2006/relationships/image" Target="../media/image415.png"/><Relationship Id="rId100" Type="http://schemas.openxmlformats.org/officeDocument/2006/relationships/customXml" Target="../ink/ink432.xml"/><Relationship Id="rId105" Type="http://schemas.openxmlformats.org/officeDocument/2006/relationships/image" Target="../media/image429.png"/><Relationship Id="rId8" Type="http://schemas.openxmlformats.org/officeDocument/2006/relationships/customXml" Target="../ink/ink386.xml"/><Relationship Id="rId51" Type="http://schemas.openxmlformats.org/officeDocument/2006/relationships/image" Target="../media/image402.png"/><Relationship Id="rId72" Type="http://schemas.openxmlformats.org/officeDocument/2006/relationships/customXml" Target="../ink/ink418.xml"/><Relationship Id="rId93" Type="http://schemas.openxmlformats.org/officeDocument/2006/relationships/image" Target="../media/image423.png"/><Relationship Id="rId98" Type="http://schemas.openxmlformats.org/officeDocument/2006/relationships/customXml" Target="../ink/ink431.xml"/><Relationship Id="rId121" Type="http://schemas.openxmlformats.org/officeDocument/2006/relationships/image" Target="../media/image437.png"/><Relationship Id="rId3" Type="http://schemas.openxmlformats.org/officeDocument/2006/relationships/image" Target="../media/image19.png"/><Relationship Id="rId25" Type="http://schemas.openxmlformats.org/officeDocument/2006/relationships/image" Target="../media/image389.png"/><Relationship Id="rId46" Type="http://schemas.openxmlformats.org/officeDocument/2006/relationships/customXml" Target="../ink/ink405.xml"/><Relationship Id="rId67" Type="http://schemas.openxmlformats.org/officeDocument/2006/relationships/image" Target="../media/image410.png"/><Relationship Id="rId116" Type="http://schemas.openxmlformats.org/officeDocument/2006/relationships/customXml" Target="../ink/ink440.xml"/><Relationship Id="rId20" Type="http://schemas.openxmlformats.org/officeDocument/2006/relationships/customXml" Target="../ink/ink392.xml"/><Relationship Id="rId41" Type="http://schemas.openxmlformats.org/officeDocument/2006/relationships/image" Target="../media/image397.png"/><Relationship Id="rId62" Type="http://schemas.openxmlformats.org/officeDocument/2006/relationships/customXml" Target="../ink/ink413.xml"/><Relationship Id="rId83" Type="http://schemas.openxmlformats.org/officeDocument/2006/relationships/image" Target="../media/image418.png"/><Relationship Id="rId88" Type="http://schemas.openxmlformats.org/officeDocument/2006/relationships/customXml" Target="../ink/ink426.xml"/><Relationship Id="rId111" Type="http://schemas.openxmlformats.org/officeDocument/2006/relationships/image" Target="../media/image432.png"/><Relationship Id="rId15" Type="http://schemas.openxmlformats.org/officeDocument/2006/relationships/image" Target="../media/image25.png"/><Relationship Id="rId36" Type="http://schemas.openxmlformats.org/officeDocument/2006/relationships/customXml" Target="../ink/ink400.xml"/><Relationship Id="rId57" Type="http://schemas.openxmlformats.org/officeDocument/2006/relationships/image" Target="../media/image405.png"/><Relationship Id="rId106" Type="http://schemas.openxmlformats.org/officeDocument/2006/relationships/customXml" Target="../ink/ink435.xml"/><Relationship Id="rId10" Type="http://schemas.openxmlformats.org/officeDocument/2006/relationships/customXml" Target="../ink/ink387.xml"/><Relationship Id="rId31" Type="http://schemas.openxmlformats.org/officeDocument/2006/relationships/image" Target="../media/image392.png"/><Relationship Id="rId52" Type="http://schemas.openxmlformats.org/officeDocument/2006/relationships/customXml" Target="../ink/ink408.xml"/><Relationship Id="rId73" Type="http://schemas.openxmlformats.org/officeDocument/2006/relationships/image" Target="../media/image413.png"/><Relationship Id="rId78" Type="http://schemas.openxmlformats.org/officeDocument/2006/relationships/customXml" Target="../ink/ink421.xml"/><Relationship Id="rId94" Type="http://schemas.openxmlformats.org/officeDocument/2006/relationships/customXml" Target="../ink/ink429.xml"/><Relationship Id="rId99" Type="http://schemas.openxmlformats.org/officeDocument/2006/relationships/image" Target="../media/image426.png"/><Relationship Id="rId101" Type="http://schemas.openxmlformats.org/officeDocument/2006/relationships/image" Target="../media/image427.png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5.png"/><Relationship Id="rId21" Type="http://schemas.openxmlformats.org/officeDocument/2006/relationships/image" Target="../media/image447.png"/><Relationship Id="rId42" Type="http://schemas.openxmlformats.org/officeDocument/2006/relationships/customXml" Target="../ink/ink463.xml"/><Relationship Id="rId63" Type="http://schemas.openxmlformats.org/officeDocument/2006/relationships/image" Target="../media/image468.png"/><Relationship Id="rId84" Type="http://schemas.openxmlformats.org/officeDocument/2006/relationships/customXml" Target="../ink/ink484.xml"/><Relationship Id="rId138" Type="http://schemas.openxmlformats.org/officeDocument/2006/relationships/customXml" Target="../ink/ink511.xml"/><Relationship Id="rId159" Type="http://schemas.openxmlformats.org/officeDocument/2006/relationships/image" Target="../media/image516.png"/><Relationship Id="rId170" Type="http://schemas.openxmlformats.org/officeDocument/2006/relationships/customXml" Target="../ink/ink527.xml"/><Relationship Id="rId191" Type="http://schemas.openxmlformats.org/officeDocument/2006/relationships/image" Target="../media/image532.png"/><Relationship Id="rId205" Type="http://schemas.openxmlformats.org/officeDocument/2006/relationships/image" Target="../media/image539.png"/><Relationship Id="rId226" Type="http://schemas.openxmlformats.org/officeDocument/2006/relationships/customXml" Target="../ink/ink555.xml"/><Relationship Id="rId247" Type="http://schemas.openxmlformats.org/officeDocument/2006/relationships/image" Target="../media/image560.png"/><Relationship Id="rId107" Type="http://schemas.openxmlformats.org/officeDocument/2006/relationships/image" Target="../media/image490.png"/><Relationship Id="rId11" Type="http://schemas.openxmlformats.org/officeDocument/2006/relationships/image" Target="../media/image442.png"/><Relationship Id="rId32" Type="http://schemas.openxmlformats.org/officeDocument/2006/relationships/customXml" Target="../ink/ink458.xml"/><Relationship Id="rId53" Type="http://schemas.openxmlformats.org/officeDocument/2006/relationships/image" Target="../media/image463.png"/><Relationship Id="rId74" Type="http://schemas.openxmlformats.org/officeDocument/2006/relationships/customXml" Target="../ink/ink479.xml"/><Relationship Id="rId128" Type="http://schemas.openxmlformats.org/officeDocument/2006/relationships/customXml" Target="../ink/ink506.xml"/><Relationship Id="rId149" Type="http://schemas.openxmlformats.org/officeDocument/2006/relationships/image" Target="../media/image511.png"/><Relationship Id="rId5" Type="http://schemas.openxmlformats.org/officeDocument/2006/relationships/image" Target="../media/image439.png"/><Relationship Id="rId95" Type="http://schemas.openxmlformats.org/officeDocument/2006/relationships/image" Target="../media/image484.png"/><Relationship Id="rId160" Type="http://schemas.openxmlformats.org/officeDocument/2006/relationships/customXml" Target="../ink/ink522.xml"/><Relationship Id="rId181" Type="http://schemas.openxmlformats.org/officeDocument/2006/relationships/image" Target="../media/image527.png"/><Relationship Id="rId216" Type="http://schemas.openxmlformats.org/officeDocument/2006/relationships/customXml" Target="../ink/ink550.xml"/><Relationship Id="rId237" Type="http://schemas.openxmlformats.org/officeDocument/2006/relationships/image" Target="../media/image555.png"/><Relationship Id="rId22" Type="http://schemas.openxmlformats.org/officeDocument/2006/relationships/customXml" Target="../ink/ink453.xml"/><Relationship Id="rId43" Type="http://schemas.openxmlformats.org/officeDocument/2006/relationships/image" Target="../media/image458.png"/><Relationship Id="rId64" Type="http://schemas.openxmlformats.org/officeDocument/2006/relationships/customXml" Target="../ink/ink474.xml"/><Relationship Id="rId118" Type="http://schemas.openxmlformats.org/officeDocument/2006/relationships/customXml" Target="../ink/ink501.xml"/><Relationship Id="rId139" Type="http://schemas.openxmlformats.org/officeDocument/2006/relationships/image" Target="../media/image506.png"/><Relationship Id="rId85" Type="http://schemas.openxmlformats.org/officeDocument/2006/relationships/image" Target="../media/image479.png"/><Relationship Id="rId150" Type="http://schemas.openxmlformats.org/officeDocument/2006/relationships/customXml" Target="../ink/ink517.xml"/><Relationship Id="rId171" Type="http://schemas.openxmlformats.org/officeDocument/2006/relationships/image" Target="../media/image522.png"/><Relationship Id="rId192" Type="http://schemas.openxmlformats.org/officeDocument/2006/relationships/customXml" Target="../ink/ink538.xml"/><Relationship Id="rId206" Type="http://schemas.openxmlformats.org/officeDocument/2006/relationships/customXml" Target="../ink/ink545.xml"/><Relationship Id="rId227" Type="http://schemas.openxmlformats.org/officeDocument/2006/relationships/image" Target="../media/image550.png"/><Relationship Id="rId248" Type="http://schemas.openxmlformats.org/officeDocument/2006/relationships/customXml" Target="../ink/ink566.xml"/><Relationship Id="rId12" Type="http://schemas.openxmlformats.org/officeDocument/2006/relationships/customXml" Target="../ink/ink448.xml"/><Relationship Id="rId33" Type="http://schemas.openxmlformats.org/officeDocument/2006/relationships/image" Target="../media/image453.png"/><Relationship Id="rId108" Type="http://schemas.openxmlformats.org/officeDocument/2006/relationships/customXml" Target="../ink/ink496.xml"/><Relationship Id="rId129" Type="http://schemas.openxmlformats.org/officeDocument/2006/relationships/image" Target="../media/image501.png"/><Relationship Id="rId54" Type="http://schemas.openxmlformats.org/officeDocument/2006/relationships/customXml" Target="../ink/ink469.xml"/><Relationship Id="rId75" Type="http://schemas.openxmlformats.org/officeDocument/2006/relationships/image" Target="../media/image474.png"/><Relationship Id="rId96" Type="http://schemas.openxmlformats.org/officeDocument/2006/relationships/customXml" Target="../ink/ink490.xml"/><Relationship Id="rId140" Type="http://schemas.openxmlformats.org/officeDocument/2006/relationships/customXml" Target="../ink/ink512.xml"/><Relationship Id="rId161" Type="http://schemas.openxmlformats.org/officeDocument/2006/relationships/image" Target="../media/image517.png"/><Relationship Id="rId182" Type="http://schemas.openxmlformats.org/officeDocument/2006/relationships/customXml" Target="../ink/ink533.xml"/><Relationship Id="rId217" Type="http://schemas.openxmlformats.org/officeDocument/2006/relationships/image" Target="../media/image545.png"/><Relationship Id="rId6" Type="http://schemas.openxmlformats.org/officeDocument/2006/relationships/customXml" Target="../ink/ink445.xml"/><Relationship Id="rId238" Type="http://schemas.openxmlformats.org/officeDocument/2006/relationships/customXml" Target="../ink/ink561.xml"/><Relationship Id="rId23" Type="http://schemas.openxmlformats.org/officeDocument/2006/relationships/image" Target="../media/image448.png"/><Relationship Id="rId119" Type="http://schemas.openxmlformats.org/officeDocument/2006/relationships/image" Target="../media/image496.png"/><Relationship Id="rId44" Type="http://schemas.openxmlformats.org/officeDocument/2006/relationships/customXml" Target="../ink/ink464.xml"/><Relationship Id="rId65" Type="http://schemas.openxmlformats.org/officeDocument/2006/relationships/image" Target="../media/image469.png"/><Relationship Id="rId86" Type="http://schemas.openxmlformats.org/officeDocument/2006/relationships/customXml" Target="../ink/ink485.xml"/><Relationship Id="rId130" Type="http://schemas.openxmlformats.org/officeDocument/2006/relationships/customXml" Target="../ink/ink507.xml"/><Relationship Id="rId151" Type="http://schemas.openxmlformats.org/officeDocument/2006/relationships/image" Target="../media/image512.png"/><Relationship Id="rId172" Type="http://schemas.openxmlformats.org/officeDocument/2006/relationships/customXml" Target="../ink/ink528.xml"/><Relationship Id="rId193" Type="http://schemas.openxmlformats.org/officeDocument/2006/relationships/image" Target="../media/image533.png"/><Relationship Id="rId207" Type="http://schemas.openxmlformats.org/officeDocument/2006/relationships/image" Target="../media/image540.png"/><Relationship Id="rId228" Type="http://schemas.openxmlformats.org/officeDocument/2006/relationships/customXml" Target="../ink/ink556.xml"/><Relationship Id="rId249" Type="http://schemas.openxmlformats.org/officeDocument/2006/relationships/image" Target="../media/image561.png"/><Relationship Id="rId13" Type="http://schemas.openxmlformats.org/officeDocument/2006/relationships/image" Target="../media/image443.png"/><Relationship Id="rId109" Type="http://schemas.openxmlformats.org/officeDocument/2006/relationships/image" Target="../media/image491.png"/><Relationship Id="rId34" Type="http://schemas.openxmlformats.org/officeDocument/2006/relationships/customXml" Target="../ink/ink459.xml"/><Relationship Id="rId55" Type="http://schemas.openxmlformats.org/officeDocument/2006/relationships/image" Target="../media/image464.png"/><Relationship Id="rId76" Type="http://schemas.openxmlformats.org/officeDocument/2006/relationships/customXml" Target="../ink/ink480.xml"/><Relationship Id="rId97" Type="http://schemas.openxmlformats.org/officeDocument/2006/relationships/image" Target="../media/image485.png"/><Relationship Id="rId120" Type="http://schemas.openxmlformats.org/officeDocument/2006/relationships/customXml" Target="../ink/ink502.xml"/><Relationship Id="rId141" Type="http://schemas.openxmlformats.org/officeDocument/2006/relationships/image" Target="../media/image507.png"/><Relationship Id="rId7" Type="http://schemas.openxmlformats.org/officeDocument/2006/relationships/image" Target="../media/image440.png"/><Relationship Id="rId162" Type="http://schemas.openxmlformats.org/officeDocument/2006/relationships/customXml" Target="../ink/ink523.xml"/><Relationship Id="rId183" Type="http://schemas.openxmlformats.org/officeDocument/2006/relationships/image" Target="../media/image528.png"/><Relationship Id="rId218" Type="http://schemas.openxmlformats.org/officeDocument/2006/relationships/customXml" Target="../ink/ink551.xml"/><Relationship Id="rId239" Type="http://schemas.openxmlformats.org/officeDocument/2006/relationships/image" Target="../media/image556.png"/><Relationship Id="rId250" Type="http://schemas.openxmlformats.org/officeDocument/2006/relationships/customXml" Target="../ink/ink567.xml"/><Relationship Id="rId24" Type="http://schemas.openxmlformats.org/officeDocument/2006/relationships/customXml" Target="../ink/ink454.xml"/><Relationship Id="rId45" Type="http://schemas.openxmlformats.org/officeDocument/2006/relationships/image" Target="../media/image459.png"/><Relationship Id="rId66" Type="http://schemas.openxmlformats.org/officeDocument/2006/relationships/customXml" Target="../ink/ink475.xml"/><Relationship Id="rId87" Type="http://schemas.openxmlformats.org/officeDocument/2006/relationships/image" Target="../media/image480.png"/><Relationship Id="rId110" Type="http://schemas.openxmlformats.org/officeDocument/2006/relationships/customXml" Target="../ink/ink497.xml"/><Relationship Id="rId131" Type="http://schemas.openxmlformats.org/officeDocument/2006/relationships/image" Target="../media/image502.png"/><Relationship Id="rId152" Type="http://schemas.openxmlformats.org/officeDocument/2006/relationships/customXml" Target="../ink/ink518.xml"/><Relationship Id="rId173" Type="http://schemas.openxmlformats.org/officeDocument/2006/relationships/image" Target="../media/image523.png"/><Relationship Id="rId194" Type="http://schemas.openxmlformats.org/officeDocument/2006/relationships/customXml" Target="../ink/ink539.xml"/><Relationship Id="rId208" Type="http://schemas.openxmlformats.org/officeDocument/2006/relationships/customXml" Target="../ink/ink546.xml"/><Relationship Id="rId229" Type="http://schemas.openxmlformats.org/officeDocument/2006/relationships/image" Target="../media/image551.png"/><Relationship Id="rId240" Type="http://schemas.openxmlformats.org/officeDocument/2006/relationships/customXml" Target="../ink/ink562.xml"/><Relationship Id="rId14" Type="http://schemas.openxmlformats.org/officeDocument/2006/relationships/customXml" Target="../ink/ink449.xml"/><Relationship Id="rId35" Type="http://schemas.openxmlformats.org/officeDocument/2006/relationships/image" Target="../media/image454.png"/><Relationship Id="rId56" Type="http://schemas.openxmlformats.org/officeDocument/2006/relationships/customXml" Target="../ink/ink470.xml"/><Relationship Id="rId77" Type="http://schemas.openxmlformats.org/officeDocument/2006/relationships/image" Target="../media/image475.png"/><Relationship Id="rId100" Type="http://schemas.openxmlformats.org/officeDocument/2006/relationships/customXml" Target="../ink/ink492.xml"/><Relationship Id="rId8" Type="http://schemas.openxmlformats.org/officeDocument/2006/relationships/customXml" Target="../ink/ink446.xml"/><Relationship Id="rId98" Type="http://schemas.openxmlformats.org/officeDocument/2006/relationships/customXml" Target="../ink/ink491.xml"/><Relationship Id="rId121" Type="http://schemas.openxmlformats.org/officeDocument/2006/relationships/image" Target="../media/image497.png"/><Relationship Id="rId142" Type="http://schemas.openxmlformats.org/officeDocument/2006/relationships/customXml" Target="../ink/ink513.xml"/><Relationship Id="rId163" Type="http://schemas.openxmlformats.org/officeDocument/2006/relationships/image" Target="../media/image518.png"/><Relationship Id="rId184" Type="http://schemas.openxmlformats.org/officeDocument/2006/relationships/customXml" Target="../ink/ink534.xml"/><Relationship Id="rId219" Type="http://schemas.openxmlformats.org/officeDocument/2006/relationships/image" Target="../media/image546.png"/><Relationship Id="rId230" Type="http://schemas.openxmlformats.org/officeDocument/2006/relationships/customXml" Target="../ink/ink557.xml"/><Relationship Id="rId251" Type="http://schemas.openxmlformats.org/officeDocument/2006/relationships/image" Target="../media/image562.png"/><Relationship Id="rId25" Type="http://schemas.openxmlformats.org/officeDocument/2006/relationships/image" Target="../media/image449.png"/><Relationship Id="rId46" Type="http://schemas.openxmlformats.org/officeDocument/2006/relationships/customXml" Target="../ink/ink465.xml"/><Relationship Id="rId67" Type="http://schemas.openxmlformats.org/officeDocument/2006/relationships/image" Target="../media/image470.png"/><Relationship Id="rId88" Type="http://schemas.openxmlformats.org/officeDocument/2006/relationships/customXml" Target="../ink/ink486.xml"/><Relationship Id="rId111" Type="http://schemas.openxmlformats.org/officeDocument/2006/relationships/image" Target="../media/image492.png"/><Relationship Id="rId132" Type="http://schemas.openxmlformats.org/officeDocument/2006/relationships/customXml" Target="../ink/ink508.xml"/><Relationship Id="rId153" Type="http://schemas.openxmlformats.org/officeDocument/2006/relationships/image" Target="../media/image513.png"/><Relationship Id="rId174" Type="http://schemas.openxmlformats.org/officeDocument/2006/relationships/customXml" Target="../ink/ink529.xml"/><Relationship Id="rId195" Type="http://schemas.openxmlformats.org/officeDocument/2006/relationships/image" Target="../media/image534.png"/><Relationship Id="rId209" Type="http://schemas.openxmlformats.org/officeDocument/2006/relationships/image" Target="../media/image541.png"/><Relationship Id="rId220" Type="http://schemas.openxmlformats.org/officeDocument/2006/relationships/customXml" Target="../ink/ink552.xml"/><Relationship Id="rId241" Type="http://schemas.openxmlformats.org/officeDocument/2006/relationships/image" Target="../media/image557.png"/><Relationship Id="rId15" Type="http://schemas.openxmlformats.org/officeDocument/2006/relationships/image" Target="../media/image444.png"/><Relationship Id="rId36" Type="http://schemas.openxmlformats.org/officeDocument/2006/relationships/customXml" Target="../ink/ink460.xml"/><Relationship Id="rId57" Type="http://schemas.openxmlformats.org/officeDocument/2006/relationships/image" Target="../media/image465.png"/><Relationship Id="rId78" Type="http://schemas.openxmlformats.org/officeDocument/2006/relationships/customXml" Target="../ink/ink481.xml"/><Relationship Id="rId99" Type="http://schemas.openxmlformats.org/officeDocument/2006/relationships/image" Target="../media/image486.png"/><Relationship Id="rId101" Type="http://schemas.openxmlformats.org/officeDocument/2006/relationships/image" Target="../media/image487.png"/><Relationship Id="rId122" Type="http://schemas.openxmlformats.org/officeDocument/2006/relationships/customXml" Target="../ink/ink503.xml"/><Relationship Id="rId143" Type="http://schemas.openxmlformats.org/officeDocument/2006/relationships/image" Target="../media/image508.png"/><Relationship Id="rId164" Type="http://schemas.openxmlformats.org/officeDocument/2006/relationships/customXml" Target="../ink/ink524.xml"/><Relationship Id="rId185" Type="http://schemas.openxmlformats.org/officeDocument/2006/relationships/image" Target="../media/image529.png"/><Relationship Id="rId4" Type="http://schemas.openxmlformats.org/officeDocument/2006/relationships/customXml" Target="../ink/ink444.xml"/><Relationship Id="rId9" Type="http://schemas.openxmlformats.org/officeDocument/2006/relationships/image" Target="../media/image441.png"/><Relationship Id="rId180" Type="http://schemas.openxmlformats.org/officeDocument/2006/relationships/customXml" Target="../ink/ink532.xml"/><Relationship Id="rId210" Type="http://schemas.openxmlformats.org/officeDocument/2006/relationships/customXml" Target="../ink/ink547.xml"/><Relationship Id="rId215" Type="http://schemas.openxmlformats.org/officeDocument/2006/relationships/image" Target="../media/image544.png"/><Relationship Id="rId236" Type="http://schemas.openxmlformats.org/officeDocument/2006/relationships/customXml" Target="../ink/ink560.xml"/><Relationship Id="rId26" Type="http://schemas.openxmlformats.org/officeDocument/2006/relationships/customXml" Target="../ink/ink455.xml"/><Relationship Id="rId231" Type="http://schemas.openxmlformats.org/officeDocument/2006/relationships/image" Target="../media/image552.png"/><Relationship Id="rId47" Type="http://schemas.openxmlformats.org/officeDocument/2006/relationships/image" Target="../media/image460.png"/><Relationship Id="rId68" Type="http://schemas.openxmlformats.org/officeDocument/2006/relationships/customXml" Target="../ink/ink476.xml"/><Relationship Id="rId89" Type="http://schemas.openxmlformats.org/officeDocument/2006/relationships/image" Target="../media/image481.png"/><Relationship Id="rId112" Type="http://schemas.openxmlformats.org/officeDocument/2006/relationships/customXml" Target="../ink/ink498.xml"/><Relationship Id="rId133" Type="http://schemas.openxmlformats.org/officeDocument/2006/relationships/image" Target="../media/image503.png"/><Relationship Id="rId154" Type="http://schemas.openxmlformats.org/officeDocument/2006/relationships/customXml" Target="../ink/ink519.xml"/><Relationship Id="rId175" Type="http://schemas.openxmlformats.org/officeDocument/2006/relationships/image" Target="../media/image524.png"/><Relationship Id="rId196" Type="http://schemas.openxmlformats.org/officeDocument/2006/relationships/customXml" Target="../ink/ink540.xml"/><Relationship Id="rId200" Type="http://schemas.openxmlformats.org/officeDocument/2006/relationships/customXml" Target="../ink/ink542.xml"/><Relationship Id="rId16" Type="http://schemas.openxmlformats.org/officeDocument/2006/relationships/customXml" Target="../ink/ink450.xml"/><Relationship Id="rId221" Type="http://schemas.openxmlformats.org/officeDocument/2006/relationships/image" Target="../media/image547.png"/><Relationship Id="rId242" Type="http://schemas.openxmlformats.org/officeDocument/2006/relationships/customXml" Target="../ink/ink563.xml"/><Relationship Id="rId37" Type="http://schemas.openxmlformats.org/officeDocument/2006/relationships/image" Target="../media/image455.png"/><Relationship Id="rId58" Type="http://schemas.openxmlformats.org/officeDocument/2006/relationships/customXml" Target="../ink/ink471.xml"/><Relationship Id="rId79" Type="http://schemas.openxmlformats.org/officeDocument/2006/relationships/image" Target="../media/image476.png"/><Relationship Id="rId102" Type="http://schemas.openxmlformats.org/officeDocument/2006/relationships/customXml" Target="../ink/ink493.xml"/><Relationship Id="rId123" Type="http://schemas.openxmlformats.org/officeDocument/2006/relationships/image" Target="../media/image498.png"/><Relationship Id="rId144" Type="http://schemas.openxmlformats.org/officeDocument/2006/relationships/customXml" Target="../ink/ink514.xml"/><Relationship Id="rId90" Type="http://schemas.openxmlformats.org/officeDocument/2006/relationships/customXml" Target="../ink/ink487.xml"/><Relationship Id="rId165" Type="http://schemas.openxmlformats.org/officeDocument/2006/relationships/image" Target="../media/image519.png"/><Relationship Id="rId186" Type="http://schemas.openxmlformats.org/officeDocument/2006/relationships/customXml" Target="../ink/ink535.xml"/><Relationship Id="rId211" Type="http://schemas.openxmlformats.org/officeDocument/2006/relationships/image" Target="../media/image542.png"/><Relationship Id="rId232" Type="http://schemas.openxmlformats.org/officeDocument/2006/relationships/customXml" Target="../ink/ink558.xml"/><Relationship Id="rId27" Type="http://schemas.openxmlformats.org/officeDocument/2006/relationships/image" Target="../media/image450.png"/><Relationship Id="rId48" Type="http://schemas.openxmlformats.org/officeDocument/2006/relationships/customXml" Target="../ink/ink466.xml"/><Relationship Id="rId69" Type="http://schemas.openxmlformats.org/officeDocument/2006/relationships/image" Target="../media/image471.png"/><Relationship Id="rId113" Type="http://schemas.openxmlformats.org/officeDocument/2006/relationships/image" Target="../media/image493.png"/><Relationship Id="rId134" Type="http://schemas.openxmlformats.org/officeDocument/2006/relationships/customXml" Target="../ink/ink509.xml"/><Relationship Id="rId80" Type="http://schemas.openxmlformats.org/officeDocument/2006/relationships/customXml" Target="../ink/ink482.xml"/><Relationship Id="rId155" Type="http://schemas.openxmlformats.org/officeDocument/2006/relationships/image" Target="../media/image514.png"/><Relationship Id="rId176" Type="http://schemas.openxmlformats.org/officeDocument/2006/relationships/customXml" Target="../ink/ink530.xml"/><Relationship Id="rId197" Type="http://schemas.openxmlformats.org/officeDocument/2006/relationships/image" Target="../media/image535.png"/><Relationship Id="rId201" Type="http://schemas.openxmlformats.org/officeDocument/2006/relationships/image" Target="../media/image537.png"/><Relationship Id="rId222" Type="http://schemas.openxmlformats.org/officeDocument/2006/relationships/customXml" Target="../ink/ink553.xml"/><Relationship Id="rId243" Type="http://schemas.openxmlformats.org/officeDocument/2006/relationships/image" Target="../media/image558.png"/><Relationship Id="rId17" Type="http://schemas.openxmlformats.org/officeDocument/2006/relationships/image" Target="../media/image445.png"/><Relationship Id="rId38" Type="http://schemas.openxmlformats.org/officeDocument/2006/relationships/customXml" Target="../ink/ink461.xml"/><Relationship Id="rId59" Type="http://schemas.openxmlformats.org/officeDocument/2006/relationships/image" Target="../media/image466.png"/><Relationship Id="rId103" Type="http://schemas.openxmlformats.org/officeDocument/2006/relationships/image" Target="../media/image488.png"/><Relationship Id="rId124" Type="http://schemas.openxmlformats.org/officeDocument/2006/relationships/customXml" Target="../ink/ink504.xml"/><Relationship Id="rId70" Type="http://schemas.openxmlformats.org/officeDocument/2006/relationships/customXml" Target="../ink/ink477.xml"/><Relationship Id="rId91" Type="http://schemas.openxmlformats.org/officeDocument/2006/relationships/image" Target="../media/image482.png"/><Relationship Id="rId145" Type="http://schemas.openxmlformats.org/officeDocument/2006/relationships/image" Target="../media/image509.png"/><Relationship Id="rId166" Type="http://schemas.openxmlformats.org/officeDocument/2006/relationships/customXml" Target="../ink/ink525.xml"/><Relationship Id="rId187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48.xml"/><Relationship Id="rId233" Type="http://schemas.openxmlformats.org/officeDocument/2006/relationships/image" Target="../media/image553.png"/><Relationship Id="rId28" Type="http://schemas.openxmlformats.org/officeDocument/2006/relationships/customXml" Target="../ink/ink456.xml"/><Relationship Id="rId49" Type="http://schemas.openxmlformats.org/officeDocument/2006/relationships/image" Target="../media/image461.png"/><Relationship Id="rId114" Type="http://schemas.openxmlformats.org/officeDocument/2006/relationships/customXml" Target="../ink/ink499.xml"/><Relationship Id="rId60" Type="http://schemas.openxmlformats.org/officeDocument/2006/relationships/customXml" Target="../ink/ink472.xml"/><Relationship Id="rId81" Type="http://schemas.openxmlformats.org/officeDocument/2006/relationships/image" Target="../media/image477.png"/><Relationship Id="rId135" Type="http://schemas.openxmlformats.org/officeDocument/2006/relationships/image" Target="../media/image504.png"/><Relationship Id="rId156" Type="http://schemas.openxmlformats.org/officeDocument/2006/relationships/customXml" Target="../ink/ink520.xml"/><Relationship Id="rId177" Type="http://schemas.openxmlformats.org/officeDocument/2006/relationships/image" Target="../media/image525.png"/><Relationship Id="rId198" Type="http://schemas.openxmlformats.org/officeDocument/2006/relationships/customXml" Target="../ink/ink541.xml"/><Relationship Id="rId202" Type="http://schemas.openxmlformats.org/officeDocument/2006/relationships/customXml" Target="../ink/ink543.xml"/><Relationship Id="rId223" Type="http://schemas.openxmlformats.org/officeDocument/2006/relationships/image" Target="../media/image548.png"/><Relationship Id="rId244" Type="http://schemas.openxmlformats.org/officeDocument/2006/relationships/customXml" Target="../ink/ink564.xml"/><Relationship Id="rId18" Type="http://schemas.openxmlformats.org/officeDocument/2006/relationships/customXml" Target="../ink/ink451.xml"/><Relationship Id="rId39" Type="http://schemas.openxmlformats.org/officeDocument/2006/relationships/image" Target="../media/image456.png"/><Relationship Id="rId50" Type="http://schemas.openxmlformats.org/officeDocument/2006/relationships/customXml" Target="../ink/ink467.xml"/><Relationship Id="rId104" Type="http://schemas.openxmlformats.org/officeDocument/2006/relationships/customXml" Target="../ink/ink494.xml"/><Relationship Id="rId125" Type="http://schemas.openxmlformats.org/officeDocument/2006/relationships/image" Target="../media/image499.png"/><Relationship Id="rId146" Type="http://schemas.openxmlformats.org/officeDocument/2006/relationships/customXml" Target="../ink/ink515.xml"/><Relationship Id="rId167" Type="http://schemas.openxmlformats.org/officeDocument/2006/relationships/image" Target="../media/image520.png"/><Relationship Id="rId188" Type="http://schemas.openxmlformats.org/officeDocument/2006/relationships/customXml" Target="../ink/ink536.xml"/><Relationship Id="rId71" Type="http://schemas.openxmlformats.org/officeDocument/2006/relationships/image" Target="../media/image472.png"/><Relationship Id="rId92" Type="http://schemas.openxmlformats.org/officeDocument/2006/relationships/customXml" Target="../ink/ink488.xml"/><Relationship Id="rId213" Type="http://schemas.openxmlformats.org/officeDocument/2006/relationships/image" Target="../media/image543.png"/><Relationship Id="rId234" Type="http://schemas.openxmlformats.org/officeDocument/2006/relationships/customXml" Target="../ink/ink559.xml"/><Relationship Id="rId2" Type="http://schemas.openxmlformats.org/officeDocument/2006/relationships/customXml" Target="../ink/ink443.xml"/><Relationship Id="rId29" Type="http://schemas.openxmlformats.org/officeDocument/2006/relationships/image" Target="../media/image451.png"/><Relationship Id="rId40" Type="http://schemas.openxmlformats.org/officeDocument/2006/relationships/customXml" Target="../ink/ink462.xml"/><Relationship Id="rId115" Type="http://schemas.openxmlformats.org/officeDocument/2006/relationships/image" Target="../media/image494.png"/><Relationship Id="rId136" Type="http://schemas.openxmlformats.org/officeDocument/2006/relationships/customXml" Target="../ink/ink510.xml"/><Relationship Id="rId157" Type="http://schemas.openxmlformats.org/officeDocument/2006/relationships/image" Target="../media/image515.png"/><Relationship Id="rId178" Type="http://schemas.openxmlformats.org/officeDocument/2006/relationships/customXml" Target="../ink/ink531.xml"/><Relationship Id="rId61" Type="http://schemas.openxmlformats.org/officeDocument/2006/relationships/image" Target="../media/image467.png"/><Relationship Id="rId82" Type="http://schemas.openxmlformats.org/officeDocument/2006/relationships/customXml" Target="../ink/ink483.xml"/><Relationship Id="rId199" Type="http://schemas.openxmlformats.org/officeDocument/2006/relationships/image" Target="../media/image536.png"/><Relationship Id="rId203" Type="http://schemas.openxmlformats.org/officeDocument/2006/relationships/image" Target="../media/image538.png"/><Relationship Id="rId19" Type="http://schemas.openxmlformats.org/officeDocument/2006/relationships/image" Target="../media/image446.png"/><Relationship Id="rId224" Type="http://schemas.openxmlformats.org/officeDocument/2006/relationships/customXml" Target="../ink/ink554.xml"/><Relationship Id="rId245" Type="http://schemas.openxmlformats.org/officeDocument/2006/relationships/image" Target="../media/image559.png"/><Relationship Id="rId30" Type="http://schemas.openxmlformats.org/officeDocument/2006/relationships/customXml" Target="../ink/ink457.xml"/><Relationship Id="rId105" Type="http://schemas.openxmlformats.org/officeDocument/2006/relationships/image" Target="../media/image489.png"/><Relationship Id="rId126" Type="http://schemas.openxmlformats.org/officeDocument/2006/relationships/customXml" Target="../ink/ink505.xml"/><Relationship Id="rId147" Type="http://schemas.openxmlformats.org/officeDocument/2006/relationships/image" Target="../media/image510.png"/><Relationship Id="rId168" Type="http://schemas.openxmlformats.org/officeDocument/2006/relationships/customXml" Target="../ink/ink526.xml"/><Relationship Id="rId51" Type="http://schemas.openxmlformats.org/officeDocument/2006/relationships/image" Target="../media/image462.png"/><Relationship Id="rId72" Type="http://schemas.openxmlformats.org/officeDocument/2006/relationships/customXml" Target="../ink/ink478.xml"/><Relationship Id="rId93" Type="http://schemas.openxmlformats.org/officeDocument/2006/relationships/image" Target="../media/image483.png"/><Relationship Id="rId189" Type="http://schemas.openxmlformats.org/officeDocument/2006/relationships/image" Target="../media/image531.png"/><Relationship Id="rId3" Type="http://schemas.openxmlformats.org/officeDocument/2006/relationships/image" Target="../media/image438.png"/><Relationship Id="rId214" Type="http://schemas.openxmlformats.org/officeDocument/2006/relationships/customXml" Target="../ink/ink549.xml"/><Relationship Id="rId235" Type="http://schemas.openxmlformats.org/officeDocument/2006/relationships/image" Target="../media/image554.png"/><Relationship Id="rId116" Type="http://schemas.openxmlformats.org/officeDocument/2006/relationships/customXml" Target="../ink/ink500.xml"/><Relationship Id="rId137" Type="http://schemas.openxmlformats.org/officeDocument/2006/relationships/image" Target="../media/image505.png"/><Relationship Id="rId158" Type="http://schemas.openxmlformats.org/officeDocument/2006/relationships/customXml" Target="../ink/ink521.xml"/><Relationship Id="rId20" Type="http://schemas.openxmlformats.org/officeDocument/2006/relationships/customXml" Target="../ink/ink452.xml"/><Relationship Id="rId41" Type="http://schemas.openxmlformats.org/officeDocument/2006/relationships/image" Target="../media/image457.png"/><Relationship Id="rId62" Type="http://schemas.openxmlformats.org/officeDocument/2006/relationships/customXml" Target="../ink/ink473.xml"/><Relationship Id="rId83" Type="http://schemas.openxmlformats.org/officeDocument/2006/relationships/image" Target="../media/image478.png"/><Relationship Id="rId179" Type="http://schemas.openxmlformats.org/officeDocument/2006/relationships/image" Target="../media/image526.png"/><Relationship Id="rId190" Type="http://schemas.openxmlformats.org/officeDocument/2006/relationships/customXml" Target="../ink/ink537.xml"/><Relationship Id="rId204" Type="http://schemas.openxmlformats.org/officeDocument/2006/relationships/customXml" Target="../ink/ink544.xml"/><Relationship Id="rId225" Type="http://schemas.openxmlformats.org/officeDocument/2006/relationships/image" Target="../media/image549.png"/><Relationship Id="rId246" Type="http://schemas.openxmlformats.org/officeDocument/2006/relationships/customXml" Target="../ink/ink565.xml"/><Relationship Id="rId106" Type="http://schemas.openxmlformats.org/officeDocument/2006/relationships/customXml" Target="../ink/ink495.xml"/><Relationship Id="rId127" Type="http://schemas.openxmlformats.org/officeDocument/2006/relationships/image" Target="../media/image500.png"/><Relationship Id="rId10" Type="http://schemas.openxmlformats.org/officeDocument/2006/relationships/customXml" Target="../ink/ink447.xml"/><Relationship Id="rId31" Type="http://schemas.openxmlformats.org/officeDocument/2006/relationships/image" Target="../media/image452.png"/><Relationship Id="rId52" Type="http://schemas.openxmlformats.org/officeDocument/2006/relationships/customXml" Target="../ink/ink468.xml"/><Relationship Id="rId73" Type="http://schemas.openxmlformats.org/officeDocument/2006/relationships/image" Target="../media/image473.png"/><Relationship Id="rId94" Type="http://schemas.openxmlformats.org/officeDocument/2006/relationships/customXml" Target="../ink/ink489.xml"/><Relationship Id="rId148" Type="http://schemas.openxmlformats.org/officeDocument/2006/relationships/customXml" Target="../ink/ink516.xml"/><Relationship Id="rId169" Type="http://schemas.openxmlformats.org/officeDocument/2006/relationships/image" Target="../media/image521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0.png"/><Relationship Id="rId21" Type="http://schemas.openxmlformats.org/officeDocument/2006/relationships/image" Target="../media/image572.png"/><Relationship Id="rId42" Type="http://schemas.openxmlformats.org/officeDocument/2006/relationships/customXml" Target="../ink/ink588.xml"/><Relationship Id="rId63" Type="http://schemas.openxmlformats.org/officeDocument/2006/relationships/image" Target="../media/image593.png"/><Relationship Id="rId84" Type="http://schemas.openxmlformats.org/officeDocument/2006/relationships/customXml" Target="../ink/ink609.xml"/><Relationship Id="rId138" Type="http://schemas.openxmlformats.org/officeDocument/2006/relationships/customXml" Target="../ink/ink636.xml"/><Relationship Id="rId159" Type="http://schemas.openxmlformats.org/officeDocument/2006/relationships/image" Target="../media/image641.png"/><Relationship Id="rId170" Type="http://schemas.openxmlformats.org/officeDocument/2006/relationships/customXml" Target="../ink/ink652.xml"/><Relationship Id="rId191" Type="http://schemas.openxmlformats.org/officeDocument/2006/relationships/image" Target="../media/image657.png"/><Relationship Id="rId205" Type="http://schemas.openxmlformats.org/officeDocument/2006/relationships/image" Target="../media/image664.png"/><Relationship Id="rId226" Type="http://schemas.openxmlformats.org/officeDocument/2006/relationships/customXml" Target="../ink/ink680.xml"/><Relationship Id="rId247" Type="http://schemas.openxmlformats.org/officeDocument/2006/relationships/image" Target="../media/image685.png"/><Relationship Id="rId107" Type="http://schemas.openxmlformats.org/officeDocument/2006/relationships/image" Target="../media/image615.png"/><Relationship Id="rId11" Type="http://schemas.openxmlformats.org/officeDocument/2006/relationships/image" Target="../media/image567.png"/><Relationship Id="rId32" Type="http://schemas.openxmlformats.org/officeDocument/2006/relationships/customXml" Target="../ink/ink583.xml"/><Relationship Id="rId53" Type="http://schemas.openxmlformats.org/officeDocument/2006/relationships/image" Target="../media/image588.png"/><Relationship Id="rId74" Type="http://schemas.openxmlformats.org/officeDocument/2006/relationships/customXml" Target="../ink/ink604.xml"/><Relationship Id="rId128" Type="http://schemas.openxmlformats.org/officeDocument/2006/relationships/customXml" Target="../ink/ink631.xml"/><Relationship Id="rId149" Type="http://schemas.openxmlformats.org/officeDocument/2006/relationships/image" Target="../media/image636.png"/><Relationship Id="rId5" Type="http://schemas.openxmlformats.org/officeDocument/2006/relationships/image" Target="../media/image564.png"/><Relationship Id="rId95" Type="http://schemas.openxmlformats.org/officeDocument/2006/relationships/image" Target="../media/image609.png"/><Relationship Id="rId160" Type="http://schemas.openxmlformats.org/officeDocument/2006/relationships/customXml" Target="../ink/ink647.xml"/><Relationship Id="rId181" Type="http://schemas.openxmlformats.org/officeDocument/2006/relationships/image" Target="../media/image652.png"/><Relationship Id="rId216" Type="http://schemas.openxmlformats.org/officeDocument/2006/relationships/customXml" Target="../ink/ink675.xml"/><Relationship Id="rId237" Type="http://schemas.openxmlformats.org/officeDocument/2006/relationships/image" Target="../media/image680.png"/><Relationship Id="rId22" Type="http://schemas.openxmlformats.org/officeDocument/2006/relationships/customXml" Target="../ink/ink578.xml"/><Relationship Id="rId43" Type="http://schemas.openxmlformats.org/officeDocument/2006/relationships/image" Target="../media/image583.png"/><Relationship Id="rId64" Type="http://schemas.openxmlformats.org/officeDocument/2006/relationships/customXml" Target="../ink/ink599.xml"/><Relationship Id="rId118" Type="http://schemas.openxmlformats.org/officeDocument/2006/relationships/customXml" Target="../ink/ink626.xml"/><Relationship Id="rId139" Type="http://schemas.openxmlformats.org/officeDocument/2006/relationships/image" Target="../media/image631.png"/><Relationship Id="rId85" Type="http://schemas.openxmlformats.org/officeDocument/2006/relationships/image" Target="../media/image604.png"/><Relationship Id="rId150" Type="http://schemas.openxmlformats.org/officeDocument/2006/relationships/customXml" Target="../ink/ink642.xml"/><Relationship Id="rId171" Type="http://schemas.openxmlformats.org/officeDocument/2006/relationships/image" Target="../media/image647.png"/><Relationship Id="rId192" Type="http://schemas.openxmlformats.org/officeDocument/2006/relationships/customXml" Target="../ink/ink663.xml"/><Relationship Id="rId206" Type="http://schemas.openxmlformats.org/officeDocument/2006/relationships/customXml" Target="../ink/ink670.xml"/><Relationship Id="rId227" Type="http://schemas.openxmlformats.org/officeDocument/2006/relationships/image" Target="../media/image675.png"/><Relationship Id="rId248" Type="http://schemas.openxmlformats.org/officeDocument/2006/relationships/customXml" Target="../ink/ink691.xml"/><Relationship Id="rId12" Type="http://schemas.openxmlformats.org/officeDocument/2006/relationships/customXml" Target="../ink/ink573.xml"/><Relationship Id="rId33" Type="http://schemas.openxmlformats.org/officeDocument/2006/relationships/image" Target="../media/image578.png"/><Relationship Id="rId108" Type="http://schemas.openxmlformats.org/officeDocument/2006/relationships/customXml" Target="../ink/ink621.xml"/><Relationship Id="rId129" Type="http://schemas.openxmlformats.org/officeDocument/2006/relationships/image" Target="../media/image626.png"/><Relationship Id="rId54" Type="http://schemas.openxmlformats.org/officeDocument/2006/relationships/customXml" Target="../ink/ink594.xml"/><Relationship Id="rId75" Type="http://schemas.openxmlformats.org/officeDocument/2006/relationships/image" Target="../media/image599.png"/><Relationship Id="rId96" Type="http://schemas.openxmlformats.org/officeDocument/2006/relationships/customXml" Target="../ink/ink615.xml"/><Relationship Id="rId140" Type="http://schemas.openxmlformats.org/officeDocument/2006/relationships/customXml" Target="../ink/ink637.xml"/><Relationship Id="rId161" Type="http://schemas.openxmlformats.org/officeDocument/2006/relationships/image" Target="../media/image642.png"/><Relationship Id="rId182" Type="http://schemas.openxmlformats.org/officeDocument/2006/relationships/customXml" Target="../ink/ink658.xml"/><Relationship Id="rId217" Type="http://schemas.openxmlformats.org/officeDocument/2006/relationships/image" Target="../media/image670.png"/><Relationship Id="rId6" Type="http://schemas.openxmlformats.org/officeDocument/2006/relationships/customXml" Target="../ink/ink570.xml"/><Relationship Id="rId238" Type="http://schemas.openxmlformats.org/officeDocument/2006/relationships/customXml" Target="../ink/ink686.xml"/><Relationship Id="rId23" Type="http://schemas.openxmlformats.org/officeDocument/2006/relationships/image" Target="../media/image573.png"/><Relationship Id="rId119" Type="http://schemas.openxmlformats.org/officeDocument/2006/relationships/image" Target="../media/image621.png"/><Relationship Id="rId44" Type="http://schemas.openxmlformats.org/officeDocument/2006/relationships/customXml" Target="../ink/ink589.xml"/><Relationship Id="rId65" Type="http://schemas.openxmlformats.org/officeDocument/2006/relationships/image" Target="../media/image594.png"/><Relationship Id="rId86" Type="http://schemas.openxmlformats.org/officeDocument/2006/relationships/customXml" Target="../ink/ink610.xml"/><Relationship Id="rId130" Type="http://schemas.openxmlformats.org/officeDocument/2006/relationships/customXml" Target="../ink/ink632.xml"/><Relationship Id="rId151" Type="http://schemas.openxmlformats.org/officeDocument/2006/relationships/image" Target="../media/image637.png"/><Relationship Id="rId172" Type="http://schemas.openxmlformats.org/officeDocument/2006/relationships/customXml" Target="../ink/ink653.xml"/><Relationship Id="rId193" Type="http://schemas.openxmlformats.org/officeDocument/2006/relationships/image" Target="../media/image658.png"/><Relationship Id="rId207" Type="http://schemas.openxmlformats.org/officeDocument/2006/relationships/image" Target="../media/image665.png"/><Relationship Id="rId228" Type="http://schemas.openxmlformats.org/officeDocument/2006/relationships/customXml" Target="../ink/ink681.xml"/><Relationship Id="rId249" Type="http://schemas.openxmlformats.org/officeDocument/2006/relationships/image" Target="../media/image686.png"/><Relationship Id="rId13" Type="http://schemas.openxmlformats.org/officeDocument/2006/relationships/image" Target="../media/image568.png"/><Relationship Id="rId109" Type="http://schemas.openxmlformats.org/officeDocument/2006/relationships/image" Target="../media/image616.png"/><Relationship Id="rId34" Type="http://schemas.openxmlformats.org/officeDocument/2006/relationships/customXml" Target="../ink/ink584.xml"/><Relationship Id="rId55" Type="http://schemas.openxmlformats.org/officeDocument/2006/relationships/image" Target="../media/image589.png"/><Relationship Id="rId76" Type="http://schemas.openxmlformats.org/officeDocument/2006/relationships/customXml" Target="../ink/ink605.xml"/><Relationship Id="rId97" Type="http://schemas.openxmlformats.org/officeDocument/2006/relationships/image" Target="../media/image610.png"/><Relationship Id="rId120" Type="http://schemas.openxmlformats.org/officeDocument/2006/relationships/customXml" Target="../ink/ink627.xml"/><Relationship Id="rId141" Type="http://schemas.openxmlformats.org/officeDocument/2006/relationships/image" Target="../media/image632.png"/><Relationship Id="rId7" Type="http://schemas.openxmlformats.org/officeDocument/2006/relationships/image" Target="../media/image565.png"/><Relationship Id="rId162" Type="http://schemas.openxmlformats.org/officeDocument/2006/relationships/customXml" Target="../ink/ink648.xml"/><Relationship Id="rId183" Type="http://schemas.openxmlformats.org/officeDocument/2006/relationships/image" Target="../media/image653.png"/><Relationship Id="rId218" Type="http://schemas.openxmlformats.org/officeDocument/2006/relationships/customXml" Target="../ink/ink676.xml"/><Relationship Id="rId239" Type="http://schemas.openxmlformats.org/officeDocument/2006/relationships/image" Target="../media/image681.png"/><Relationship Id="rId250" Type="http://schemas.openxmlformats.org/officeDocument/2006/relationships/customXml" Target="../ink/ink692.xml"/><Relationship Id="rId24" Type="http://schemas.openxmlformats.org/officeDocument/2006/relationships/customXml" Target="../ink/ink579.xml"/><Relationship Id="rId45" Type="http://schemas.openxmlformats.org/officeDocument/2006/relationships/image" Target="../media/image584.png"/><Relationship Id="rId66" Type="http://schemas.openxmlformats.org/officeDocument/2006/relationships/customXml" Target="../ink/ink600.xml"/><Relationship Id="rId87" Type="http://schemas.openxmlformats.org/officeDocument/2006/relationships/image" Target="../media/image605.png"/><Relationship Id="rId110" Type="http://schemas.openxmlformats.org/officeDocument/2006/relationships/customXml" Target="../ink/ink622.xml"/><Relationship Id="rId131" Type="http://schemas.openxmlformats.org/officeDocument/2006/relationships/image" Target="../media/image627.png"/><Relationship Id="rId152" Type="http://schemas.openxmlformats.org/officeDocument/2006/relationships/customXml" Target="../ink/ink643.xml"/><Relationship Id="rId173" Type="http://schemas.openxmlformats.org/officeDocument/2006/relationships/image" Target="../media/image648.png"/><Relationship Id="rId194" Type="http://schemas.openxmlformats.org/officeDocument/2006/relationships/customXml" Target="../ink/ink664.xml"/><Relationship Id="rId208" Type="http://schemas.openxmlformats.org/officeDocument/2006/relationships/customXml" Target="../ink/ink671.xml"/><Relationship Id="rId229" Type="http://schemas.openxmlformats.org/officeDocument/2006/relationships/image" Target="../media/image676.png"/><Relationship Id="rId240" Type="http://schemas.openxmlformats.org/officeDocument/2006/relationships/customXml" Target="../ink/ink687.xml"/><Relationship Id="rId14" Type="http://schemas.openxmlformats.org/officeDocument/2006/relationships/customXml" Target="../ink/ink574.xml"/><Relationship Id="rId35" Type="http://schemas.openxmlformats.org/officeDocument/2006/relationships/image" Target="../media/image579.png"/><Relationship Id="rId56" Type="http://schemas.openxmlformats.org/officeDocument/2006/relationships/customXml" Target="../ink/ink595.xml"/><Relationship Id="rId77" Type="http://schemas.openxmlformats.org/officeDocument/2006/relationships/image" Target="../media/image600.png"/><Relationship Id="rId100" Type="http://schemas.openxmlformats.org/officeDocument/2006/relationships/customXml" Target="../ink/ink617.xml"/><Relationship Id="rId8" Type="http://schemas.openxmlformats.org/officeDocument/2006/relationships/customXml" Target="../ink/ink571.xml"/><Relationship Id="rId98" Type="http://schemas.openxmlformats.org/officeDocument/2006/relationships/customXml" Target="../ink/ink616.xml"/><Relationship Id="rId121" Type="http://schemas.openxmlformats.org/officeDocument/2006/relationships/image" Target="../media/image622.png"/><Relationship Id="rId142" Type="http://schemas.openxmlformats.org/officeDocument/2006/relationships/customXml" Target="../ink/ink638.xml"/><Relationship Id="rId163" Type="http://schemas.openxmlformats.org/officeDocument/2006/relationships/image" Target="../media/image643.png"/><Relationship Id="rId184" Type="http://schemas.openxmlformats.org/officeDocument/2006/relationships/customXml" Target="../ink/ink659.xml"/><Relationship Id="rId219" Type="http://schemas.openxmlformats.org/officeDocument/2006/relationships/image" Target="../media/image671.png"/><Relationship Id="rId230" Type="http://schemas.openxmlformats.org/officeDocument/2006/relationships/customXml" Target="../ink/ink682.xml"/><Relationship Id="rId251" Type="http://schemas.openxmlformats.org/officeDocument/2006/relationships/image" Target="../media/image687.png"/><Relationship Id="rId25" Type="http://schemas.openxmlformats.org/officeDocument/2006/relationships/image" Target="../media/image574.png"/><Relationship Id="rId46" Type="http://schemas.openxmlformats.org/officeDocument/2006/relationships/customXml" Target="../ink/ink590.xml"/><Relationship Id="rId67" Type="http://schemas.openxmlformats.org/officeDocument/2006/relationships/image" Target="../media/image595.png"/><Relationship Id="rId88" Type="http://schemas.openxmlformats.org/officeDocument/2006/relationships/customXml" Target="../ink/ink611.xml"/><Relationship Id="rId111" Type="http://schemas.openxmlformats.org/officeDocument/2006/relationships/image" Target="../media/image617.png"/><Relationship Id="rId132" Type="http://schemas.openxmlformats.org/officeDocument/2006/relationships/customXml" Target="../ink/ink633.xml"/><Relationship Id="rId153" Type="http://schemas.openxmlformats.org/officeDocument/2006/relationships/image" Target="../media/image638.png"/><Relationship Id="rId174" Type="http://schemas.openxmlformats.org/officeDocument/2006/relationships/customXml" Target="../ink/ink654.xml"/><Relationship Id="rId195" Type="http://schemas.openxmlformats.org/officeDocument/2006/relationships/image" Target="../media/image659.png"/><Relationship Id="rId209" Type="http://schemas.openxmlformats.org/officeDocument/2006/relationships/image" Target="../media/image666.png"/><Relationship Id="rId220" Type="http://schemas.openxmlformats.org/officeDocument/2006/relationships/customXml" Target="../ink/ink677.xml"/><Relationship Id="rId241" Type="http://schemas.openxmlformats.org/officeDocument/2006/relationships/image" Target="../media/image682.png"/><Relationship Id="rId15" Type="http://schemas.openxmlformats.org/officeDocument/2006/relationships/image" Target="../media/image569.png"/><Relationship Id="rId36" Type="http://schemas.openxmlformats.org/officeDocument/2006/relationships/customXml" Target="../ink/ink585.xml"/><Relationship Id="rId57" Type="http://schemas.openxmlformats.org/officeDocument/2006/relationships/image" Target="../media/image590.png"/><Relationship Id="rId78" Type="http://schemas.openxmlformats.org/officeDocument/2006/relationships/customXml" Target="../ink/ink606.xml"/><Relationship Id="rId99" Type="http://schemas.openxmlformats.org/officeDocument/2006/relationships/image" Target="../media/image611.png"/><Relationship Id="rId101" Type="http://schemas.openxmlformats.org/officeDocument/2006/relationships/image" Target="../media/image612.png"/><Relationship Id="rId122" Type="http://schemas.openxmlformats.org/officeDocument/2006/relationships/customXml" Target="../ink/ink628.xml"/><Relationship Id="rId143" Type="http://schemas.openxmlformats.org/officeDocument/2006/relationships/image" Target="../media/image633.png"/><Relationship Id="rId164" Type="http://schemas.openxmlformats.org/officeDocument/2006/relationships/customXml" Target="../ink/ink649.xml"/><Relationship Id="rId185" Type="http://schemas.openxmlformats.org/officeDocument/2006/relationships/image" Target="../media/image654.png"/><Relationship Id="rId4" Type="http://schemas.openxmlformats.org/officeDocument/2006/relationships/customXml" Target="../ink/ink569.xml"/><Relationship Id="rId9" Type="http://schemas.openxmlformats.org/officeDocument/2006/relationships/image" Target="../media/image566.png"/><Relationship Id="rId180" Type="http://schemas.openxmlformats.org/officeDocument/2006/relationships/customXml" Target="../ink/ink657.xml"/><Relationship Id="rId210" Type="http://schemas.openxmlformats.org/officeDocument/2006/relationships/customXml" Target="../ink/ink672.xml"/><Relationship Id="rId215" Type="http://schemas.openxmlformats.org/officeDocument/2006/relationships/image" Target="../media/image669.png"/><Relationship Id="rId236" Type="http://schemas.openxmlformats.org/officeDocument/2006/relationships/customXml" Target="../ink/ink685.xml"/><Relationship Id="rId26" Type="http://schemas.openxmlformats.org/officeDocument/2006/relationships/customXml" Target="../ink/ink580.xml"/><Relationship Id="rId231" Type="http://schemas.openxmlformats.org/officeDocument/2006/relationships/image" Target="../media/image677.png"/><Relationship Id="rId47" Type="http://schemas.openxmlformats.org/officeDocument/2006/relationships/image" Target="../media/image585.png"/><Relationship Id="rId68" Type="http://schemas.openxmlformats.org/officeDocument/2006/relationships/customXml" Target="../ink/ink601.xml"/><Relationship Id="rId89" Type="http://schemas.openxmlformats.org/officeDocument/2006/relationships/image" Target="../media/image606.png"/><Relationship Id="rId112" Type="http://schemas.openxmlformats.org/officeDocument/2006/relationships/customXml" Target="../ink/ink623.xml"/><Relationship Id="rId133" Type="http://schemas.openxmlformats.org/officeDocument/2006/relationships/image" Target="../media/image628.png"/><Relationship Id="rId154" Type="http://schemas.openxmlformats.org/officeDocument/2006/relationships/customXml" Target="../ink/ink644.xml"/><Relationship Id="rId175" Type="http://schemas.openxmlformats.org/officeDocument/2006/relationships/image" Target="../media/image649.png"/><Relationship Id="rId196" Type="http://schemas.openxmlformats.org/officeDocument/2006/relationships/customXml" Target="../ink/ink665.xml"/><Relationship Id="rId200" Type="http://schemas.openxmlformats.org/officeDocument/2006/relationships/customXml" Target="../ink/ink667.xml"/><Relationship Id="rId16" Type="http://schemas.openxmlformats.org/officeDocument/2006/relationships/customXml" Target="../ink/ink575.xml"/><Relationship Id="rId221" Type="http://schemas.openxmlformats.org/officeDocument/2006/relationships/image" Target="../media/image672.png"/><Relationship Id="rId242" Type="http://schemas.openxmlformats.org/officeDocument/2006/relationships/customXml" Target="../ink/ink688.xml"/><Relationship Id="rId37" Type="http://schemas.openxmlformats.org/officeDocument/2006/relationships/image" Target="../media/image580.png"/><Relationship Id="rId58" Type="http://schemas.openxmlformats.org/officeDocument/2006/relationships/customXml" Target="../ink/ink596.xml"/><Relationship Id="rId79" Type="http://schemas.openxmlformats.org/officeDocument/2006/relationships/image" Target="../media/image601.png"/><Relationship Id="rId102" Type="http://schemas.openxmlformats.org/officeDocument/2006/relationships/customXml" Target="../ink/ink618.xml"/><Relationship Id="rId123" Type="http://schemas.openxmlformats.org/officeDocument/2006/relationships/image" Target="../media/image623.png"/><Relationship Id="rId144" Type="http://schemas.openxmlformats.org/officeDocument/2006/relationships/customXml" Target="../ink/ink639.xml"/><Relationship Id="rId90" Type="http://schemas.openxmlformats.org/officeDocument/2006/relationships/customXml" Target="../ink/ink612.xml"/><Relationship Id="rId165" Type="http://schemas.openxmlformats.org/officeDocument/2006/relationships/image" Target="../media/image644.png"/><Relationship Id="rId186" Type="http://schemas.openxmlformats.org/officeDocument/2006/relationships/customXml" Target="../ink/ink660.xml"/><Relationship Id="rId211" Type="http://schemas.openxmlformats.org/officeDocument/2006/relationships/image" Target="../media/image667.png"/><Relationship Id="rId232" Type="http://schemas.openxmlformats.org/officeDocument/2006/relationships/customXml" Target="../ink/ink683.xml"/><Relationship Id="rId27" Type="http://schemas.openxmlformats.org/officeDocument/2006/relationships/image" Target="../media/image575.png"/><Relationship Id="rId48" Type="http://schemas.openxmlformats.org/officeDocument/2006/relationships/customXml" Target="../ink/ink591.xml"/><Relationship Id="rId69" Type="http://schemas.openxmlformats.org/officeDocument/2006/relationships/image" Target="../media/image596.png"/><Relationship Id="rId113" Type="http://schemas.openxmlformats.org/officeDocument/2006/relationships/image" Target="../media/image618.png"/><Relationship Id="rId134" Type="http://schemas.openxmlformats.org/officeDocument/2006/relationships/customXml" Target="../ink/ink634.xml"/><Relationship Id="rId80" Type="http://schemas.openxmlformats.org/officeDocument/2006/relationships/customXml" Target="../ink/ink607.xml"/><Relationship Id="rId155" Type="http://schemas.openxmlformats.org/officeDocument/2006/relationships/image" Target="../media/image639.png"/><Relationship Id="rId176" Type="http://schemas.openxmlformats.org/officeDocument/2006/relationships/customXml" Target="../ink/ink655.xml"/><Relationship Id="rId197" Type="http://schemas.openxmlformats.org/officeDocument/2006/relationships/image" Target="../media/image660.png"/><Relationship Id="rId201" Type="http://schemas.openxmlformats.org/officeDocument/2006/relationships/image" Target="../media/image662.png"/><Relationship Id="rId222" Type="http://schemas.openxmlformats.org/officeDocument/2006/relationships/customXml" Target="../ink/ink678.xml"/><Relationship Id="rId243" Type="http://schemas.openxmlformats.org/officeDocument/2006/relationships/image" Target="../media/image683.png"/><Relationship Id="rId17" Type="http://schemas.openxmlformats.org/officeDocument/2006/relationships/image" Target="../media/image570.png"/><Relationship Id="rId38" Type="http://schemas.openxmlformats.org/officeDocument/2006/relationships/customXml" Target="../ink/ink586.xml"/><Relationship Id="rId59" Type="http://schemas.openxmlformats.org/officeDocument/2006/relationships/image" Target="../media/image591.png"/><Relationship Id="rId103" Type="http://schemas.openxmlformats.org/officeDocument/2006/relationships/image" Target="../media/image613.png"/><Relationship Id="rId124" Type="http://schemas.openxmlformats.org/officeDocument/2006/relationships/customXml" Target="../ink/ink629.xml"/><Relationship Id="rId70" Type="http://schemas.openxmlformats.org/officeDocument/2006/relationships/customXml" Target="../ink/ink602.xml"/><Relationship Id="rId91" Type="http://schemas.openxmlformats.org/officeDocument/2006/relationships/image" Target="../media/image607.png"/><Relationship Id="rId145" Type="http://schemas.openxmlformats.org/officeDocument/2006/relationships/image" Target="../media/image634.png"/><Relationship Id="rId166" Type="http://schemas.openxmlformats.org/officeDocument/2006/relationships/customXml" Target="../ink/ink650.xml"/><Relationship Id="rId187" Type="http://schemas.openxmlformats.org/officeDocument/2006/relationships/image" Target="../media/image65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73.xml"/><Relationship Id="rId233" Type="http://schemas.openxmlformats.org/officeDocument/2006/relationships/image" Target="../media/image678.png"/><Relationship Id="rId28" Type="http://schemas.openxmlformats.org/officeDocument/2006/relationships/customXml" Target="../ink/ink581.xml"/><Relationship Id="rId49" Type="http://schemas.openxmlformats.org/officeDocument/2006/relationships/image" Target="../media/image586.png"/><Relationship Id="rId114" Type="http://schemas.openxmlformats.org/officeDocument/2006/relationships/customXml" Target="../ink/ink624.xml"/><Relationship Id="rId60" Type="http://schemas.openxmlformats.org/officeDocument/2006/relationships/customXml" Target="../ink/ink597.xml"/><Relationship Id="rId81" Type="http://schemas.openxmlformats.org/officeDocument/2006/relationships/image" Target="../media/image602.png"/><Relationship Id="rId135" Type="http://schemas.openxmlformats.org/officeDocument/2006/relationships/image" Target="../media/image629.png"/><Relationship Id="rId156" Type="http://schemas.openxmlformats.org/officeDocument/2006/relationships/customXml" Target="../ink/ink645.xml"/><Relationship Id="rId177" Type="http://schemas.openxmlformats.org/officeDocument/2006/relationships/image" Target="../media/image650.png"/><Relationship Id="rId198" Type="http://schemas.openxmlformats.org/officeDocument/2006/relationships/customXml" Target="../ink/ink666.xml"/><Relationship Id="rId202" Type="http://schemas.openxmlformats.org/officeDocument/2006/relationships/customXml" Target="../ink/ink668.xml"/><Relationship Id="rId223" Type="http://schemas.openxmlformats.org/officeDocument/2006/relationships/image" Target="../media/image673.png"/><Relationship Id="rId244" Type="http://schemas.openxmlformats.org/officeDocument/2006/relationships/customXml" Target="../ink/ink689.xml"/><Relationship Id="rId18" Type="http://schemas.openxmlformats.org/officeDocument/2006/relationships/customXml" Target="../ink/ink576.xml"/><Relationship Id="rId39" Type="http://schemas.openxmlformats.org/officeDocument/2006/relationships/image" Target="../media/image581.png"/><Relationship Id="rId50" Type="http://schemas.openxmlformats.org/officeDocument/2006/relationships/customXml" Target="../ink/ink592.xml"/><Relationship Id="rId104" Type="http://schemas.openxmlformats.org/officeDocument/2006/relationships/customXml" Target="../ink/ink619.xml"/><Relationship Id="rId125" Type="http://schemas.openxmlformats.org/officeDocument/2006/relationships/image" Target="../media/image624.png"/><Relationship Id="rId146" Type="http://schemas.openxmlformats.org/officeDocument/2006/relationships/customXml" Target="../ink/ink640.xml"/><Relationship Id="rId167" Type="http://schemas.openxmlformats.org/officeDocument/2006/relationships/image" Target="../media/image645.png"/><Relationship Id="rId188" Type="http://schemas.openxmlformats.org/officeDocument/2006/relationships/customXml" Target="../ink/ink661.xml"/><Relationship Id="rId71" Type="http://schemas.openxmlformats.org/officeDocument/2006/relationships/image" Target="../media/image597.png"/><Relationship Id="rId92" Type="http://schemas.openxmlformats.org/officeDocument/2006/relationships/customXml" Target="../ink/ink613.xml"/><Relationship Id="rId213" Type="http://schemas.openxmlformats.org/officeDocument/2006/relationships/image" Target="../media/image668.png"/><Relationship Id="rId234" Type="http://schemas.openxmlformats.org/officeDocument/2006/relationships/customXml" Target="../ink/ink684.xml"/><Relationship Id="rId2" Type="http://schemas.openxmlformats.org/officeDocument/2006/relationships/customXml" Target="../ink/ink568.xml"/><Relationship Id="rId29" Type="http://schemas.openxmlformats.org/officeDocument/2006/relationships/image" Target="../media/image576.png"/><Relationship Id="rId40" Type="http://schemas.openxmlformats.org/officeDocument/2006/relationships/customXml" Target="../ink/ink587.xml"/><Relationship Id="rId115" Type="http://schemas.openxmlformats.org/officeDocument/2006/relationships/image" Target="../media/image619.png"/><Relationship Id="rId136" Type="http://schemas.openxmlformats.org/officeDocument/2006/relationships/customXml" Target="../ink/ink635.xml"/><Relationship Id="rId157" Type="http://schemas.openxmlformats.org/officeDocument/2006/relationships/image" Target="../media/image640.png"/><Relationship Id="rId178" Type="http://schemas.openxmlformats.org/officeDocument/2006/relationships/customXml" Target="../ink/ink656.xml"/><Relationship Id="rId61" Type="http://schemas.openxmlformats.org/officeDocument/2006/relationships/image" Target="../media/image592.png"/><Relationship Id="rId82" Type="http://schemas.openxmlformats.org/officeDocument/2006/relationships/customXml" Target="../ink/ink608.xml"/><Relationship Id="rId199" Type="http://schemas.openxmlformats.org/officeDocument/2006/relationships/image" Target="../media/image661.png"/><Relationship Id="rId203" Type="http://schemas.openxmlformats.org/officeDocument/2006/relationships/image" Target="../media/image663.png"/><Relationship Id="rId19" Type="http://schemas.openxmlformats.org/officeDocument/2006/relationships/image" Target="../media/image571.png"/><Relationship Id="rId224" Type="http://schemas.openxmlformats.org/officeDocument/2006/relationships/customXml" Target="../ink/ink679.xml"/><Relationship Id="rId245" Type="http://schemas.openxmlformats.org/officeDocument/2006/relationships/image" Target="../media/image684.png"/><Relationship Id="rId30" Type="http://schemas.openxmlformats.org/officeDocument/2006/relationships/customXml" Target="../ink/ink582.xml"/><Relationship Id="rId105" Type="http://schemas.openxmlformats.org/officeDocument/2006/relationships/image" Target="../media/image614.png"/><Relationship Id="rId126" Type="http://schemas.openxmlformats.org/officeDocument/2006/relationships/customXml" Target="../ink/ink630.xml"/><Relationship Id="rId147" Type="http://schemas.openxmlformats.org/officeDocument/2006/relationships/image" Target="../media/image635.png"/><Relationship Id="rId168" Type="http://schemas.openxmlformats.org/officeDocument/2006/relationships/customXml" Target="../ink/ink651.xml"/><Relationship Id="rId51" Type="http://schemas.openxmlformats.org/officeDocument/2006/relationships/image" Target="../media/image587.png"/><Relationship Id="rId72" Type="http://schemas.openxmlformats.org/officeDocument/2006/relationships/customXml" Target="../ink/ink603.xml"/><Relationship Id="rId93" Type="http://schemas.openxmlformats.org/officeDocument/2006/relationships/image" Target="../media/image608.png"/><Relationship Id="rId189" Type="http://schemas.openxmlformats.org/officeDocument/2006/relationships/image" Target="../media/image656.png"/><Relationship Id="rId3" Type="http://schemas.openxmlformats.org/officeDocument/2006/relationships/image" Target="../media/image563.png"/><Relationship Id="rId214" Type="http://schemas.openxmlformats.org/officeDocument/2006/relationships/customXml" Target="../ink/ink674.xml"/><Relationship Id="rId235" Type="http://schemas.openxmlformats.org/officeDocument/2006/relationships/image" Target="../media/image679.png"/><Relationship Id="rId116" Type="http://schemas.openxmlformats.org/officeDocument/2006/relationships/customXml" Target="../ink/ink625.xml"/><Relationship Id="rId137" Type="http://schemas.openxmlformats.org/officeDocument/2006/relationships/image" Target="../media/image630.png"/><Relationship Id="rId158" Type="http://schemas.openxmlformats.org/officeDocument/2006/relationships/customXml" Target="../ink/ink646.xml"/><Relationship Id="rId20" Type="http://schemas.openxmlformats.org/officeDocument/2006/relationships/customXml" Target="../ink/ink577.xml"/><Relationship Id="rId41" Type="http://schemas.openxmlformats.org/officeDocument/2006/relationships/image" Target="../media/image582.png"/><Relationship Id="rId62" Type="http://schemas.openxmlformats.org/officeDocument/2006/relationships/customXml" Target="../ink/ink598.xml"/><Relationship Id="rId83" Type="http://schemas.openxmlformats.org/officeDocument/2006/relationships/image" Target="../media/image603.png"/><Relationship Id="rId179" Type="http://schemas.openxmlformats.org/officeDocument/2006/relationships/image" Target="../media/image651.png"/><Relationship Id="rId190" Type="http://schemas.openxmlformats.org/officeDocument/2006/relationships/customXml" Target="../ink/ink662.xml"/><Relationship Id="rId204" Type="http://schemas.openxmlformats.org/officeDocument/2006/relationships/customXml" Target="../ink/ink669.xml"/><Relationship Id="rId225" Type="http://schemas.openxmlformats.org/officeDocument/2006/relationships/image" Target="../media/image674.png"/><Relationship Id="rId246" Type="http://schemas.openxmlformats.org/officeDocument/2006/relationships/customXml" Target="../ink/ink690.xml"/><Relationship Id="rId106" Type="http://schemas.openxmlformats.org/officeDocument/2006/relationships/customXml" Target="../ink/ink620.xml"/><Relationship Id="rId127" Type="http://schemas.openxmlformats.org/officeDocument/2006/relationships/image" Target="../media/image625.png"/><Relationship Id="rId10" Type="http://schemas.openxmlformats.org/officeDocument/2006/relationships/customXml" Target="../ink/ink572.xml"/><Relationship Id="rId31" Type="http://schemas.openxmlformats.org/officeDocument/2006/relationships/image" Target="../media/image577.png"/><Relationship Id="rId52" Type="http://schemas.openxmlformats.org/officeDocument/2006/relationships/customXml" Target="../ink/ink593.xml"/><Relationship Id="rId73" Type="http://schemas.openxmlformats.org/officeDocument/2006/relationships/image" Target="../media/image598.png"/><Relationship Id="rId94" Type="http://schemas.openxmlformats.org/officeDocument/2006/relationships/customXml" Target="../ink/ink614.xml"/><Relationship Id="rId148" Type="http://schemas.openxmlformats.org/officeDocument/2006/relationships/customXml" Target="../ink/ink641.xml"/><Relationship Id="rId169" Type="http://schemas.openxmlformats.org/officeDocument/2006/relationships/image" Target="../media/image646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51.xml"/><Relationship Id="rId21" Type="http://schemas.openxmlformats.org/officeDocument/2006/relationships/image" Target="../media/image697.png"/><Relationship Id="rId42" Type="http://schemas.openxmlformats.org/officeDocument/2006/relationships/customXml" Target="../ink/ink713.xml"/><Relationship Id="rId63" Type="http://schemas.openxmlformats.org/officeDocument/2006/relationships/image" Target="../media/image718.png"/><Relationship Id="rId84" Type="http://schemas.openxmlformats.org/officeDocument/2006/relationships/customXml" Target="../ink/ink734.xml"/><Relationship Id="rId138" Type="http://schemas.openxmlformats.org/officeDocument/2006/relationships/image" Target="../media/image755.png"/><Relationship Id="rId159" Type="http://schemas.openxmlformats.org/officeDocument/2006/relationships/customXml" Target="../ink/ink772.xml"/><Relationship Id="rId170" Type="http://schemas.openxmlformats.org/officeDocument/2006/relationships/image" Target="../media/image771.png"/><Relationship Id="rId107" Type="http://schemas.openxmlformats.org/officeDocument/2006/relationships/customXml" Target="../ink/ink746.xml"/><Relationship Id="rId11" Type="http://schemas.openxmlformats.org/officeDocument/2006/relationships/image" Target="../media/image692.png"/><Relationship Id="rId32" Type="http://schemas.openxmlformats.org/officeDocument/2006/relationships/customXml" Target="../ink/ink708.xml"/><Relationship Id="rId53" Type="http://schemas.openxmlformats.org/officeDocument/2006/relationships/image" Target="../media/image713.png"/><Relationship Id="rId74" Type="http://schemas.openxmlformats.org/officeDocument/2006/relationships/customXml" Target="../ink/ink729.xml"/><Relationship Id="rId128" Type="http://schemas.openxmlformats.org/officeDocument/2006/relationships/image" Target="../media/image750.png"/><Relationship Id="rId149" Type="http://schemas.openxmlformats.org/officeDocument/2006/relationships/customXml" Target="../ink/ink767.xml"/><Relationship Id="rId5" Type="http://schemas.openxmlformats.org/officeDocument/2006/relationships/image" Target="../media/image689.png"/><Relationship Id="rId95" Type="http://schemas.openxmlformats.org/officeDocument/2006/relationships/image" Target="../media/image734.png"/><Relationship Id="rId160" Type="http://schemas.openxmlformats.org/officeDocument/2006/relationships/image" Target="../media/image766.png"/><Relationship Id="rId181" Type="http://schemas.openxmlformats.org/officeDocument/2006/relationships/customXml" Target="../ink/ink783.xml"/><Relationship Id="rId22" Type="http://schemas.openxmlformats.org/officeDocument/2006/relationships/customXml" Target="../ink/ink703.xml"/><Relationship Id="rId43" Type="http://schemas.openxmlformats.org/officeDocument/2006/relationships/image" Target="../media/image708.png"/><Relationship Id="rId64" Type="http://schemas.openxmlformats.org/officeDocument/2006/relationships/customXml" Target="../ink/ink724.xml"/><Relationship Id="rId118" Type="http://schemas.openxmlformats.org/officeDocument/2006/relationships/image" Target="../media/image745.png"/><Relationship Id="rId139" Type="http://schemas.openxmlformats.org/officeDocument/2006/relationships/customXml" Target="../ink/ink762.xml"/><Relationship Id="rId85" Type="http://schemas.openxmlformats.org/officeDocument/2006/relationships/image" Target="../media/image729.png"/><Relationship Id="rId150" Type="http://schemas.openxmlformats.org/officeDocument/2006/relationships/image" Target="../media/image761.png"/><Relationship Id="rId171" Type="http://schemas.openxmlformats.org/officeDocument/2006/relationships/customXml" Target="../ink/ink778.xml"/><Relationship Id="rId12" Type="http://schemas.openxmlformats.org/officeDocument/2006/relationships/customXml" Target="../ink/ink698.xml"/><Relationship Id="rId33" Type="http://schemas.openxmlformats.org/officeDocument/2006/relationships/image" Target="../media/image703.png"/><Relationship Id="rId108" Type="http://schemas.openxmlformats.org/officeDocument/2006/relationships/image" Target="../media/image740.png"/><Relationship Id="rId129" Type="http://schemas.openxmlformats.org/officeDocument/2006/relationships/customXml" Target="../ink/ink757.xml"/><Relationship Id="rId54" Type="http://schemas.openxmlformats.org/officeDocument/2006/relationships/customXml" Target="../ink/ink719.xml"/><Relationship Id="rId75" Type="http://schemas.openxmlformats.org/officeDocument/2006/relationships/image" Target="../media/image724.png"/><Relationship Id="rId96" Type="http://schemas.openxmlformats.org/officeDocument/2006/relationships/customXml" Target="../ink/ink740.xml"/><Relationship Id="rId140" Type="http://schemas.openxmlformats.org/officeDocument/2006/relationships/image" Target="../media/image756.png"/><Relationship Id="rId161" Type="http://schemas.openxmlformats.org/officeDocument/2006/relationships/customXml" Target="../ink/ink773.xml"/><Relationship Id="rId182" Type="http://schemas.openxmlformats.org/officeDocument/2006/relationships/image" Target="../media/image777.png"/><Relationship Id="rId6" Type="http://schemas.openxmlformats.org/officeDocument/2006/relationships/customXml" Target="../ink/ink695.xml"/><Relationship Id="rId23" Type="http://schemas.openxmlformats.org/officeDocument/2006/relationships/image" Target="../media/image698.png"/><Relationship Id="rId119" Type="http://schemas.openxmlformats.org/officeDocument/2006/relationships/customXml" Target="../ink/ink752.xml"/><Relationship Id="rId44" Type="http://schemas.openxmlformats.org/officeDocument/2006/relationships/customXml" Target="../ink/ink714.xml"/><Relationship Id="rId65" Type="http://schemas.openxmlformats.org/officeDocument/2006/relationships/image" Target="../media/image719.png"/><Relationship Id="rId86" Type="http://schemas.openxmlformats.org/officeDocument/2006/relationships/customXml" Target="../ink/ink735.xml"/><Relationship Id="rId130" Type="http://schemas.openxmlformats.org/officeDocument/2006/relationships/image" Target="../media/image751.png"/><Relationship Id="rId151" Type="http://schemas.openxmlformats.org/officeDocument/2006/relationships/customXml" Target="../ink/ink768.xml"/><Relationship Id="rId172" Type="http://schemas.openxmlformats.org/officeDocument/2006/relationships/image" Target="../media/image772.png"/><Relationship Id="rId13" Type="http://schemas.openxmlformats.org/officeDocument/2006/relationships/image" Target="../media/image693.png"/><Relationship Id="rId18" Type="http://schemas.openxmlformats.org/officeDocument/2006/relationships/customXml" Target="../ink/ink701.xml"/><Relationship Id="rId39" Type="http://schemas.openxmlformats.org/officeDocument/2006/relationships/image" Target="../media/image706.png"/><Relationship Id="rId109" Type="http://schemas.openxmlformats.org/officeDocument/2006/relationships/customXml" Target="../ink/ink747.xml"/><Relationship Id="rId34" Type="http://schemas.openxmlformats.org/officeDocument/2006/relationships/customXml" Target="../ink/ink709.xml"/><Relationship Id="rId50" Type="http://schemas.openxmlformats.org/officeDocument/2006/relationships/customXml" Target="../ink/ink717.xml"/><Relationship Id="rId55" Type="http://schemas.openxmlformats.org/officeDocument/2006/relationships/image" Target="../media/image714.png"/><Relationship Id="rId76" Type="http://schemas.openxmlformats.org/officeDocument/2006/relationships/customXml" Target="../ink/ink730.xml"/><Relationship Id="rId97" Type="http://schemas.openxmlformats.org/officeDocument/2006/relationships/image" Target="../media/image735.png"/><Relationship Id="rId104" Type="http://schemas.openxmlformats.org/officeDocument/2006/relationships/image" Target="../media/image738.png"/><Relationship Id="rId120" Type="http://schemas.openxmlformats.org/officeDocument/2006/relationships/image" Target="../media/image746.png"/><Relationship Id="rId125" Type="http://schemas.openxmlformats.org/officeDocument/2006/relationships/customXml" Target="../ink/ink755.xml"/><Relationship Id="rId141" Type="http://schemas.openxmlformats.org/officeDocument/2006/relationships/customXml" Target="../ink/ink763.xml"/><Relationship Id="rId146" Type="http://schemas.openxmlformats.org/officeDocument/2006/relationships/image" Target="../media/image759.png"/><Relationship Id="rId167" Type="http://schemas.openxmlformats.org/officeDocument/2006/relationships/customXml" Target="../ink/ink776.xml"/><Relationship Id="rId7" Type="http://schemas.openxmlformats.org/officeDocument/2006/relationships/image" Target="../media/image690.png"/><Relationship Id="rId71" Type="http://schemas.openxmlformats.org/officeDocument/2006/relationships/image" Target="../media/image722.png"/><Relationship Id="rId92" Type="http://schemas.openxmlformats.org/officeDocument/2006/relationships/customXml" Target="../ink/ink738.xml"/><Relationship Id="rId162" Type="http://schemas.openxmlformats.org/officeDocument/2006/relationships/image" Target="../media/image767.png"/><Relationship Id="rId183" Type="http://schemas.openxmlformats.org/officeDocument/2006/relationships/customXml" Target="../ink/ink784.xml"/><Relationship Id="rId2" Type="http://schemas.openxmlformats.org/officeDocument/2006/relationships/customXml" Target="../ink/ink693.xml"/><Relationship Id="rId29" Type="http://schemas.openxmlformats.org/officeDocument/2006/relationships/image" Target="../media/image701.png"/><Relationship Id="rId24" Type="http://schemas.openxmlformats.org/officeDocument/2006/relationships/customXml" Target="../ink/ink704.xml"/><Relationship Id="rId40" Type="http://schemas.openxmlformats.org/officeDocument/2006/relationships/customXml" Target="../ink/ink712.xml"/><Relationship Id="rId45" Type="http://schemas.openxmlformats.org/officeDocument/2006/relationships/image" Target="../media/image709.png"/><Relationship Id="rId66" Type="http://schemas.openxmlformats.org/officeDocument/2006/relationships/customXml" Target="../ink/ink725.xml"/><Relationship Id="rId87" Type="http://schemas.openxmlformats.org/officeDocument/2006/relationships/image" Target="../media/image730.png"/><Relationship Id="rId110" Type="http://schemas.openxmlformats.org/officeDocument/2006/relationships/image" Target="../media/image741.png"/><Relationship Id="rId115" Type="http://schemas.openxmlformats.org/officeDocument/2006/relationships/customXml" Target="../ink/ink750.xml"/><Relationship Id="rId131" Type="http://schemas.openxmlformats.org/officeDocument/2006/relationships/customXml" Target="../ink/ink758.xml"/><Relationship Id="rId136" Type="http://schemas.openxmlformats.org/officeDocument/2006/relationships/image" Target="../media/image754.png"/><Relationship Id="rId157" Type="http://schemas.openxmlformats.org/officeDocument/2006/relationships/customXml" Target="../ink/ink771.xml"/><Relationship Id="rId178" Type="http://schemas.openxmlformats.org/officeDocument/2006/relationships/image" Target="../media/image775.png"/><Relationship Id="rId61" Type="http://schemas.openxmlformats.org/officeDocument/2006/relationships/image" Target="../media/image717.png"/><Relationship Id="rId82" Type="http://schemas.openxmlformats.org/officeDocument/2006/relationships/customXml" Target="../ink/ink733.xml"/><Relationship Id="rId152" Type="http://schemas.openxmlformats.org/officeDocument/2006/relationships/image" Target="../media/image762.png"/><Relationship Id="rId173" Type="http://schemas.openxmlformats.org/officeDocument/2006/relationships/customXml" Target="../ink/ink779.xml"/><Relationship Id="rId19" Type="http://schemas.openxmlformats.org/officeDocument/2006/relationships/image" Target="../media/image696.png"/><Relationship Id="rId14" Type="http://schemas.openxmlformats.org/officeDocument/2006/relationships/customXml" Target="../ink/ink699.xml"/><Relationship Id="rId30" Type="http://schemas.openxmlformats.org/officeDocument/2006/relationships/customXml" Target="../ink/ink707.xml"/><Relationship Id="rId35" Type="http://schemas.openxmlformats.org/officeDocument/2006/relationships/image" Target="../media/image704.png"/><Relationship Id="rId56" Type="http://schemas.openxmlformats.org/officeDocument/2006/relationships/customXml" Target="../ink/ink720.xml"/><Relationship Id="rId77" Type="http://schemas.openxmlformats.org/officeDocument/2006/relationships/image" Target="../media/image725.png"/><Relationship Id="rId100" Type="http://schemas.openxmlformats.org/officeDocument/2006/relationships/customXml" Target="../ink/ink742.xml"/><Relationship Id="rId105" Type="http://schemas.openxmlformats.org/officeDocument/2006/relationships/customXml" Target="../ink/ink745.xml"/><Relationship Id="rId126" Type="http://schemas.openxmlformats.org/officeDocument/2006/relationships/image" Target="../media/image749.png"/><Relationship Id="rId147" Type="http://schemas.openxmlformats.org/officeDocument/2006/relationships/customXml" Target="../ink/ink766.xml"/><Relationship Id="rId168" Type="http://schemas.openxmlformats.org/officeDocument/2006/relationships/image" Target="../media/image770.png"/><Relationship Id="rId8" Type="http://schemas.openxmlformats.org/officeDocument/2006/relationships/customXml" Target="../ink/ink696.xml"/><Relationship Id="rId51" Type="http://schemas.openxmlformats.org/officeDocument/2006/relationships/image" Target="../media/image712.png"/><Relationship Id="rId72" Type="http://schemas.openxmlformats.org/officeDocument/2006/relationships/customXml" Target="../ink/ink728.xml"/><Relationship Id="rId93" Type="http://schemas.openxmlformats.org/officeDocument/2006/relationships/image" Target="../media/image733.png"/><Relationship Id="rId98" Type="http://schemas.openxmlformats.org/officeDocument/2006/relationships/customXml" Target="../ink/ink741.xml"/><Relationship Id="rId121" Type="http://schemas.openxmlformats.org/officeDocument/2006/relationships/customXml" Target="../ink/ink753.xml"/><Relationship Id="rId142" Type="http://schemas.openxmlformats.org/officeDocument/2006/relationships/image" Target="../media/image757.png"/><Relationship Id="rId163" Type="http://schemas.openxmlformats.org/officeDocument/2006/relationships/customXml" Target="../ink/ink774.xml"/><Relationship Id="rId184" Type="http://schemas.openxmlformats.org/officeDocument/2006/relationships/image" Target="../media/image778.png"/><Relationship Id="rId3" Type="http://schemas.openxmlformats.org/officeDocument/2006/relationships/image" Target="../media/image688.png"/><Relationship Id="rId25" Type="http://schemas.openxmlformats.org/officeDocument/2006/relationships/image" Target="../media/image699.png"/><Relationship Id="rId46" Type="http://schemas.openxmlformats.org/officeDocument/2006/relationships/customXml" Target="../ink/ink715.xml"/><Relationship Id="rId67" Type="http://schemas.openxmlformats.org/officeDocument/2006/relationships/image" Target="../media/image720.png"/><Relationship Id="rId116" Type="http://schemas.openxmlformats.org/officeDocument/2006/relationships/image" Target="../media/image744.png"/><Relationship Id="rId137" Type="http://schemas.openxmlformats.org/officeDocument/2006/relationships/customXml" Target="../ink/ink761.xml"/><Relationship Id="rId158" Type="http://schemas.openxmlformats.org/officeDocument/2006/relationships/image" Target="../media/image765.png"/><Relationship Id="rId20" Type="http://schemas.openxmlformats.org/officeDocument/2006/relationships/customXml" Target="../ink/ink702.xml"/><Relationship Id="rId41" Type="http://schemas.openxmlformats.org/officeDocument/2006/relationships/image" Target="../media/image707.png"/><Relationship Id="rId62" Type="http://schemas.openxmlformats.org/officeDocument/2006/relationships/customXml" Target="../ink/ink723.xml"/><Relationship Id="rId83" Type="http://schemas.openxmlformats.org/officeDocument/2006/relationships/image" Target="../media/image728.png"/><Relationship Id="rId88" Type="http://schemas.openxmlformats.org/officeDocument/2006/relationships/customXml" Target="../ink/ink736.xml"/><Relationship Id="rId111" Type="http://schemas.openxmlformats.org/officeDocument/2006/relationships/customXml" Target="../ink/ink748.xml"/><Relationship Id="rId132" Type="http://schemas.openxmlformats.org/officeDocument/2006/relationships/image" Target="../media/image752.png"/><Relationship Id="rId153" Type="http://schemas.openxmlformats.org/officeDocument/2006/relationships/customXml" Target="../ink/ink769.xml"/><Relationship Id="rId174" Type="http://schemas.openxmlformats.org/officeDocument/2006/relationships/image" Target="../media/image773.png"/><Relationship Id="rId179" Type="http://schemas.openxmlformats.org/officeDocument/2006/relationships/customXml" Target="../ink/ink782.xml"/><Relationship Id="rId15" Type="http://schemas.openxmlformats.org/officeDocument/2006/relationships/image" Target="../media/image694.png"/><Relationship Id="rId36" Type="http://schemas.openxmlformats.org/officeDocument/2006/relationships/customXml" Target="../ink/ink710.xml"/><Relationship Id="rId57" Type="http://schemas.openxmlformats.org/officeDocument/2006/relationships/image" Target="../media/image715.png"/><Relationship Id="rId106" Type="http://schemas.openxmlformats.org/officeDocument/2006/relationships/image" Target="../media/image739.png"/><Relationship Id="rId127" Type="http://schemas.openxmlformats.org/officeDocument/2006/relationships/customXml" Target="../ink/ink756.xml"/><Relationship Id="rId10" Type="http://schemas.openxmlformats.org/officeDocument/2006/relationships/customXml" Target="../ink/ink697.xml"/><Relationship Id="rId31" Type="http://schemas.openxmlformats.org/officeDocument/2006/relationships/image" Target="../media/image702.png"/><Relationship Id="rId52" Type="http://schemas.openxmlformats.org/officeDocument/2006/relationships/customXml" Target="../ink/ink718.xml"/><Relationship Id="rId73" Type="http://schemas.openxmlformats.org/officeDocument/2006/relationships/image" Target="../media/image723.png"/><Relationship Id="rId78" Type="http://schemas.openxmlformats.org/officeDocument/2006/relationships/customXml" Target="../ink/ink731.xml"/><Relationship Id="rId94" Type="http://schemas.openxmlformats.org/officeDocument/2006/relationships/customXml" Target="../ink/ink739.xml"/><Relationship Id="rId99" Type="http://schemas.openxmlformats.org/officeDocument/2006/relationships/image" Target="../media/image736.png"/><Relationship Id="rId101" Type="http://schemas.openxmlformats.org/officeDocument/2006/relationships/image" Target="../media/image737.png"/><Relationship Id="rId122" Type="http://schemas.openxmlformats.org/officeDocument/2006/relationships/image" Target="../media/image747.png"/><Relationship Id="rId143" Type="http://schemas.openxmlformats.org/officeDocument/2006/relationships/customXml" Target="../ink/ink764.xml"/><Relationship Id="rId148" Type="http://schemas.openxmlformats.org/officeDocument/2006/relationships/image" Target="../media/image760.png"/><Relationship Id="rId164" Type="http://schemas.openxmlformats.org/officeDocument/2006/relationships/image" Target="../media/image768.png"/><Relationship Id="rId169" Type="http://schemas.openxmlformats.org/officeDocument/2006/relationships/customXml" Target="../ink/ink777.xml"/><Relationship Id="rId185" Type="http://schemas.openxmlformats.org/officeDocument/2006/relationships/customXml" Target="../ink/ink785.xml"/><Relationship Id="rId4" Type="http://schemas.openxmlformats.org/officeDocument/2006/relationships/customXml" Target="../ink/ink694.xml"/><Relationship Id="rId9" Type="http://schemas.openxmlformats.org/officeDocument/2006/relationships/image" Target="../media/image691.png"/><Relationship Id="rId180" Type="http://schemas.openxmlformats.org/officeDocument/2006/relationships/image" Target="../media/image776.png"/><Relationship Id="rId26" Type="http://schemas.openxmlformats.org/officeDocument/2006/relationships/customXml" Target="../ink/ink705.xml"/><Relationship Id="rId47" Type="http://schemas.openxmlformats.org/officeDocument/2006/relationships/image" Target="../media/image710.png"/><Relationship Id="rId68" Type="http://schemas.openxmlformats.org/officeDocument/2006/relationships/customXml" Target="../ink/ink726.xml"/><Relationship Id="rId89" Type="http://schemas.openxmlformats.org/officeDocument/2006/relationships/image" Target="../media/image731.png"/><Relationship Id="rId112" Type="http://schemas.openxmlformats.org/officeDocument/2006/relationships/image" Target="../media/image742.png"/><Relationship Id="rId133" Type="http://schemas.openxmlformats.org/officeDocument/2006/relationships/customXml" Target="../ink/ink759.xml"/><Relationship Id="rId154" Type="http://schemas.openxmlformats.org/officeDocument/2006/relationships/image" Target="../media/image763.png"/><Relationship Id="rId175" Type="http://schemas.openxmlformats.org/officeDocument/2006/relationships/customXml" Target="../ink/ink780.xml"/><Relationship Id="rId16" Type="http://schemas.openxmlformats.org/officeDocument/2006/relationships/customXml" Target="../ink/ink700.xml"/><Relationship Id="rId37" Type="http://schemas.openxmlformats.org/officeDocument/2006/relationships/image" Target="../media/image705.png"/><Relationship Id="rId58" Type="http://schemas.openxmlformats.org/officeDocument/2006/relationships/customXml" Target="../ink/ink721.xml"/><Relationship Id="rId79" Type="http://schemas.openxmlformats.org/officeDocument/2006/relationships/image" Target="../media/image726.png"/><Relationship Id="rId102" Type="http://schemas.openxmlformats.org/officeDocument/2006/relationships/customXml" Target="../ink/ink743.xml"/><Relationship Id="rId123" Type="http://schemas.openxmlformats.org/officeDocument/2006/relationships/customXml" Target="../ink/ink754.xml"/><Relationship Id="rId144" Type="http://schemas.openxmlformats.org/officeDocument/2006/relationships/image" Target="../media/image758.png"/><Relationship Id="rId90" Type="http://schemas.openxmlformats.org/officeDocument/2006/relationships/customXml" Target="../ink/ink737.xml"/><Relationship Id="rId165" Type="http://schemas.openxmlformats.org/officeDocument/2006/relationships/customXml" Target="../ink/ink775.xml"/><Relationship Id="rId27" Type="http://schemas.openxmlformats.org/officeDocument/2006/relationships/image" Target="../media/image700.png"/><Relationship Id="rId48" Type="http://schemas.openxmlformats.org/officeDocument/2006/relationships/customXml" Target="../ink/ink716.xml"/><Relationship Id="rId69" Type="http://schemas.openxmlformats.org/officeDocument/2006/relationships/image" Target="../media/image721.png"/><Relationship Id="rId113" Type="http://schemas.openxmlformats.org/officeDocument/2006/relationships/customXml" Target="../ink/ink749.xml"/><Relationship Id="rId134" Type="http://schemas.openxmlformats.org/officeDocument/2006/relationships/image" Target="../media/image753.png"/><Relationship Id="rId80" Type="http://schemas.openxmlformats.org/officeDocument/2006/relationships/customXml" Target="../ink/ink732.xml"/><Relationship Id="rId155" Type="http://schemas.openxmlformats.org/officeDocument/2006/relationships/customXml" Target="../ink/ink770.xml"/><Relationship Id="rId176" Type="http://schemas.openxmlformats.org/officeDocument/2006/relationships/image" Target="../media/image774.png"/><Relationship Id="rId17" Type="http://schemas.openxmlformats.org/officeDocument/2006/relationships/image" Target="../media/image695.png"/><Relationship Id="rId38" Type="http://schemas.openxmlformats.org/officeDocument/2006/relationships/customXml" Target="../ink/ink711.xml"/><Relationship Id="rId59" Type="http://schemas.openxmlformats.org/officeDocument/2006/relationships/image" Target="../media/image716.png"/><Relationship Id="rId103" Type="http://schemas.openxmlformats.org/officeDocument/2006/relationships/customXml" Target="../ink/ink744.xml"/><Relationship Id="rId124" Type="http://schemas.openxmlformats.org/officeDocument/2006/relationships/image" Target="../media/image748.png"/><Relationship Id="rId70" Type="http://schemas.openxmlformats.org/officeDocument/2006/relationships/customXml" Target="../ink/ink727.xml"/><Relationship Id="rId91" Type="http://schemas.openxmlformats.org/officeDocument/2006/relationships/image" Target="../media/image732.png"/><Relationship Id="rId145" Type="http://schemas.openxmlformats.org/officeDocument/2006/relationships/customXml" Target="../ink/ink765.xml"/><Relationship Id="rId166" Type="http://schemas.openxmlformats.org/officeDocument/2006/relationships/image" Target="../media/image769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706.xml"/><Relationship Id="rId49" Type="http://schemas.openxmlformats.org/officeDocument/2006/relationships/image" Target="../media/image711.png"/><Relationship Id="rId114" Type="http://schemas.openxmlformats.org/officeDocument/2006/relationships/image" Target="../media/image743.png"/><Relationship Id="rId60" Type="http://schemas.openxmlformats.org/officeDocument/2006/relationships/customXml" Target="../ink/ink722.xml"/><Relationship Id="rId81" Type="http://schemas.openxmlformats.org/officeDocument/2006/relationships/image" Target="../media/image727.png"/><Relationship Id="rId135" Type="http://schemas.openxmlformats.org/officeDocument/2006/relationships/customXml" Target="../ink/ink760.xml"/><Relationship Id="rId156" Type="http://schemas.openxmlformats.org/officeDocument/2006/relationships/image" Target="../media/image764.png"/><Relationship Id="rId177" Type="http://schemas.openxmlformats.org/officeDocument/2006/relationships/customXml" Target="../ink/ink781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98.xml"/><Relationship Id="rId21" Type="http://schemas.openxmlformats.org/officeDocument/2006/relationships/image" Target="../media/image788.png"/><Relationship Id="rId42" Type="http://schemas.openxmlformats.org/officeDocument/2006/relationships/customXml" Target="../ink/ink806.xml"/><Relationship Id="rId47" Type="http://schemas.openxmlformats.org/officeDocument/2006/relationships/image" Target="../media/image801.png"/><Relationship Id="rId63" Type="http://schemas.openxmlformats.org/officeDocument/2006/relationships/image" Target="../media/image809.png"/><Relationship Id="rId68" Type="http://schemas.openxmlformats.org/officeDocument/2006/relationships/customXml" Target="../ink/ink819.xml"/><Relationship Id="rId84" Type="http://schemas.openxmlformats.org/officeDocument/2006/relationships/customXml" Target="../ink/ink827.xml"/><Relationship Id="rId16" Type="http://schemas.openxmlformats.org/officeDocument/2006/relationships/customXml" Target="../ink/ink793.xml"/><Relationship Id="rId11" Type="http://schemas.openxmlformats.org/officeDocument/2006/relationships/image" Target="../media/image783.png"/><Relationship Id="rId32" Type="http://schemas.openxmlformats.org/officeDocument/2006/relationships/customXml" Target="../ink/ink801.xml"/><Relationship Id="rId37" Type="http://schemas.openxmlformats.org/officeDocument/2006/relationships/image" Target="../media/image796.png"/><Relationship Id="rId53" Type="http://schemas.openxmlformats.org/officeDocument/2006/relationships/image" Target="../media/image804.png"/><Relationship Id="rId58" Type="http://schemas.openxmlformats.org/officeDocument/2006/relationships/customXml" Target="../ink/ink814.xml"/><Relationship Id="rId74" Type="http://schemas.openxmlformats.org/officeDocument/2006/relationships/customXml" Target="../ink/ink822.xml"/><Relationship Id="rId79" Type="http://schemas.openxmlformats.org/officeDocument/2006/relationships/image" Target="../media/image817.png"/><Relationship Id="rId5" Type="http://schemas.openxmlformats.org/officeDocument/2006/relationships/image" Target="../media/image780.png"/><Relationship Id="rId19" Type="http://schemas.openxmlformats.org/officeDocument/2006/relationships/image" Target="../media/image787.png"/><Relationship Id="rId14" Type="http://schemas.openxmlformats.org/officeDocument/2006/relationships/customXml" Target="../ink/ink792.xml"/><Relationship Id="rId22" Type="http://schemas.openxmlformats.org/officeDocument/2006/relationships/customXml" Target="../ink/ink796.xml"/><Relationship Id="rId27" Type="http://schemas.openxmlformats.org/officeDocument/2006/relationships/image" Target="../media/image791.png"/><Relationship Id="rId30" Type="http://schemas.openxmlformats.org/officeDocument/2006/relationships/customXml" Target="../ink/ink800.xml"/><Relationship Id="rId35" Type="http://schemas.openxmlformats.org/officeDocument/2006/relationships/image" Target="../media/image795.png"/><Relationship Id="rId43" Type="http://schemas.openxmlformats.org/officeDocument/2006/relationships/image" Target="../media/image799.png"/><Relationship Id="rId48" Type="http://schemas.openxmlformats.org/officeDocument/2006/relationships/customXml" Target="../ink/ink809.xml"/><Relationship Id="rId56" Type="http://schemas.openxmlformats.org/officeDocument/2006/relationships/customXml" Target="../ink/ink813.xml"/><Relationship Id="rId64" Type="http://schemas.openxmlformats.org/officeDocument/2006/relationships/customXml" Target="../ink/ink817.xml"/><Relationship Id="rId69" Type="http://schemas.openxmlformats.org/officeDocument/2006/relationships/image" Target="../media/image812.png"/><Relationship Id="rId77" Type="http://schemas.openxmlformats.org/officeDocument/2006/relationships/image" Target="../media/image816.png"/><Relationship Id="rId8" Type="http://schemas.openxmlformats.org/officeDocument/2006/relationships/customXml" Target="../ink/ink789.xml"/><Relationship Id="rId51" Type="http://schemas.openxmlformats.org/officeDocument/2006/relationships/image" Target="../media/image803.png"/><Relationship Id="rId72" Type="http://schemas.openxmlformats.org/officeDocument/2006/relationships/customXml" Target="../ink/ink821.xml"/><Relationship Id="rId80" Type="http://schemas.openxmlformats.org/officeDocument/2006/relationships/customXml" Target="../ink/ink825.xml"/><Relationship Id="rId85" Type="http://schemas.openxmlformats.org/officeDocument/2006/relationships/image" Target="../media/image820.png"/><Relationship Id="rId3" Type="http://schemas.openxmlformats.org/officeDocument/2006/relationships/image" Target="../media/image779.png"/><Relationship Id="rId12" Type="http://schemas.openxmlformats.org/officeDocument/2006/relationships/customXml" Target="../ink/ink791.xml"/><Relationship Id="rId17" Type="http://schemas.openxmlformats.org/officeDocument/2006/relationships/image" Target="../media/image786.png"/><Relationship Id="rId25" Type="http://schemas.openxmlformats.org/officeDocument/2006/relationships/image" Target="../media/image790.png"/><Relationship Id="rId33" Type="http://schemas.openxmlformats.org/officeDocument/2006/relationships/image" Target="../media/image794.png"/><Relationship Id="rId38" Type="http://schemas.openxmlformats.org/officeDocument/2006/relationships/customXml" Target="../ink/ink804.xml"/><Relationship Id="rId46" Type="http://schemas.openxmlformats.org/officeDocument/2006/relationships/customXml" Target="../ink/ink808.xml"/><Relationship Id="rId59" Type="http://schemas.openxmlformats.org/officeDocument/2006/relationships/image" Target="../media/image807.png"/><Relationship Id="rId67" Type="http://schemas.openxmlformats.org/officeDocument/2006/relationships/image" Target="../media/image811.png"/><Relationship Id="rId20" Type="http://schemas.openxmlformats.org/officeDocument/2006/relationships/customXml" Target="../ink/ink795.xml"/><Relationship Id="rId41" Type="http://schemas.openxmlformats.org/officeDocument/2006/relationships/image" Target="../media/image798.png"/><Relationship Id="rId54" Type="http://schemas.openxmlformats.org/officeDocument/2006/relationships/customXml" Target="../ink/ink812.xml"/><Relationship Id="rId62" Type="http://schemas.openxmlformats.org/officeDocument/2006/relationships/customXml" Target="../ink/ink816.xml"/><Relationship Id="rId70" Type="http://schemas.openxmlformats.org/officeDocument/2006/relationships/customXml" Target="../ink/ink820.xml"/><Relationship Id="rId75" Type="http://schemas.openxmlformats.org/officeDocument/2006/relationships/image" Target="../media/image815.png"/><Relationship Id="rId83" Type="http://schemas.openxmlformats.org/officeDocument/2006/relationships/image" Target="../media/image8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88.xml"/><Relationship Id="rId15" Type="http://schemas.openxmlformats.org/officeDocument/2006/relationships/image" Target="../media/image785.png"/><Relationship Id="rId23" Type="http://schemas.openxmlformats.org/officeDocument/2006/relationships/image" Target="../media/image789.png"/><Relationship Id="rId28" Type="http://schemas.openxmlformats.org/officeDocument/2006/relationships/customXml" Target="../ink/ink799.xml"/><Relationship Id="rId36" Type="http://schemas.openxmlformats.org/officeDocument/2006/relationships/customXml" Target="../ink/ink803.xml"/><Relationship Id="rId49" Type="http://schemas.openxmlformats.org/officeDocument/2006/relationships/image" Target="../media/image802.png"/><Relationship Id="rId57" Type="http://schemas.openxmlformats.org/officeDocument/2006/relationships/image" Target="../media/image806.png"/><Relationship Id="rId10" Type="http://schemas.openxmlformats.org/officeDocument/2006/relationships/customXml" Target="../ink/ink790.xml"/><Relationship Id="rId31" Type="http://schemas.openxmlformats.org/officeDocument/2006/relationships/image" Target="../media/image793.png"/><Relationship Id="rId44" Type="http://schemas.openxmlformats.org/officeDocument/2006/relationships/customXml" Target="../ink/ink807.xml"/><Relationship Id="rId52" Type="http://schemas.openxmlformats.org/officeDocument/2006/relationships/customXml" Target="../ink/ink811.xml"/><Relationship Id="rId60" Type="http://schemas.openxmlformats.org/officeDocument/2006/relationships/customXml" Target="../ink/ink815.xml"/><Relationship Id="rId65" Type="http://schemas.openxmlformats.org/officeDocument/2006/relationships/image" Target="../media/image810.png"/><Relationship Id="rId73" Type="http://schemas.openxmlformats.org/officeDocument/2006/relationships/image" Target="../media/image814.png"/><Relationship Id="rId78" Type="http://schemas.openxmlformats.org/officeDocument/2006/relationships/customXml" Target="../ink/ink824.xml"/><Relationship Id="rId81" Type="http://schemas.openxmlformats.org/officeDocument/2006/relationships/image" Target="../media/image818.png"/><Relationship Id="rId86" Type="http://schemas.openxmlformats.org/officeDocument/2006/relationships/customXml" Target="../ink/ink828.xml"/><Relationship Id="rId4" Type="http://schemas.openxmlformats.org/officeDocument/2006/relationships/customXml" Target="../ink/ink787.xml"/><Relationship Id="rId9" Type="http://schemas.openxmlformats.org/officeDocument/2006/relationships/image" Target="../media/image782.png"/><Relationship Id="rId13" Type="http://schemas.openxmlformats.org/officeDocument/2006/relationships/image" Target="../media/image784.png"/><Relationship Id="rId18" Type="http://schemas.openxmlformats.org/officeDocument/2006/relationships/customXml" Target="../ink/ink794.xml"/><Relationship Id="rId39" Type="http://schemas.openxmlformats.org/officeDocument/2006/relationships/image" Target="../media/image797.png"/><Relationship Id="rId34" Type="http://schemas.openxmlformats.org/officeDocument/2006/relationships/customXml" Target="../ink/ink802.xml"/><Relationship Id="rId50" Type="http://schemas.openxmlformats.org/officeDocument/2006/relationships/customXml" Target="../ink/ink810.xml"/><Relationship Id="rId55" Type="http://schemas.openxmlformats.org/officeDocument/2006/relationships/image" Target="../media/image805.png"/><Relationship Id="rId76" Type="http://schemas.openxmlformats.org/officeDocument/2006/relationships/customXml" Target="../ink/ink823.xml"/><Relationship Id="rId7" Type="http://schemas.openxmlformats.org/officeDocument/2006/relationships/image" Target="../media/image781.png"/><Relationship Id="rId71" Type="http://schemas.openxmlformats.org/officeDocument/2006/relationships/image" Target="../media/image813.png"/><Relationship Id="rId2" Type="http://schemas.openxmlformats.org/officeDocument/2006/relationships/customXml" Target="../ink/ink786.xml"/><Relationship Id="rId29" Type="http://schemas.openxmlformats.org/officeDocument/2006/relationships/image" Target="../media/image792.png"/><Relationship Id="rId24" Type="http://schemas.openxmlformats.org/officeDocument/2006/relationships/customXml" Target="../ink/ink797.xml"/><Relationship Id="rId40" Type="http://schemas.openxmlformats.org/officeDocument/2006/relationships/customXml" Target="../ink/ink805.xml"/><Relationship Id="rId45" Type="http://schemas.openxmlformats.org/officeDocument/2006/relationships/image" Target="../media/image800.png"/><Relationship Id="rId66" Type="http://schemas.openxmlformats.org/officeDocument/2006/relationships/customXml" Target="../ink/ink818.xml"/><Relationship Id="rId87" Type="http://schemas.openxmlformats.org/officeDocument/2006/relationships/image" Target="../media/image821.png"/><Relationship Id="rId61" Type="http://schemas.openxmlformats.org/officeDocument/2006/relationships/image" Target="../media/image808.png"/><Relationship Id="rId82" Type="http://schemas.openxmlformats.org/officeDocument/2006/relationships/customXml" Target="../ink/ink8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B95FDA-8015-C088-0684-E7CCB1541371}"/>
              </a:ext>
            </a:extLst>
          </p:cNvPr>
          <p:cNvSpPr/>
          <p:nvPr/>
        </p:nvSpPr>
        <p:spPr>
          <a:xfrm>
            <a:off x="442763" y="606392"/>
            <a:ext cx="1413573" cy="52168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400" dirty="0"/>
            </a:br>
            <a:r>
              <a:rPr lang="en-US" sz="1400" dirty="0"/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11BD49-970C-6C5E-8406-367B427B8438}"/>
              </a:ext>
            </a:extLst>
          </p:cNvPr>
          <p:cNvSpPr/>
          <p:nvPr/>
        </p:nvSpPr>
        <p:spPr>
          <a:xfrm>
            <a:off x="2597218" y="606392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r>
              <a:rPr lang="en-US" sz="1400" dirty="0"/>
              <a:t> (70%)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535E6B-5471-965F-B1A0-8DBB90BE8146}"/>
              </a:ext>
            </a:extLst>
          </p:cNvPr>
          <p:cNvSpPr/>
          <p:nvPr/>
        </p:nvSpPr>
        <p:spPr>
          <a:xfrm>
            <a:off x="2597218" y="4292866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C0731-C6C0-ACAC-3291-020E78E0AE0C}"/>
              </a:ext>
            </a:extLst>
          </p:cNvPr>
          <p:cNvSpPr/>
          <p:nvPr/>
        </p:nvSpPr>
        <p:spPr>
          <a:xfrm>
            <a:off x="2597218" y="5091763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11F8D1D-6EAE-8B6F-4D29-1501601E9DD2}"/>
              </a:ext>
            </a:extLst>
          </p:cNvPr>
          <p:cNvSpPr/>
          <p:nvPr/>
        </p:nvSpPr>
        <p:spPr>
          <a:xfrm>
            <a:off x="4456497" y="5197640"/>
            <a:ext cx="5138276" cy="51976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A9442F-BC4D-96A6-0497-E7E02E1108DF}"/>
              </a:ext>
            </a:extLst>
          </p:cNvPr>
          <p:cNvCxnSpPr/>
          <p:nvPr/>
        </p:nvCxnSpPr>
        <p:spPr>
          <a:xfrm>
            <a:off x="4543124" y="336884"/>
            <a:ext cx="0" cy="6179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AC2CE51-3338-FFF9-05B9-927A6F855B7A}"/>
              </a:ext>
            </a:extLst>
          </p:cNvPr>
          <p:cNvSpPr txBox="1"/>
          <p:nvPr/>
        </p:nvSpPr>
        <p:spPr>
          <a:xfrm>
            <a:off x="4629752" y="237060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EDA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449307-5F90-3AF0-0223-A8AA6A4B3F1B}"/>
              </a:ext>
            </a:extLst>
          </p:cNvPr>
          <p:cNvCxnSpPr/>
          <p:nvPr/>
        </p:nvCxnSpPr>
        <p:spPr>
          <a:xfrm>
            <a:off x="7063339" y="339290"/>
            <a:ext cx="0" cy="6179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01052E4-EF06-CC55-CD57-E2000EB63536}"/>
              </a:ext>
            </a:extLst>
          </p:cNvPr>
          <p:cNvSpPr txBox="1"/>
          <p:nvPr/>
        </p:nvSpPr>
        <p:spPr>
          <a:xfrm>
            <a:off x="7149967" y="239466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Model Building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D14865-C523-0CFA-7F60-692CF5D6AA25}"/>
              </a:ext>
            </a:extLst>
          </p:cNvPr>
          <p:cNvCxnSpPr/>
          <p:nvPr/>
        </p:nvCxnSpPr>
        <p:spPr>
          <a:xfrm>
            <a:off x="9325276" y="336884"/>
            <a:ext cx="0" cy="6179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C56834A-8273-977A-D43C-F9803CD1E32D}"/>
              </a:ext>
            </a:extLst>
          </p:cNvPr>
          <p:cNvSpPr txBox="1"/>
          <p:nvPr/>
        </p:nvSpPr>
        <p:spPr>
          <a:xfrm>
            <a:off x="9411904" y="237060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Final Evaluation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1559FDF-0D43-C466-4E8F-53F00DA4A0E6}"/>
                  </a:ext>
                </a:extLst>
              </p14:cNvPr>
              <p14:cNvContentPartPr/>
              <p14:nvPr/>
            </p14:nvContentPartPr>
            <p14:xfrm>
              <a:off x="-146880" y="3663739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1559FDF-0D43-C466-4E8F-53F00DA4A0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3000" y="365761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74FF34CA-0316-360E-253F-223D85403991}"/>
              </a:ext>
            </a:extLst>
          </p:cNvPr>
          <p:cNvSpPr/>
          <p:nvPr/>
        </p:nvSpPr>
        <p:spPr>
          <a:xfrm>
            <a:off x="1886552" y="606392"/>
            <a:ext cx="336884" cy="5216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4258E7-06D7-F87B-CD4D-46E5893D1846}"/>
              </a:ext>
            </a:extLst>
          </p:cNvPr>
          <p:cNvSpPr/>
          <p:nvPr/>
        </p:nvSpPr>
        <p:spPr>
          <a:xfrm>
            <a:off x="4039666" y="606392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1D49B2-6085-B613-6322-C7C65062B4D1}"/>
              </a:ext>
            </a:extLst>
          </p:cNvPr>
          <p:cNvSpPr/>
          <p:nvPr/>
        </p:nvSpPr>
        <p:spPr>
          <a:xfrm>
            <a:off x="4036722" y="429286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FD8D39-BE1B-9CA2-58E2-67C591125490}"/>
              </a:ext>
            </a:extLst>
          </p:cNvPr>
          <p:cNvSpPr/>
          <p:nvPr/>
        </p:nvSpPr>
        <p:spPr>
          <a:xfrm>
            <a:off x="4039666" y="5086949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C2C5C-0FA8-7E91-BC19-51DA38370B58}"/>
              </a:ext>
            </a:extLst>
          </p:cNvPr>
          <p:cNvSpPr/>
          <p:nvPr/>
        </p:nvSpPr>
        <p:spPr>
          <a:xfrm>
            <a:off x="4910224" y="606392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E27D70-9836-EC37-7F72-DBBCF8A0C34E}"/>
              </a:ext>
            </a:extLst>
          </p:cNvPr>
          <p:cNvSpPr/>
          <p:nvPr/>
        </p:nvSpPr>
        <p:spPr>
          <a:xfrm>
            <a:off x="4910224" y="4292866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BFBBC0-02AE-55C5-D510-A2ABB8B9C463}"/>
              </a:ext>
            </a:extLst>
          </p:cNvPr>
          <p:cNvSpPr/>
          <p:nvPr/>
        </p:nvSpPr>
        <p:spPr>
          <a:xfrm>
            <a:off x="6352672" y="606392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87B4B8-33D0-CDCC-8E3E-54F673EDE17A}"/>
              </a:ext>
            </a:extLst>
          </p:cNvPr>
          <p:cNvSpPr/>
          <p:nvPr/>
        </p:nvSpPr>
        <p:spPr>
          <a:xfrm>
            <a:off x="6349728" y="429286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7E3CCE-C45B-3D70-5359-1C949BE189EB}"/>
              </a:ext>
            </a:extLst>
          </p:cNvPr>
          <p:cNvSpPr/>
          <p:nvPr/>
        </p:nvSpPr>
        <p:spPr>
          <a:xfrm>
            <a:off x="7304642" y="601581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B07C48-6362-9210-E4AB-F31FA5901DD6}"/>
              </a:ext>
            </a:extLst>
          </p:cNvPr>
          <p:cNvSpPr/>
          <p:nvPr/>
        </p:nvSpPr>
        <p:spPr>
          <a:xfrm>
            <a:off x="7304642" y="4288055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D851D5-1559-FF0B-86BF-937B0643BCEA}"/>
              </a:ext>
            </a:extLst>
          </p:cNvPr>
          <p:cNvSpPr/>
          <p:nvPr/>
        </p:nvSpPr>
        <p:spPr>
          <a:xfrm>
            <a:off x="8747090" y="601581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21B0DA-F756-B393-B5B1-43D3A1404127}"/>
              </a:ext>
            </a:extLst>
          </p:cNvPr>
          <p:cNvSpPr/>
          <p:nvPr/>
        </p:nvSpPr>
        <p:spPr>
          <a:xfrm>
            <a:off x="8744146" y="4288055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F152C3-44B2-F3C7-F173-8BE6F2EF29EC}"/>
              </a:ext>
            </a:extLst>
          </p:cNvPr>
          <p:cNvSpPr txBox="1"/>
          <p:nvPr/>
        </p:nvSpPr>
        <p:spPr>
          <a:xfrm>
            <a:off x="2096835" y="231239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 – test split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9C56C9-F693-AF3E-25C4-08A0A76EE7A7}"/>
              </a:ext>
            </a:extLst>
          </p:cNvPr>
          <p:cNvSpPr/>
          <p:nvPr/>
        </p:nvSpPr>
        <p:spPr>
          <a:xfrm>
            <a:off x="9681400" y="5197640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7F8755-3202-4EC1-1D95-92F8EEF10F9E}"/>
              </a:ext>
            </a:extLst>
          </p:cNvPr>
          <p:cNvSpPr/>
          <p:nvPr/>
        </p:nvSpPr>
        <p:spPr>
          <a:xfrm>
            <a:off x="11123848" y="519282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3763F-2C35-F12A-9E53-5A682B9A148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Split</a:t>
            </a:r>
          </a:p>
        </p:txBody>
      </p:sp>
    </p:spTree>
    <p:extLst>
      <p:ext uri="{BB962C8B-B14F-4D97-AF65-F5344CB8AC3E}">
        <p14:creationId xmlns:p14="http://schemas.microsoft.com/office/powerpoint/2010/main" val="464337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F47FDE-5FEE-CF3B-9BF7-1F9BF03DBFF1}"/>
              </a:ext>
            </a:extLst>
          </p:cNvPr>
          <p:cNvSpPr/>
          <p:nvPr/>
        </p:nvSpPr>
        <p:spPr>
          <a:xfrm>
            <a:off x="442763" y="606392"/>
            <a:ext cx="1780673" cy="52168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5EC64-5956-28E7-E018-CB101D2DA059}"/>
              </a:ext>
            </a:extLst>
          </p:cNvPr>
          <p:cNvSpPr/>
          <p:nvPr/>
        </p:nvSpPr>
        <p:spPr>
          <a:xfrm>
            <a:off x="442763" y="5399773"/>
            <a:ext cx="1790299" cy="4235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037FCA-26E1-B05B-5C0F-AE5CB101D49C}"/>
              </a:ext>
            </a:extLst>
          </p:cNvPr>
          <p:cNvSpPr/>
          <p:nvPr/>
        </p:nvSpPr>
        <p:spPr>
          <a:xfrm>
            <a:off x="221381" y="4803006"/>
            <a:ext cx="2387065" cy="12127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BBB728-E829-0F65-54C9-7FA472FE3692}"/>
              </a:ext>
            </a:extLst>
          </p:cNvPr>
          <p:cNvSpPr/>
          <p:nvPr/>
        </p:nvSpPr>
        <p:spPr>
          <a:xfrm>
            <a:off x="433137" y="3869357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86888D-CF10-31D8-8F40-918557F38D9B}"/>
              </a:ext>
            </a:extLst>
          </p:cNvPr>
          <p:cNvSpPr/>
          <p:nvPr/>
        </p:nvSpPr>
        <p:spPr>
          <a:xfrm>
            <a:off x="433136" y="2327711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DE4DD0-C3AA-2CFA-90B1-9FA8FE4748AF}"/>
              </a:ext>
            </a:extLst>
          </p:cNvPr>
          <p:cNvSpPr/>
          <p:nvPr/>
        </p:nvSpPr>
        <p:spPr>
          <a:xfrm>
            <a:off x="442763" y="1257703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A90CFD-9903-10C3-BDE5-DE72A8B3CF32}"/>
              </a:ext>
            </a:extLst>
          </p:cNvPr>
          <p:cNvSpPr/>
          <p:nvPr/>
        </p:nvSpPr>
        <p:spPr>
          <a:xfrm>
            <a:off x="221381" y="3590223"/>
            <a:ext cx="2387065" cy="12127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DEF792-4CF2-ADEB-587E-F7E5AA32254D}"/>
              </a:ext>
            </a:extLst>
          </p:cNvPr>
          <p:cNvSpPr/>
          <p:nvPr/>
        </p:nvSpPr>
        <p:spPr>
          <a:xfrm>
            <a:off x="221380" y="606392"/>
            <a:ext cx="2387065" cy="30030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8347F7-5E36-1795-2DE7-FD67435402A5}"/>
              </a:ext>
            </a:extLst>
          </p:cNvPr>
          <p:cNvSpPr txBox="1"/>
          <p:nvPr/>
        </p:nvSpPr>
        <p:spPr>
          <a:xfrm>
            <a:off x="5053263" y="1305829"/>
            <a:ext cx="4822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90% of patient healthy</a:t>
            </a:r>
          </a:p>
          <a:p>
            <a:r>
              <a:rPr lang="en-US" dirty="0"/>
              <a:t>10% with cancer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EABDB-9C3F-D349-5354-22F68D69E3A6}"/>
              </a:ext>
            </a:extLst>
          </p:cNvPr>
          <p:cNvCxnSpPr>
            <a:endCxn id="11" idx="3"/>
          </p:cNvCxnSpPr>
          <p:nvPr/>
        </p:nvCxnSpPr>
        <p:spPr>
          <a:xfrm flipH="1">
            <a:off x="2608445" y="1597794"/>
            <a:ext cx="2242688" cy="510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E38F5B-1767-D2C9-F40D-D39762EC7DB2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2608446" y="1607420"/>
            <a:ext cx="2242687" cy="2589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8E65FA-1A58-2780-D3E5-50C2AF741A08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2608446" y="1628994"/>
            <a:ext cx="2242687" cy="3780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A60277E-AC08-E2F5-F689-802E682020C2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Split</a:t>
            </a:r>
          </a:p>
        </p:txBody>
      </p:sp>
    </p:spTree>
    <p:extLst>
      <p:ext uri="{BB962C8B-B14F-4D97-AF65-F5344CB8AC3E}">
        <p14:creationId xmlns:p14="http://schemas.microsoft.com/office/powerpoint/2010/main" val="2036598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F47FDE-5FEE-CF3B-9BF7-1F9BF03DBFF1}"/>
              </a:ext>
            </a:extLst>
          </p:cNvPr>
          <p:cNvSpPr/>
          <p:nvPr/>
        </p:nvSpPr>
        <p:spPr>
          <a:xfrm>
            <a:off x="442763" y="606392"/>
            <a:ext cx="1780673" cy="52168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5EC64-5956-28E7-E018-CB101D2DA059}"/>
              </a:ext>
            </a:extLst>
          </p:cNvPr>
          <p:cNvSpPr/>
          <p:nvPr/>
        </p:nvSpPr>
        <p:spPr>
          <a:xfrm>
            <a:off x="442763" y="5312535"/>
            <a:ext cx="1790299" cy="5107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BBB728-E829-0F65-54C9-7FA472FE3692}"/>
              </a:ext>
            </a:extLst>
          </p:cNvPr>
          <p:cNvSpPr/>
          <p:nvPr/>
        </p:nvSpPr>
        <p:spPr>
          <a:xfrm>
            <a:off x="433137" y="3869357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DE4DD0-C3AA-2CFA-90B1-9FA8FE4748AF}"/>
              </a:ext>
            </a:extLst>
          </p:cNvPr>
          <p:cNvSpPr/>
          <p:nvPr/>
        </p:nvSpPr>
        <p:spPr>
          <a:xfrm>
            <a:off x="442763" y="1257703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8347F7-5E36-1795-2DE7-FD67435402A5}"/>
              </a:ext>
            </a:extLst>
          </p:cNvPr>
          <p:cNvSpPr txBox="1"/>
          <p:nvPr/>
        </p:nvSpPr>
        <p:spPr>
          <a:xfrm>
            <a:off x="172291" y="0"/>
            <a:ext cx="238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90% of patient healthy</a:t>
            </a:r>
          </a:p>
          <a:p>
            <a:r>
              <a:rPr lang="en-US" dirty="0">
                <a:solidFill>
                  <a:srgbClr val="FF0000"/>
                </a:solidFill>
              </a:rPr>
              <a:t>10% with cancer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E38F5B-1767-D2C9-F40D-D39762EC7DB2}"/>
              </a:ext>
            </a:extLst>
          </p:cNvPr>
          <p:cNvCxnSpPr>
            <a:cxnSpLocks/>
          </p:cNvCxnSpPr>
          <p:nvPr/>
        </p:nvCxnSpPr>
        <p:spPr>
          <a:xfrm>
            <a:off x="3747752" y="3194684"/>
            <a:ext cx="39151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7207D09-025F-CB93-BBED-DC775E375561}"/>
              </a:ext>
            </a:extLst>
          </p:cNvPr>
          <p:cNvSpPr/>
          <p:nvPr/>
        </p:nvSpPr>
        <p:spPr>
          <a:xfrm>
            <a:off x="8817756" y="606392"/>
            <a:ext cx="1780673" cy="52168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4E65A-9ECC-7AA2-29F4-1FF1EACE28C4}"/>
              </a:ext>
            </a:extLst>
          </p:cNvPr>
          <p:cNvSpPr/>
          <p:nvPr/>
        </p:nvSpPr>
        <p:spPr>
          <a:xfrm>
            <a:off x="8817756" y="3533218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9CB56A-58C8-9E4C-F5F4-8A451A73C9E2}"/>
              </a:ext>
            </a:extLst>
          </p:cNvPr>
          <p:cNvSpPr/>
          <p:nvPr/>
        </p:nvSpPr>
        <p:spPr>
          <a:xfrm>
            <a:off x="8808129" y="2327711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D0EEF6-8DA9-167F-708E-7D4E5B4C7D1B}"/>
              </a:ext>
            </a:extLst>
          </p:cNvPr>
          <p:cNvSpPr/>
          <p:nvPr/>
        </p:nvSpPr>
        <p:spPr>
          <a:xfrm>
            <a:off x="8817756" y="1257703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1BF593-F29A-4763-BED8-A48E6EFCCCDD}"/>
              </a:ext>
            </a:extLst>
          </p:cNvPr>
          <p:cNvSpPr/>
          <p:nvPr/>
        </p:nvSpPr>
        <p:spPr>
          <a:xfrm>
            <a:off x="8808128" y="5528108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A9D9B1-B85C-133A-F537-527248DF55D7}"/>
              </a:ext>
            </a:extLst>
          </p:cNvPr>
          <p:cNvSpPr/>
          <p:nvPr/>
        </p:nvSpPr>
        <p:spPr>
          <a:xfrm>
            <a:off x="8817756" y="4673665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DB023A-2FBC-B764-85ED-C4812862328F}"/>
              </a:ext>
            </a:extLst>
          </p:cNvPr>
          <p:cNvSpPr/>
          <p:nvPr/>
        </p:nvSpPr>
        <p:spPr>
          <a:xfrm>
            <a:off x="8509744" y="619826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230BE3-83B8-E8E2-49AC-54A886FC151A}"/>
              </a:ext>
            </a:extLst>
          </p:cNvPr>
          <p:cNvSpPr/>
          <p:nvPr/>
        </p:nvSpPr>
        <p:spPr>
          <a:xfrm>
            <a:off x="8509743" y="1649769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F2BA2D-C81D-778E-F4C1-48A7107717A9}"/>
              </a:ext>
            </a:extLst>
          </p:cNvPr>
          <p:cNvSpPr/>
          <p:nvPr/>
        </p:nvSpPr>
        <p:spPr>
          <a:xfrm>
            <a:off x="8509743" y="2679712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D09345-21A6-575F-B299-CEC40F50820E}"/>
              </a:ext>
            </a:extLst>
          </p:cNvPr>
          <p:cNvSpPr/>
          <p:nvPr/>
        </p:nvSpPr>
        <p:spPr>
          <a:xfrm>
            <a:off x="8519372" y="3709655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8A888D-8C8E-DCD5-1CE3-1462FB3BE837}"/>
              </a:ext>
            </a:extLst>
          </p:cNvPr>
          <p:cNvSpPr/>
          <p:nvPr/>
        </p:nvSpPr>
        <p:spPr>
          <a:xfrm>
            <a:off x="8529001" y="4739598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0EC962-6CB7-E83C-8DEC-4B406EE30D6A}"/>
              </a:ext>
            </a:extLst>
          </p:cNvPr>
          <p:cNvSpPr/>
          <p:nvPr/>
        </p:nvSpPr>
        <p:spPr>
          <a:xfrm>
            <a:off x="169039" y="619826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CC7B76-9719-D5BD-98CC-C668EEAD269C}"/>
              </a:ext>
            </a:extLst>
          </p:cNvPr>
          <p:cNvSpPr/>
          <p:nvPr/>
        </p:nvSpPr>
        <p:spPr>
          <a:xfrm>
            <a:off x="169038" y="1649769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519895-3497-ACF1-2BF8-49519ED8B90B}"/>
              </a:ext>
            </a:extLst>
          </p:cNvPr>
          <p:cNvSpPr/>
          <p:nvPr/>
        </p:nvSpPr>
        <p:spPr>
          <a:xfrm>
            <a:off x="169038" y="2679712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34341A-BC2B-1048-629C-96ADB527CDFB}"/>
              </a:ext>
            </a:extLst>
          </p:cNvPr>
          <p:cNvSpPr/>
          <p:nvPr/>
        </p:nvSpPr>
        <p:spPr>
          <a:xfrm>
            <a:off x="178667" y="3709655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386E9B-BE42-059C-E99D-D257103CF672}"/>
              </a:ext>
            </a:extLst>
          </p:cNvPr>
          <p:cNvSpPr/>
          <p:nvPr/>
        </p:nvSpPr>
        <p:spPr>
          <a:xfrm>
            <a:off x="188296" y="4739598"/>
            <a:ext cx="2387065" cy="10299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9FBC2D-E053-D158-4531-E252667ADC15}"/>
              </a:ext>
            </a:extLst>
          </p:cNvPr>
          <p:cNvSpPr txBox="1"/>
          <p:nvPr/>
        </p:nvSpPr>
        <p:spPr>
          <a:xfrm>
            <a:off x="8529001" y="0"/>
            <a:ext cx="238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90% of patient healthy</a:t>
            </a:r>
          </a:p>
          <a:p>
            <a:r>
              <a:rPr lang="en-US" dirty="0">
                <a:solidFill>
                  <a:srgbClr val="FF0000"/>
                </a:solidFill>
              </a:rPr>
              <a:t>10% with cancer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B129E8-B064-1FF4-B66E-FBB2547EF449}"/>
              </a:ext>
            </a:extLst>
          </p:cNvPr>
          <p:cNvSpPr txBox="1"/>
          <p:nvPr/>
        </p:nvSpPr>
        <p:spPr>
          <a:xfrm>
            <a:off x="2873744" y="2271353"/>
            <a:ext cx="47891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Ensure </a:t>
            </a:r>
            <a:r>
              <a:rPr lang="en-US" b="1" dirty="0">
                <a:solidFill>
                  <a:schemeClr val="tx2"/>
                </a:solidFill>
              </a:rPr>
              <a:t>EQUAL </a:t>
            </a:r>
            <a:r>
              <a:rPr lang="en-US" dirty="0">
                <a:solidFill>
                  <a:schemeClr val="tx2"/>
                </a:solidFill>
              </a:rPr>
              <a:t>representation of target variable (cancer vs. healthy) across </a:t>
            </a:r>
            <a:r>
              <a:rPr lang="en-US" b="1" dirty="0">
                <a:solidFill>
                  <a:schemeClr val="tx2"/>
                </a:solidFill>
              </a:rPr>
              <a:t>ALL FOLDS</a:t>
            </a:r>
          </a:p>
          <a:p>
            <a:pPr algn="ctr"/>
            <a:endParaRPr lang="en-US" b="1" dirty="0">
              <a:solidFill>
                <a:schemeClr val="tx2"/>
              </a:solidFill>
            </a:endParaRPr>
          </a:p>
          <a:p>
            <a:pPr algn="ctr"/>
            <a:r>
              <a:rPr lang="en-US" b="1" dirty="0">
                <a:solidFill>
                  <a:schemeClr val="tx2"/>
                </a:solidFill>
              </a:rPr>
              <a:t>`</a:t>
            </a:r>
            <a:r>
              <a:rPr lang="en-US" b="1" dirty="0" err="1">
                <a:solidFill>
                  <a:schemeClr val="tx2"/>
                </a:solidFill>
              </a:rPr>
              <a:t>sklearn.model_selection.StratifiedKfold</a:t>
            </a:r>
            <a:r>
              <a:rPr lang="en-US" b="1" dirty="0">
                <a:solidFill>
                  <a:schemeClr val="tx2"/>
                </a:solidFill>
              </a:rPr>
              <a:t>`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878F28-1CCE-473A-00DD-CDAB34F44A1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Stratify and Split</a:t>
            </a:r>
          </a:p>
        </p:txBody>
      </p:sp>
    </p:spTree>
    <p:extLst>
      <p:ext uri="{BB962C8B-B14F-4D97-AF65-F5344CB8AC3E}">
        <p14:creationId xmlns:p14="http://schemas.microsoft.com/office/powerpoint/2010/main" val="3018980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DB0156-7401-2D2E-6847-1ADC2BF2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478"/>
            <a:ext cx="12192000" cy="63610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BDB8C5-6C2E-2DC8-BF10-594302A6818C}"/>
              </a:ext>
            </a:extLst>
          </p:cNvPr>
          <p:cNvSpPr/>
          <p:nvPr/>
        </p:nvSpPr>
        <p:spPr>
          <a:xfrm>
            <a:off x="23937" y="754498"/>
            <a:ext cx="1025692" cy="1054983"/>
          </a:xfrm>
          <a:prstGeom prst="rect">
            <a:avLst/>
          </a:prstGeom>
          <a:noFill/>
          <a:ln w="3810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DF3E87-3741-5588-1CF3-C277FED41920}"/>
              </a:ext>
            </a:extLst>
          </p:cNvPr>
          <p:cNvSpPr/>
          <p:nvPr/>
        </p:nvSpPr>
        <p:spPr>
          <a:xfrm>
            <a:off x="23937" y="1835237"/>
            <a:ext cx="1025692" cy="105498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34AA2B-0347-0FBE-2B82-9CB78C945A1A}"/>
              </a:ext>
            </a:extLst>
          </p:cNvPr>
          <p:cNvSpPr/>
          <p:nvPr/>
        </p:nvSpPr>
        <p:spPr>
          <a:xfrm>
            <a:off x="23937" y="2921352"/>
            <a:ext cx="1025692" cy="105498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F845BE-7FBD-B283-6E6A-EEC27D14B13D}"/>
              </a:ext>
            </a:extLst>
          </p:cNvPr>
          <p:cNvSpPr/>
          <p:nvPr/>
        </p:nvSpPr>
        <p:spPr>
          <a:xfrm>
            <a:off x="23937" y="4014969"/>
            <a:ext cx="1025692" cy="1054983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C6CD6-7AAE-6DED-9678-849E5F03A8BC}"/>
              </a:ext>
            </a:extLst>
          </p:cNvPr>
          <p:cNvSpPr/>
          <p:nvPr/>
        </p:nvSpPr>
        <p:spPr>
          <a:xfrm>
            <a:off x="23937" y="5105410"/>
            <a:ext cx="1025692" cy="105498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94CCA1-E39A-EA96-2643-948D7026CDC6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Stratify and Split</a:t>
            </a:r>
          </a:p>
        </p:txBody>
      </p:sp>
    </p:spTree>
    <p:extLst>
      <p:ext uri="{BB962C8B-B14F-4D97-AF65-F5344CB8AC3E}">
        <p14:creationId xmlns:p14="http://schemas.microsoft.com/office/powerpoint/2010/main" val="83412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D458F4-D81A-33E7-4D55-F8CED2D6EA2B}"/>
                  </a:ext>
                </a:extLst>
              </p14:cNvPr>
              <p14:cNvContentPartPr/>
              <p14:nvPr/>
            </p14:nvContentPartPr>
            <p14:xfrm>
              <a:off x="2260800" y="2480419"/>
              <a:ext cx="2872440" cy="1456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D458F4-D81A-33E7-4D55-F8CED2D6EA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4680" y="2474299"/>
                <a:ext cx="2884680" cy="146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D6661E-638E-D989-8549-7CFBE6F5C3C6}"/>
                  </a:ext>
                </a:extLst>
              </p14:cNvPr>
              <p14:cNvContentPartPr/>
              <p14:nvPr/>
            </p14:nvContentPartPr>
            <p14:xfrm>
              <a:off x="2140200" y="2594539"/>
              <a:ext cx="3036600" cy="1383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D6661E-638E-D989-8549-7CFBE6F5C3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4080" y="2588419"/>
                <a:ext cx="3048840" cy="13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20D06A-9EE1-3992-D2DE-0B97C1B7C478}"/>
                  </a:ext>
                </a:extLst>
              </p14:cNvPr>
              <p14:cNvContentPartPr/>
              <p14:nvPr/>
            </p14:nvContentPartPr>
            <p14:xfrm>
              <a:off x="2016360" y="2535499"/>
              <a:ext cx="3249720" cy="1519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20D06A-9EE1-3992-D2DE-0B97C1B7C4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10240" y="2529379"/>
                <a:ext cx="3261960" cy="15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855BB3F-5C38-B509-975C-FDB825537E86}"/>
                  </a:ext>
                </a:extLst>
              </p14:cNvPr>
              <p14:cNvContentPartPr/>
              <p14:nvPr/>
            </p14:nvContentPartPr>
            <p14:xfrm>
              <a:off x="6502320" y="1038619"/>
              <a:ext cx="3448080" cy="1462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855BB3F-5C38-B509-975C-FDB825537E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96200" y="1032499"/>
                <a:ext cx="3460320" cy="14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3CC43EC-B882-691C-6C59-BEB41F45F09F}"/>
                  </a:ext>
                </a:extLst>
              </p14:cNvPr>
              <p14:cNvContentPartPr/>
              <p14:nvPr/>
            </p14:nvContentPartPr>
            <p14:xfrm>
              <a:off x="6501240" y="1110979"/>
              <a:ext cx="3777480" cy="1602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3CC43EC-B882-691C-6C59-BEB41F45F09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95120" y="1104859"/>
                <a:ext cx="3789720" cy="16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7195005-09A9-B1B2-7653-ADD6124A0E61}"/>
                  </a:ext>
                </a:extLst>
              </p14:cNvPr>
              <p14:cNvContentPartPr/>
              <p14:nvPr/>
            </p14:nvContentPartPr>
            <p14:xfrm>
              <a:off x="8847360" y="600139"/>
              <a:ext cx="428760" cy="620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7195005-09A9-B1B2-7653-ADD6124A0E6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41240" y="594019"/>
                <a:ext cx="441000" cy="63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09045C-5320-7349-F7B2-186531984308}"/>
                  </a:ext>
                </a:extLst>
              </p14:cNvPr>
              <p14:cNvContentPartPr/>
              <p14:nvPr/>
            </p14:nvContentPartPr>
            <p14:xfrm>
              <a:off x="6238080" y="1034299"/>
              <a:ext cx="755280" cy="326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09045C-5320-7349-F7B2-18653198430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31960" y="1028179"/>
                <a:ext cx="767520" cy="3387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3B072C4-540D-C020-1F33-D92239784086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Feature EDA</a:t>
            </a:r>
          </a:p>
        </p:txBody>
      </p:sp>
    </p:spTree>
    <p:extLst>
      <p:ext uri="{BB962C8B-B14F-4D97-AF65-F5344CB8AC3E}">
        <p14:creationId xmlns:p14="http://schemas.microsoft.com/office/powerpoint/2010/main" val="229179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37A49A-21DB-E82C-F336-A0475941FA0F}"/>
              </a:ext>
            </a:extLst>
          </p:cNvPr>
          <p:cNvSpPr/>
          <p:nvPr/>
        </p:nvSpPr>
        <p:spPr>
          <a:xfrm>
            <a:off x="1097280" y="606392"/>
            <a:ext cx="4044058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X_train</a:t>
            </a:r>
            <a:r>
              <a:rPr lang="en-US" dirty="0"/>
              <a:t> (120 samples)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76F8C-F8FA-26B6-6818-D30D9B74B8DE}"/>
              </a:ext>
            </a:extLst>
          </p:cNvPr>
          <p:cNvSpPr/>
          <p:nvPr/>
        </p:nvSpPr>
        <p:spPr>
          <a:xfrm>
            <a:off x="1097280" y="5167936"/>
            <a:ext cx="4035460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X_test</a:t>
            </a:r>
            <a:r>
              <a:rPr lang="en-US" dirty="0"/>
              <a:t> (30 samples here)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283ECA-D302-219A-93C1-B31D45B748EF}"/>
              </a:ext>
            </a:extLst>
          </p:cNvPr>
          <p:cNvSpPr/>
          <p:nvPr/>
        </p:nvSpPr>
        <p:spPr>
          <a:xfrm>
            <a:off x="9240517" y="601580"/>
            <a:ext cx="1183643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 err="1"/>
              <a:t>Y_train</a:t>
            </a:r>
            <a:r>
              <a:rPr lang="en-US" dirty="0"/>
              <a:t> (120 answers here)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61990A-03DC-D55F-499F-D8D80D461728}"/>
              </a:ext>
            </a:extLst>
          </p:cNvPr>
          <p:cNvSpPr/>
          <p:nvPr/>
        </p:nvSpPr>
        <p:spPr>
          <a:xfrm>
            <a:off x="9237324" y="4386716"/>
            <a:ext cx="1183643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 err="1"/>
              <a:t>Y_test</a:t>
            </a:r>
            <a:r>
              <a:rPr lang="en-US" sz="1200" dirty="0"/>
              <a:t> (30 answers here)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8AD436-5BF8-3CA1-E643-3FC1C072D1C3}"/>
              </a:ext>
            </a:extLst>
          </p:cNvPr>
          <p:cNvSpPr/>
          <p:nvPr/>
        </p:nvSpPr>
        <p:spPr>
          <a:xfrm>
            <a:off x="6096000" y="4638546"/>
            <a:ext cx="1828800" cy="1790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LogisticRegression</a:t>
            </a:r>
            <a:endParaRPr lang="en-US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6ED6F4-2108-A36B-10FE-A1603506ABBA}"/>
              </a:ext>
            </a:extLst>
          </p:cNvPr>
          <p:cNvCxnSpPr>
            <a:endCxn id="9" idx="2"/>
          </p:cNvCxnSpPr>
          <p:nvPr/>
        </p:nvCxnSpPr>
        <p:spPr>
          <a:xfrm>
            <a:off x="5223641" y="5533695"/>
            <a:ext cx="8723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2AAB838-742D-9F00-D139-036E50B2FBF9}"/>
              </a:ext>
            </a:extLst>
          </p:cNvPr>
          <p:cNvSpPr/>
          <p:nvPr/>
        </p:nvSpPr>
        <p:spPr>
          <a:xfrm>
            <a:off x="9237325" y="5163125"/>
            <a:ext cx="1183643" cy="736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 err="1"/>
              <a:t>Y_pred</a:t>
            </a:r>
            <a:r>
              <a:rPr lang="en-US" sz="1200" dirty="0"/>
              <a:t> (30 predictions here)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CE1622-06A4-80DB-19E7-9E7614A7200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924800" y="5531291"/>
            <a:ext cx="1312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E4E3580-4D66-9B75-1E23-45D1814C196C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</a:t>
            </a:r>
          </a:p>
        </p:txBody>
      </p:sp>
    </p:spTree>
    <p:extLst>
      <p:ext uri="{BB962C8B-B14F-4D97-AF65-F5344CB8AC3E}">
        <p14:creationId xmlns:p14="http://schemas.microsoft.com/office/powerpoint/2010/main" val="3396775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EE3BD8-CF59-0827-48F7-514A5C613A3D}"/>
              </a:ext>
            </a:extLst>
          </p:cNvPr>
          <p:cNvSpPr/>
          <p:nvPr/>
        </p:nvSpPr>
        <p:spPr>
          <a:xfrm>
            <a:off x="818147" y="1134442"/>
            <a:ext cx="1511166" cy="48896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29369B-AC11-401C-7254-7FBF3480A6CE}"/>
              </a:ext>
            </a:extLst>
          </p:cNvPr>
          <p:cNvSpPr/>
          <p:nvPr/>
        </p:nvSpPr>
        <p:spPr>
          <a:xfrm>
            <a:off x="2481714" y="1134442"/>
            <a:ext cx="338487" cy="48896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5383C3-BB06-A658-8F62-E55ACAB9E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984902"/>
              </p:ext>
            </p:extLst>
          </p:nvPr>
        </p:nvGraphicFramePr>
        <p:xfrm>
          <a:off x="3244783" y="1134443"/>
          <a:ext cx="8042444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611">
                  <a:extLst>
                    <a:ext uri="{9D8B030D-6E8A-4147-A177-3AD203B41FA5}">
                      <a16:colId xmlns:a16="http://schemas.microsoft.com/office/drawing/2014/main" val="1878097257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820170039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2946969815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498806278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74671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2101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2111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9412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1508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7582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3398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B414F9E-0719-1951-B43D-EC8B8D635490}"/>
              </a:ext>
            </a:extLst>
          </p:cNvPr>
          <p:cNvSpPr/>
          <p:nvPr/>
        </p:nvSpPr>
        <p:spPr>
          <a:xfrm>
            <a:off x="818147" y="266564"/>
            <a:ext cx="10469080" cy="72483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Regression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404A97-4D43-5CF0-6F67-A5C2748A7D2C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Training: Regression</a:t>
            </a:r>
          </a:p>
        </p:txBody>
      </p:sp>
    </p:spTree>
    <p:extLst>
      <p:ext uri="{BB962C8B-B14F-4D97-AF65-F5344CB8AC3E}">
        <p14:creationId xmlns:p14="http://schemas.microsoft.com/office/powerpoint/2010/main" val="3264850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50C6-480A-B8D6-FD26-D3CC78662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B080-922F-D6F4-3A3B-FBBCD40BC73E}"/>
              </a:ext>
            </a:extLst>
          </p:cNvPr>
          <p:cNvSpPr/>
          <p:nvPr/>
        </p:nvSpPr>
        <p:spPr>
          <a:xfrm>
            <a:off x="818147" y="1134442"/>
            <a:ext cx="1511166" cy="48896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FED321-5E9C-1D1F-00FB-459E9D4F4FF1}"/>
              </a:ext>
            </a:extLst>
          </p:cNvPr>
          <p:cNvSpPr/>
          <p:nvPr/>
        </p:nvSpPr>
        <p:spPr>
          <a:xfrm>
            <a:off x="2481714" y="1134442"/>
            <a:ext cx="338487" cy="48896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7EDCED-F1DB-9E0D-53FE-BC9414ED9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026764"/>
              </p:ext>
            </p:extLst>
          </p:nvPr>
        </p:nvGraphicFramePr>
        <p:xfrm>
          <a:off x="3244783" y="1134443"/>
          <a:ext cx="8042444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611">
                  <a:extLst>
                    <a:ext uri="{9D8B030D-6E8A-4147-A177-3AD203B41FA5}">
                      <a16:colId xmlns:a16="http://schemas.microsoft.com/office/drawing/2014/main" val="1878097257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820170039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2946969815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498806278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Sugar Every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Cancer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74671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2101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2111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9412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1508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7582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3398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F15EE3C-4332-B8F7-90EA-6883C22C3941}"/>
              </a:ext>
            </a:extLst>
          </p:cNvPr>
          <p:cNvSpPr/>
          <p:nvPr/>
        </p:nvSpPr>
        <p:spPr>
          <a:xfrm>
            <a:off x="818147" y="266564"/>
            <a:ext cx="10469080" cy="7248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67E015-0559-0672-7E53-D71C4372D9E3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07774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67F897-CDDD-5C11-E035-3370B7182B60}"/>
              </a:ext>
            </a:extLst>
          </p:cNvPr>
          <p:cNvSpPr/>
          <p:nvPr/>
        </p:nvSpPr>
        <p:spPr>
          <a:xfrm>
            <a:off x="1986333" y="1525343"/>
            <a:ext cx="1381753" cy="27624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B0E82-6A55-B343-1C61-80A5E9BA9A9B}"/>
              </a:ext>
            </a:extLst>
          </p:cNvPr>
          <p:cNvSpPr/>
          <p:nvPr/>
        </p:nvSpPr>
        <p:spPr>
          <a:xfrm>
            <a:off x="9868783" y="1507167"/>
            <a:ext cx="336884" cy="278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12E4C4-2026-5844-69B4-1761AB932508}"/>
              </a:ext>
            </a:extLst>
          </p:cNvPr>
          <p:cNvSpPr/>
          <p:nvPr/>
        </p:nvSpPr>
        <p:spPr>
          <a:xfrm>
            <a:off x="5113443" y="2079057"/>
            <a:ext cx="1381753" cy="167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C9A47E-894D-B79C-3AC0-FE332DCC8615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368086" y="2906569"/>
            <a:ext cx="1745357" cy="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4C79BE4-5EDF-13C6-48A0-C00B4CCF82E0}"/>
              </a:ext>
            </a:extLst>
          </p:cNvPr>
          <p:cNvSpPr/>
          <p:nvPr/>
        </p:nvSpPr>
        <p:spPr>
          <a:xfrm>
            <a:off x="7903669" y="1525343"/>
            <a:ext cx="336884" cy="278062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Y_pred</a:t>
            </a:r>
            <a:endParaRPr lang="en-US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633A72-791C-70AF-C8F5-223CFD5BF65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495196" y="2915653"/>
            <a:ext cx="14084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E2A3494-54F2-F244-D9BB-25431A20A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186837"/>
              </p:ext>
            </p:extLst>
          </p:nvPr>
        </p:nvGraphicFramePr>
        <p:xfrm>
          <a:off x="240976" y="1525343"/>
          <a:ext cx="1699689" cy="2762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563">
                  <a:extLst>
                    <a:ext uri="{9D8B030D-6E8A-4147-A177-3AD203B41FA5}">
                      <a16:colId xmlns:a16="http://schemas.microsoft.com/office/drawing/2014/main" val="488963587"/>
                    </a:ext>
                  </a:extLst>
                </a:gridCol>
                <a:gridCol w="566563">
                  <a:extLst>
                    <a:ext uri="{9D8B030D-6E8A-4147-A177-3AD203B41FA5}">
                      <a16:colId xmlns:a16="http://schemas.microsoft.com/office/drawing/2014/main" val="4281970515"/>
                    </a:ext>
                  </a:extLst>
                </a:gridCol>
                <a:gridCol w="566563">
                  <a:extLst>
                    <a:ext uri="{9D8B030D-6E8A-4147-A177-3AD203B41FA5}">
                      <a16:colId xmlns:a16="http://schemas.microsoft.com/office/drawing/2014/main" val="1191809810"/>
                    </a:ext>
                  </a:extLst>
                </a:gridCol>
              </a:tblGrid>
              <a:tr h="552490">
                <a:tc>
                  <a:txBody>
                    <a:bodyPr/>
                    <a:lstStyle/>
                    <a:p>
                      <a:r>
                        <a:rPr lang="en-US" sz="105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Sugar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948767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69208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585377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76261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7318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18AA9C9-FE25-B9B2-DA42-1344D3A52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19564"/>
              </p:ext>
            </p:extLst>
          </p:nvPr>
        </p:nvGraphicFramePr>
        <p:xfrm>
          <a:off x="8240553" y="1525342"/>
          <a:ext cx="710942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942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54000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EA088DB-61B8-6918-EF61-6F5D9A5BD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486283"/>
              </p:ext>
            </p:extLst>
          </p:nvPr>
        </p:nvGraphicFramePr>
        <p:xfrm>
          <a:off x="10205666" y="1507167"/>
          <a:ext cx="1090537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537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80000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25000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DA14D7C-F608-E8CF-0CF8-CDF57E2F719F}"/>
                  </a:ext>
                </a:extLst>
              </p14:cNvPr>
              <p14:cNvContentPartPr/>
              <p14:nvPr/>
            </p14:nvContentPartPr>
            <p14:xfrm>
              <a:off x="1190444" y="4642219"/>
              <a:ext cx="76320" cy="215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DA14D7C-F608-E8CF-0CF8-CDF57E2F71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324" y="4636099"/>
                <a:ext cx="885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DA6A996-4643-8B34-FDDA-36165C06D9B4}"/>
                  </a:ext>
                </a:extLst>
              </p14:cNvPr>
              <p14:cNvContentPartPr/>
              <p14:nvPr/>
            </p14:nvContentPartPr>
            <p14:xfrm>
              <a:off x="1287284" y="4726819"/>
              <a:ext cx="51840" cy="97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DA6A996-4643-8B34-FDDA-36165C06D9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1164" y="4720699"/>
                <a:ext cx="64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C1047AC-DF13-1E4F-C679-3254512C618F}"/>
                  </a:ext>
                </a:extLst>
              </p14:cNvPr>
              <p14:cNvContentPartPr/>
              <p14:nvPr/>
            </p14:nvContentPartPr>
            <p14:xfrm>
              <a:off x="1357844" y="4700899"/>
              <a:ext cx="86760" cy="106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C1047AC-DF13-1E4F-C679-3254512C61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1724" y="4694779"/>
                <a:ext cx="990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49A29FD-EF19-788E-CCC8-CDE4D4F3A33E}"/>
                  </a:ext>
                </a:extLst>
              </p14:cNvPr>
              <p14:cNvContentPartPr/>
              <p14:nvPr/>
            </p14:nvContentPartPr>
            <p14:xfrm>
              <a:off x="7867364" y="1411939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49A29FD-EF19-788E-CCC8-CDE4D4F3A3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61244" y="140581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5D2BA56-776F-BDE0-EE89-F5CD477EF0D8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 and Prediction</a:t>
            </a:r>
          </a:p>
        </p:txBody>
      </p:sp>
    </p:spTree>
    <p:extLst>
      <p:ext uri="{BB962C8B-B14F-4D97-AF65-F5344CB8AC3E}">
        <p14:creationId xmlns:p14="http://schemas.microsoft.com/office/powerpoint/2010/main" val="460827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0EBA1F-E44C-D854-1E11-58D8E6D18C52}"/>
              </a:ext>
            </a:extLst>
          </p:cNvPr>
          <p:cNvGrpSpPr/>
          <p:nvPr/>
        </p:nvGrpSpPr>
        <p:grpSpPr>
          <a:xfrm>
            <a:off x="1513364" y="939619"/>
            <a:ext cx="8144640" cy="4550040"/>
            <a:chOff x="1513364" y="939619"/>
            <a:chExt cx="8144640" cy="455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86CF79-9836-2E22-6B31-A9A982E5FE10}"/>
                    </a:ext>
                  </a:extLst>
                </p14:cNvPr>
                <p14:cNvContentPartPr/>
                <p14:nvPr/>
              </p14:nvContentPartPr>
              <p14:xfrm>
                <a:off x="2101964" y="939619"/>
                <a:ext cx="383760" cy="4550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86CF79-9836-2E22-6B31-A9A982E5FE1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5844" y="933499"/>
                  <a:ext cx="396000" cy="45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276773-6303-1892-7C77-AE4496A98284}"/>
                    </a:ext>
                  </a:extLst>
                </p14:cNvPr>
                <p14:cNvContentPartPr/>
                <p14:nvPr/>
              </p14:nvContentPartPr>
              <p14:xfrm>
                <a:off x="1513364" y="4972339"/>
                <a:ext cx="8144640" cy="73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276773-6303-1892-7C77-AE4496A982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07244" y="4966219"/>
                  <a:ext cx="8156880" cy="856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B0AF24-FA3D-028E-0743-1B91D8496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021993"/>
              </p:ext>
            </p:extLst>
          </p:nvPr>
        </p:nvGraphicFramePr>
        <p:xfrm>
          <a:off x="906102" y="1574757"/>
          <a:ext cx="617855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855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 err="1"/>
                        <a:t>Y_pred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54000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3A92BA-08EB-0F2A-F61A-E932DC8F5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029379"/>
              </p:ext>
            </p:extLst>
          </p:nvPr>
        </p:nvGraphicFramePr>
        <p:xfrm>
          <a:off x="9873001" y="4837508"/>
          <a:ext cx="805635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5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 err="1"/>
                        <a:t>Y_test</a:t>
                      </a:r>
                      <a:endParaRPr lang="en-US" sz="1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80000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110000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25000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4755C913-A994-228D-F56C-6E3D19961D38}"/>
              </a:ext>
            </a:extLst>
          </p:cNvPr>
          <p:cNvGrpSpPr/>
          <p:nvPr/>
        </p:nvGrpSpPr>
        <p:grpSpPr>
          <a:xfrm>
            <a:off x="2148764" y="3400219"/>
            <a:ext cx="172080" cy="1273320"/>
            <a:chOff x="2148764" y="3400219"/>
            <a:chExt cx="172080" cy="12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376492-9A19-6986-33D6-B11521F24D65}"/>
                    </a:ext>
                  </a:extLst>
                </p14:cNvPr>
                <p14:cNvContentPartPr/>
                <p14:nvPr/>
              </p14:nvContentPartPr>
              <p14:xfrm>
                <a:off x="2148764" y="4673179"/>
                <a:ext cx="6552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376492-9A19-6986-33D6-B11521F24D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2644" y="4667059"/>
                  <a:ext cx="77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B12939-2F76-77C4-6C9D-5A2DCBC00365}"/>
                    </a:ext>
                  </a:extLst>
                </p14:cNvPr>
                <p14:cNvContentPartPr/>
                <p14:nvPr/>
              </p14:nvContentPartPr>
              <p14:xfrm>
                <a:off x="2184404" y="4262779"/>
                <a:ext cx="45000" cy="3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B12939-2F76-77C4-6C9D-5A2DCBC003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8284" y="4256659"/>
                  <a:ext cx="572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3CA368-53CD-D7F3-992C-CB0CD04B7D07}"/>
                    </a:ext>
                  </a:extLst>
                </p14:cNvPr>
                <p14:cNvContentPartPr/>
                <p14:nvPr/>
              </p14:nvContentPartPr>
              <p14:xfrm>
                <a:off x="2251004" y="3816019"/>
                <a:ext cx="4824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3CA368-53CD-D7F3-992C-CB0CD04B7D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44884" y="3809899"/>
                  <a:ext cx="60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190012-FF3B-22F8-0B20-015F787099D1}"/>
                    </a:ext>
                  </a:extLst>
                </p14:cNvPr>
                <p14:cNvContentPartPr/>
                <p14:nvPr/>
              </p14:nvContentPartPr>
              <p14:xfrm>
                <a:off x="2275844" y="3400219"/>
                <a:ext cx="45000" cy="3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190012-FF3B-22F8-0B20-015F787099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69724" y="3394099"/>
                  <a:ext cx="5724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0F0634-6895-C42B-8FFF-523861AF42F0}"/>
              </a:ext>
            </a:extLst>
          </p:cNvPr>
          <p:cNvGrpSpPr/>
          <p:nvPr/>
        </p:nvGrpSpPr>
        <p:grpSpPr>
          <a:xfrm>
            <a:off x="2325524" y="2440099"/>
            <a:ext cx="231840" cy="521280"/>
            <a:chOff x="2325524" y="2440099"/>
            <a:chExt cx="23184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364CDB8-3F84-B4E3-CD24-6C2A24EF141E}"/>
                    </a:ext>
                  </a:extLst>
                </p14:cNvPr>
                <p14:cNvContentPartPr/>
                <p14:nvPr/>
              </p14:nvContentPartPr>
              <p14:xfrm>
                <a:off x="2325524" y="2957419"/>
                <a:ext cx="58680" cy="3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364CDB8-3F84-B4E3-CD24-6C2A24EF14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19404" y="2951299"/>
                  <a:ext cx="709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A3AE3D-E1C6-8A2A-9583-43A8125C4815}"/>
                    </a:ext>
                  </a:extLst>
                </p14:cNvPr>
                <p14:cNvContentPartPr/>
                <p14:nvPr/>
              </p14:nvContentPartPr>
              <p14:xfrm>
                <a:off x="2374844" y="2440099"/>
                <a:ext cx="8604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A3AE3D-E1C6-8A2A-9583-43A8125C48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68724" y="2433979"/>
                  <a:ext cx="98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A2E2E87-6C72-0F6F-EE35-124BFED994EA}"/>
                    </a:ext>
                  </a:extLst>
                </p14:cNvPr>
                <p14:cNvContentPartPr/>
                <p14:nvPr/>
              </p14:nvContentPartPr>
              <p14:xfrm>
                <a:off x="2386004" y="2716939"/>
                <a:ext cx="171360" cy="3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A2E2E87-6C72-0F6F-EE35-124BFED994E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79884" y="2710819"/>
                  <a:ext cx="183600" cy="1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53776CF-FA87-CCE5-8D6F-9811A4E0C00C}"/>
                  </a:ext>
                </a:extLst>
              </p14:cNvPr>
              <p14:cNvContentPartPr/>
              <p14:nvPr/>
            </p14:nvContentPartPr>
            <p14:xfrm>
              <a:off x="2594444" y="4970179"/>
              <a:ext cx="360" cy="122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53776CF-FA87-CCE5-8D6F-9811A4E0C00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88324" y="4964059"/>
                <a:ext cx="126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1E0A0E-1AC9-6310-FBF4-176B0FD239F3}"/>
                  </a:ext>
                </a:extLst>
              </p14:cNvPr>
              <p14:cNvContentPartPr/>
              <p14:nvPr/>
            </p14:nvContentPartPr>
            <p14:xfrm>
              <a:off x="3067124" y="4993579"/>
              <a:ext cx="3960" cy="89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1E0A0E-1AC9-6310-FBF4-176B0FD239F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061004" y="4987459"/>
                <a:ext cx="162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219C275-4AE2-9F2C-086E-F9900BE2E5BE}"/>
                  </a:ext>
                </a:extLst>
              </p14:cNvPr>
              <p14:cNvContentPartPr/>
              <p14:nvPr/>
            </p14:nvContentPartPr>
            <p14:xfrm>
              <a:off x="3543404" y="5006179"/>
              <a:ext cx="8280" cy="100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219C275-4AE2-9F2C-086E-F9900BE2E5B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37284" y="5000059"/>
                <a:ext cx="205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4018B36-F381-A262-907B-25847C855642}"/>
                  </a:ext>
                </a:extLst>
              </p14:cNvPr>
              <p14:cNvContentPartPr/>
              <p14:nvPr/>
            </p14:nvContentPartPr>
            <p14:xfrm>
              <a:off x="3936884" y="5019499"/>
              <a:ext cx="3960" cy="74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4018B36-F381-A262-907B-25847C85564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30764" y="5013379"/>
                <a:ext cx="162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DCEC16C-CD91-D239-4D8D-903C84352D1A}"/>
                  </a:ext>
                </a:extLst>
              </p14:cNvPr>
              <p14:cNvContentPartPr/>
              <p14:nvPr/>
            </p14:nvContentPartPr>
            <p14:xfrm>
              <a:off x="4424324" y="4991779"/>
              <a:ext cx="8640" cy="288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DCEC16C-CD91-D239-4D8D-903C84352D1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418204" y="4985659"/>
                <a:ext cx="2088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60C44AD-8D05-0C17-0796-74B44A9DF9C5}"/>
                  </a:ext>
                </a:extLst>
              </p14:cNvPr>
              <p14:cNvContentPartPr/>
              <p14:nvPr/>
            </p14:nvContentPartPr>
            <p14:xfrm>
              <a:off x="4834724" y="5007259"/>
              <a:ext cx="10800" cy="2221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60C44AD-8D05-0C17-0796-74B44A9DF9C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828604" y="5001139"/>
                <a:ext cx="230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75AA7A-1B60-ADD8-C22C-4F15C89DF5C9}"/>
                  </a:ext>
                </a:extLst>
              </p14:cNvPr>
              <p14:cNvContentPartPr/>
              <p14:nvPr/>
            </p14:nvContentPartPr>
            <p14:xfrm>
              <a:off x="5273564" y="4989979"/>
              <a:ext cx="360" cy="1234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75AA7A-1B60-ADD8-C22C-4F15C89DF5C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267444" y="4983859"/>
                <a:ext cx="126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F848D24-A139-E8D3-96B4-DA227014B857}"/>
                  </a:ext>
                </a:extLst>
              </p14:cNvPr>
              <p14:cNvContentPartPr/>
              <p14:nvPr/>
            </p14:nvContentPartPr>
            <p14:xfrm>
              <a:off x="5700884" y="5003659"/>
              <a:ext cx="8280" cy="114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F848D24-A139-E8D3-96B4-DA227014B8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694764" y="4997539"/>
                <a:ext cx="205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1A3239A-411F-E034-4428-5D237433530B}"/>
                  </a:ext>
                </a:extLst>
              </p14:cNvPr>
              <p14:cNvContentPartPr/>
              <p14:nvPr/>
            </p14:nvContentPartPr>
            <p14:xfrm>
              <a:off x="5601524" y="2643139"/>
              <a:ext cx="59400" cy="85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1A3239A-411F-E034-4428-5D237433530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595404" y="2637019"/>
                <a:ext cx="7164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F0CA0A3-756A-AD26-BF3C-65945853ECC8}"/>
              </a:ext>
            </a:extLst>
          </p:cNvPr>
          <p:cNvGrpSpPr/>
          <p:nvPr/>
        </p:nvGrpSpPr>
        <p:grpSpPr>
          <a:xfrm>
            <a:off x="9700484" y="4105099"/>
            <a:ext cx="790560" cy="446040"/>
            <a:chOff x="9700484" y="4105099"/>
            <a:chExt cx="7905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9FF63FB-EFCB-7855-1E4B-F4F96BE02180}"/>
                    </a:ext>
                  </a:extLst>
                </p14:cNvPr>
                <p14:cNvContentPartPr/>
                <p14:nvPr/>
              </p14:nvContentPartPr>
              <p14:xfrm>
                <a:off x="9772844" y="4105099"/>
                <a:ext cx="33480" cy="326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9FF63FB-EFCB-7855-1E4B-F4F96BE0218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66724" y="4098979"/>
                  <a:ext cx="457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07633A-1B3E-C304-D553-5E4DBB5E24AA}"/>
                    </a:ext>
                  </a:extLst>
                </p14:cNvPr>
                <p14:cNvContentPartPr/>
                <p14:nvPr/>
              </p14:nvContentPartPr>
              <p14:xfrm>
                <a:off x="9700484" y="4249819"/>
                <a:ext cx="261360" cy="36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07633A-1B3E-C304-D553-5E4DBB5E24A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694364" y="4243699"/>
                  <a:ext cx="273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F6F169-10AB-4CAC-DC76-43FE76B102AC}"/>
                    </a:ext>
                  </a:extLst>
                </p14:cNvPr>
                <p14:cNvContentPartPr/>
                <p14:nvPr/>
              </p14:nvContentPartPr>
              <p14:xfrm>
                <a:off x="9953204" y="4293379"/>
                <a:ext cx="265680" cy="104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F6F169-10AB-4CAC-DC76-43FE76B102A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47084" y="4287259"/>
                  <a:ext cx="277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711A350-AF13-3059-BA98-D1011317D126}"/>
                    </a:ext>
                  </a:extLst>
                </p14:cNvPr>
                <p14:cNvContentPartPr/>
                <p14:nvPr/>
              </p14:nvContentPartPr>
              <p14:xfrm>
                <a:off x="10173524" y="4311019"/>
                <a:ext cx="213840" cy="191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711A350-AF13-3059-BA98-D1011317D12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67404" y="4304899"/>
                  <a:ext cx="226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37FE231-424D-25FB-A2C4-1BC84B2D85E4}"/>
                    </a:ext>
                  </a:extLst>
                </p14:cNvPr>
                <p14:cNvContentPartPr/>
                <p14:nvPr/>
              </p14:nvContentPartPr>
              <p14:xfrm>
                <a:off x="10337324" y="4285819"/>
                <a:ext cx="129960" cy="265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7FE231-424D-25FB-A2C4-1BC84B2D85E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31204" y="4279699"/>
                  <a:ext cx="142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23B4D8-42B3-E046-E692-82F09F2EDFD5}"/>
                    </a:ext>
                  </a:extLst>
                </p14:cNvPr>
                <p14:cNvContentPartPr/>
                <p14:nvPr/>
              </p14:nvContentPartPr>
              <p14:xfrm>
                <a:off x="10229684" y="4309579"/>
                <a:ext cx="261360" cy="45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23B4D8-42B3-E046-E692-82F09F2EDFD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23564" y="4303459"/>
                  <a:ext cx="27360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BC4263D-9D00-0237-B8B8-045B57D56412}"/>
                  </a:ext>
                </a:extLst>
              </p14:cNvPr>
              <p14:cNvContentPartPr/>
              <p14:nvPr/>
            </p14:nvContentPartPr>
            <p14:xfrm>
              <a:off x="2456924" y="1990459"/>
              <a:ext cx="72360" cy="7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BC4263D-9D00-0237-B8B8-045B57D5641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450804" y="1984339"/>
                <a:ext cx="846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970C16C-C593-265F-F96A-3B88CCFF9B70}"/>
                  </a:ext>
                </a:extLst>
              </p14:cNvPr>
              <p14:cNvContentPartPr/>
              <p14:nvPr/>
            </p14:nvContentPartPr>
            <p14:xfrm>
              <a:off x="2423444" y="2189179"/>
              <a:ext cx="6408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970C16C-C593-265F-F96A-3B88CCFF9B7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417324" y="2183059"/>
                <a:ext cx="763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3832756-FDA5-17D6-A665-27E3A56B94C3}"/>
                  </a:ext>
                </a:extLst>
              </p14:cNvPr>
              <p14:cNvContentPartPr/>
              <p14:nvPr/>
            </p14:nvContentPartPr>
            <p14:xfrm>
              <a:off x="4768844" y="2139139"/>
              <a:ext cx="63720" cy="80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3832756-FDA5-17D6-A665-27E3A56B94C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762724" y="2133019"/>
                <a:ext cx="759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CC805A1-9130-E8FB-027E-8F0FBD30FCFB}"/>
                  </a:ext>
                </a:extLst>
              </p14:cNvPr>
              <p14:cNvContentPartPr/>
              <p14:nvPr/>
            </p14:nvContentPartPr>
            <p14:xfrm>
              <a:off x="2488604" y="1587619"/>
              <a:ext cx="687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CC805A1-9130-E8FB-027E-8F0FBD30FCF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482484" y="1581499"/>
                <a:ext cx="810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F0EE1E4-B784-4AE8-36A6-DB4BC0A1442A}"/>
                  </a:ext>
                </a:extLst>
              </p14:cNvPr>
              <p14:cNvContentPartPr/>
              <p14:nvPr/>
            </p14:nvContentPartPr>
            <p14:xfrm>
              <a:off x="2474924" y="1194859"/>
              <a:ext cx="5508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F0EE1E4-B784-4AE8-36A6-DB4BC0A1442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468804" y="1188739"/>
                <a:ext cx="67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FF4B6C5F-DAF7-0EED-5E5B-060DAC7A9E45}"/>
              </a:ext>
            </a:extLst>
          </p:cNvPr>
          <p:cNvGrpSpPr/>
          <p:nvPr/>
        </p:nvGrpSpPr>
        <p:grpSpPr>
          <a:xfrm>
            <a:off x="2418404" y="525619"/>
            <a:ext cx="415080" cy="509400"/>
            <a:chOff x="2418404" y="525619"/>
            <a:chExt cx="41508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62B14D-3E1C-F167-7967-50DE3F7B465C}"/>
                    </a:ext>
                  </a:extLst>
                </p14:cNvPr>
                <p14:cNvContentPartPr/>
                <p14:nvPr/>
              </p14:nvContentPartPr>
              <p14:xfrm>
                <a:off x="2418764" y="691219"/>
                <a:ext cx="18720" cy="222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62B14D-3E1C-F167-7967-50DE3F7B465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12644" y="685099"/>
                  <a:ext cx="30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1EB7C64-354D-B73B-9852-D63B4790FEE8}"/>
                    </a:ext>
                  </a:extLst>
                </p14:cNvPr>
                <p14:cNvContentPartPr/>
                <p14:nvPr/>
              </p14:nvContentPartPr>
              <p14:xfrm>
                <a:off x="2418404" y="646579"/>
                <a:ext cx="61920" cy="129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1EB7C64-354D-B73B-9852-D63B4790FEE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12284" y="640459"/>
                  <a:ext cx="74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9C1FD8-EB1E-66E1-D164-C58177548AD0}"/>
                    </a:ext>
                  </a:extLst>
                </p14:cNvPr>
                <p14:cNvContentPartPr/>
                <p14:nvPr/>
              </p14:nvContentPartPr>
              <p14:xfrm>
                <a:off x="2534684" y="633979"/>
                <a:ext cx="65880" cy="135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9C1FD8-EB1E-66E1-D164-C58177548AD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28564" y="627859"/>
                  <a:ext cx="78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E74657-26AA-09E0-B992-D67ACA4BDA63}"/>
                    </a:ext>
                  </a:extLst>
                </p14:cNvPr>
                <p14:cNvContentPartPr/>
                <p14:nvPr/>
              </p14:nvContentPartPr>
              <p14:xfrm>
                <a:off x="2579324" y="655579"/>
                <a:ext cx="121680" cy="173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E74657-26AA-09E0-B992-D67ACA4BDA6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573204" y="649459"/>
                  <a:ext cx="133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E816772-646D-E8F6-9B93-A73DABD37E88}"/>
                    </a:ext>
                  </a:extLst>
                </p14:cNvPr>
                <p14:cNvContentPartPr/>
                <p14:nvPr/>
              </p14:nvContentPartPr>
              <p14:xfrm>
                <a:off x="2728364" y="525619"/>
                <a:ext cx="105120" cy="509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E816772-646D-E8F6-9B93-A73DABD37E8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22244" y="519499"/>
                  <a:ext cx="11736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D14812-848A-CE94-6683-C8C7788651C8}"/>
                    </a:ext>
                  </a:extLst>
                </p14:cNvPr>
                <p14:cNvContentPartPr/>
                <p14:nvPr/>
              </p14:nvContentPartPr>
              <p14:xfrm>
                <a:off x="2505524" y="784819"/>
                <a:ext cx="55080" cy="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D14812-848A-CE94-6683-C8C7788651C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499404" y="778699"/>
                  <a:ext cx="67320" cy="1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E6DD473-0AC5-AFFF-C5B8-6F6C33AD25EB}"/>
                  </a:ext>
                </a:extLst>
              </p14:cNvPr>
              <p14:cNvContentPartPr/>
              <p14:nvPr/>
            </p14:nvContentPartPr>
            <p14:xfrm>
              <a:off x="2451164" y="370099"/>
              <a:ext cx="150840" cy="176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E6DD473-0AC5-AFFF-C5B8-6F6C33AD25E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445044" y="363979"/>
                <a:ext cx="1630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9A6292D-AE18-3186-C1C4-DAFFC161E52D}"/>
                  </a:ext>
                </a:extLst>
              </p14:cNvPr>
              <p14:cNvContentPartPr/>
              <p14:nvPr/>
            </p14:nvContentPartPr>
            <p14:xfrm>
              <a:off x="6125324" y="5000779"/>
              <a:ext cx="16200" cy="65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9A6292D-AE18-3186-C1C4-DAFFC161E52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119204" y="4994659"/>
                <a:ext cx="284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F2AEFA9-8517-27B1-CB4C-60102AD505EC}"/>
                  </a:ext>
                </a:extLst>
              </p14:cNvPr>
              <p14:cNvContentPartPr/>
              <p14:nvPr/>
            </p14:nvContentPartPr>
            <p14:xfrm>
              <a:off x="6596924" y="5008339"/>
              <a:ext cx="3960" cy="450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F2AEFA9-8517-27B1-CB4C-60102AD505E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590804" y="5002219"/>
                <a:ext cx="162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924A0C8-34F3-CA33-B724-781374CCE5D9}"/>
                  </a:ext>
                </a:extLst>
              </p14:cNvPr>
              <p14:cNvContentPartPr/>
              <p14:nvPr/>
            </p14:nvContentPartPr>
            <p14:xfrm>
              <a:off x="7024244" y="4978099"/>
              <a:ext cx="3960" cy="92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924A0C8-34F3-CA33-B724-781374CCE5D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018124" y="4971979"/>
                <a:ext cx="162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CBB59B5-8235-538A-D1EF-14D5B8AA775D}"/>
                  </a:ext>
                </a:extLst>
              </p14:cNvPr>
              <p14:cNvContentPartPr/>
              <p14:nvPr/>
            </p14:nvContentPartPr>
            <p14:xfrm>
              <a:off x="6912284" y="421939"/>
              <a:ext cx="56160" cy="1440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CBB59B5-8235-538A-D1EF-14D5B8AA775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906164" y="415819"/>
                <a:ext cx="684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EDEDC0F-0C5C-2B14-31A0-3DC0EE15958B}"/>
                  </a:ext>
                </a:extLst>
              </p14:cNvPr>
              <p14:cNvContentPartPr/>
              <p14:nvPr/>
            </p14:nvContentPartPr>
            <p14:xfrm>
              <a:off x="2164604" y="4392379"/>
              <a:ext cx="74520" cy="3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EDEDC0F-0C5C-2B14-31A0-3DC0EE15958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158484" y="4386259"/>
                <a:ext cx="867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A335DCC-76AD-F0BE-53AC-5AF6CE17324D}"/>
                  </a:ext>
                </a:extLst>
              </p14:cNvPr>
              <p14:cNvContentPartPr/>
              <p14:nvPr/>
            </p14:nvContentPartPr>
            <p14:xfrm>
              <a:off x="3288884" y="4470499"/>
              <a:ext cx="61560" cy="619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A335DCC-76AD-F0BE-53AC-5AF6CE17324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282764" y="4464379"/>
                <a:ext cx="7380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0F2D114-E41D-D00F-49F2-FB733AAD44F1}"/>
                  </a:ext>
                </a:extLst>
              </p14:cNvPr>
              <p14:cNvContentPartPr/>
              <p14:nvPr/>
            </p14:nvContentPartPr>
            <p14:xfrm>
              <a:off x="3759404" y="3216619"/>
              <a:ext cx="41400" cy="414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0F2D114-E41D-D00F-49F2-FB733AAD44F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753284" y="3210499"/>
                <a:ext cx="53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008BEB3-6CF6-A05D-5757-DB99C05BD396}"/>
                  </a:ext>
                </a:extLst>
              </p14:cNvPr>
              <p14:cNvContentPartPr/>
              <p14:nvPr/>
            </p14:nvContentPartPr>
            <p14:xfrm>
              <a:off x="4573364" y="3598579"/>
              <a:ext cx="34560" cy="417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008BEB3-6CF6-A05D-5757-DB99C05BD39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567244" y="3592459"/>
                <a:ext cx="468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F11BB9A-ACE9-4DD6-4D9E-C4023F4BE698}"/>
                  </a:ext>
                </a:extLst>
              </p14:cNvPr>
              <p14:cNvContentPartPr/>
              <p14:nvPr/>
            </p14:nvContentPartPr>
            <p14:xfrm>
              <a:off x="4793324" y="1153459"/>
              <a:ext cx="30960" cy="439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F11BB9A-ACE9-4DD6-4D9E-C4023F4BE69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787204" y="1147339"/>
                <a:ext cx="432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2430380-7056-1A7A-1231-B330C9A8C2CF}"/>
                  </a:ext>
                </a:extLst>
              </p14:cNvPr>
              <p14:cNvContentPartPr/>
              <p14:nvPr/>
            </p14:nvContentPartPr>
            <p14:xfrm>
              <a:off x="7122884" y="3249739"/>
              <a:ext cx="230760" cy="3528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2430380-7056-1A7A-1231-B330C9A8C2C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116764" y="3243619"/>
                <a:ext cx="24300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A0AAEF8-F249-1966-FE41-EC1CC97D1500}"/>
                  </a:ext>
                </a:extLst>
              </p14:cNvPr>
              <p14:cNvContentPartPr/>
              <p14:nvPr/>
            </p14:nvContentPartPr>
            <p14:xfrm>
              <a:off x="8079764" y="1804339"/>
              <a:ext cx="27000" cy="128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A0AAEF8-F249-1966-FE41-EC1CC97D150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073644" y="1798219"/>
                <a:ext cx="392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37FCBDD-E28E-3D6D-57A5-A9EB622E5CCA}"/>
                  </a:ext>
                </a:extLst>
              </p14:cNvPr>
              <p14:cNvContentPartPr/>
              <p14:nvPr/>
            </p14:nvContentPartPr>
            <p14:xfrm>
              <a:off x="5863604" y="3940939"/>
              <a:ext cx="37080" cy="113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37FCBDD-E28E-3D6D-57A5-A9EB622E5CC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857484" y="3934819"/>
                <a:ext cx="493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5A8949A-C530-30C1-012F-37F501D6EF9E}"/>
                  </a:ext>
                </a:extLst>
              </p14:cNvPr>
              <p14:cNvContentPartPr/>
              <p14:nvPr/>
            </p14:nvContentPartPr>
            <p14:xfrm>
              <a:off x="3880004" y="2031859"/>
              <a:ext cx="171360" cy="1062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5A8949A-C530-30C1-012F-37F501D6EF9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873884" y="2025739"/>
                <a:ext cx="1836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76991EF-1FE6-1550-EB6D-56BAE563578A}"/>
                  </a:ext>
                </a:extLst>
              </p14:cNvPr>
              <p14:cNvContentPartPr/>
              <p14:nvPr/>
            </p14:nvContentPartPr>
            <p14:xfrm>
              <a:off x="5779724" y="1002619"/>
              <a:ext cx="87120" cy="702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76991EF-1FE6-1550-EB6D-56BAE563578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773604" y="996499"/>
                <a:ext cx="993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2136406-3026-4348-5619-D1D12BB09440}"/>
                  </a:ext>
                </a:extLst>
              </p14:cNvPr>
              <p14:cNvContentPartPr/>
              <p14:nvPr/>
            </p14:nvContentPartPr>
            <p14:xfrm>
              <a:off x="6274364" y="1765819"/>
              <a:ext cx="27720" cy="576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2136406-3026-4348-5619-D1D12BB0944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268244" y="1759699"/>
                <a:ext cx="399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B48FCA1-BA53-0F9C-6C52-520A1AD37F2A}"/>
                  </a:ext>
                </a:extLst>
              </p14:cNvPr>
              <p14:cNvContentPartPr/>
              <p14:nvPr/>
            </p14:nvContentPartPr>
            <p14:xfrm>
              <a:off x="5950004" y="2087299"/>
              <a:ext cx="14040" cy="266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B48FCA1-BA53-0F9C-6C52-520A1AD37F2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943884" y="2081179"/>
                <a:ext cx="262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FAF2ADA-BA66-4930-D705-17A97348722A}"/>
                  </a:ext>
                </a:extLst>
              </p14:cNvPr>
              <p14:cNvContentPartPr/>
              <p14:nvPr/>
            </p14:nvContentPartPr>
            <p14:xfrm>
              <a:off x="5007884" y="2525779"/>
              <a:ext cx="183600" cy="235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FAF2ADA-BA66-4930-D705-17A97348722A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001764" y="2519659"/>
                <a:ext cx="19584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CBE1C48-DDDD-5380-8BB7-53E29316312E}"/>
                  </a:ext>
                </a:extLst>
              </p14:cNvPr>
              <p14:cNvContentPartPr/>
              <p14:nvPr/>
            </p14:nvContentPartPr>
            <p14:xfrm>
              <a:off x="6737684" y="1282699"/>
              <a:ext cx="123480" cy="1188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CBE1C48-DDDD-5380-8BB7-53E29316312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731564" y="1276579"/>
                <a:ext cx="1357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A75B1DA-74EA-62F9-EA4E-AF1D7D30B51C}"/>
                  </a:ext>
                </a:extLst>
              </p14:cNvPr>
              <p14:cNvContentPartPr/>
              <p14:nvPr/>
            </p14:nvContentPartPr>
            <p14:xfrm>
              <a:off x="6284804" y="2248579"/>
              <a:ext cx="24840" cy="36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A75B1DA-74EA-62F9-EA4E-AF1D7D30B51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278684" y="2242459"/>
                <a:ext cx="370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D1CCFC1-7A2A-E131-C1D5-7D520C8DA54B}"/>
                  </a:ext>
                </a:extLst>
              </p14:cNvPr>
              <p14:cNvContentPartPr/>
              <p14:nvPr/>
            </p14:nvContentPartPr>
            <p14:xfrm>
              <a:off x="5080964" y="3270259"/>
              <a:ext cx="138240" cy="2415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D1CCFC1-7A2A-E131-C1D5-7D520C8DA54B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074844" y="3264139"/>
                <a:ext cx="1504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38EA0D9-540D-2C6E-6648-9FABD53C75F8}"/>
                  </a:ext>
                </a:extLst>
              </p14:cNvPr>
              <p14:cNvContentPartPr/>
              <p14:nvPr/>
            </p14:nvContentPartPr>
            <p14:xfrm>
              <a:off x="2896124" y="759979"/>
              <a:ext cx="5113440" cy="35593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38EA0D9-540D-2C6E-6648-9FABD53C75F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890004" y="753859"/>
                <a:ext cx="5125680" cy="35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A76E2D5-E600-75AA-AAE9-D43477835373}"/>
                  </a:ext>
                </a:extLst>
              </p14:cNvPr>
              <p14:cNvContentPartPr/>
              <p14:nvPr/>
            </p14:nvContentPartPr>
            <p14:xfrm>
              <a:off x="8161124" y="78859"/>
              <a:ext cx="579600" cy="6984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A76E2D5-E600-75AA-AAE9-D4347783537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155004" y="72739"/>
                <a:ext cx="591840" cy="71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3088AE87-DF6B-FCEC-B54D-EA259C9F6F12}"/>
              </a:ext>
            </a:extLst>
          </p:cNvPr>
          <p:cNvGrpSpPr/>
          <p:nvPr/>
        </p:nvGrpSpPr>
        <p:grpSpPr>
          <a:xfrm>
            <a:off x="8816684" y="1368019"/>
            <a:ext cx="2359800" cy="1026720"/>
            <a:chOff x="8816684" y="1368019"/>
            <a:chExt cx="235980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8D14E77-1E9C-1A09-2C13-53F1A841022D}"/>
                    </a:ext>
                  </a:extLst>
                </p14:cNvPr>
                <p14:cNvContentPartPr/>
                <p14:nvPr/>
              </p14:nvContentPartPr>
              <p14:xfrm>
                <a:off x="8816684" y="1706419"/>
                <a:ext cx="250200" cy="688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8D14E77-1E9C-1A09-2C13-53F1A841022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810564" y="1700299"/>
                  <a:ext cx="26244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2ACF31B-5C21-C9B9-165F-4D9C2D0E2BF6}"/>
                    </a:ext>
                  </a:extLst>
                </p14:cNvPr>
                <p14:cNvContentPartPr/>
                <p14:nvPr/>
              </p14:nvContentPartPr>
              <p14:xfrm>
                <a:off x="9180644" y="1979299"/>
                <a:ext cx="443160" cy="21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2ACF31B-5C21-C9B9-165F-4D9C2D0E2BF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74524" y="1973179"/>
                  <a:ext cx="455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9479805-6D27-5765-32A4-C7DF593C8DA0}"/>
                    </a:ext>
                  </a:extLst>
                </p14:cNvPr>
                <p14:cNvContentPartPr/>
                <p14:nvPr/>
              </p14:nvContentPartPr>
              <p14:xfrm>
                <a:off x="9367124" y="1901899"/>
                <a:ext cx="245880" cy="5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9479805-6D27-5765-32A4-C7DF593C8DA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61004" y="1895779"/>
                  <a:ext cx="2581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AA6DBC1-DA05-FD1B-DF13-E81B42BD7722}"/>
                    </a:ext>
                  </a:extLst>
                </p14:cNvPr>
                <p14:cNvContentPartPr/>
                <p14:nvPr/>
              </p14:nvContentPartPr>
              <p14:xfrm>
                <a:off x="9807404" y="1678339"/>
                <a:ext cx="363600" cy="315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AA6DBC1-DA05-FD1B-DF13-E81B42BD772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801284" y="1672219"/>
                  <a:ext cx="3758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15C4B91-CB12-70F2-5D29-55CFDC7C4CC4}"/>
                    </a:ext>
                  </a:extLst>
                </p14:cNvPr>
                <p14:cNvContentPartPr/>
                <p14:nvPr/>
              </p14:nvContentPartPr>
              <p14:xfrm>
                <a:off x="10228604" y="1717939"/>
                <a:ext cx="260280" cy="249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15C4B91-CB12-70F2-5D29-55CFDC7C4CC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22484" y="1711819"/>
                  <a:ext cx="272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D1D5C6F-8E82-AB0F-0087-105F3B3E1985}"/>
                    </a:ext>
                  </a:extLst>
                </p14:cNvPr>
                <p14:cNvContentPartPr/>
                <p14:nvPr/>
              </p14:nvContentPartPr>
              <p14:xfrm>
                <a:off x="10716404" y="1748539"/>
                <a:ext cx="27000" cy="203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D1D5C6F-8E82-AB0F-0087-105F3B3E198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710284" y="1742419"/>
                  <a:ext cx="39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7689610-0D37-9057-B608-8A875A4E14FD}"/>
                    </a:ext>
                  </a:extLst>
                </p14:cNvPr>
                <p14:cNvContentPartPr/>
                <p14:nvPr/>
              </p14:nvContentPartPr>
              <p14:xfrm>
                <a:off x="10650524" y="1845019"/>
                <a:ext cx="21420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7689610-0D37-9057-B608-8A875A4E14F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644404" y="1838899"/>
                  <a:ext cx="22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419C6CD-E98A-240A-FDA3-AC43232B0ADA}"/>
                    </a:ext>
                  </a:extLst>
                </p14:cNvPr>
                <p14:cNvContentPartPr/>
                <p14:nvPr/>
              </p14:nvContentPartPr>
              <p14:xfrm>
                <a:off x="11028524" y="1368019"/>
                <a:ext cx="147960" cy="567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419C6CD-E98A-240A-FDA3-AC43232B0AD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022404" y="1361899"/>
                  <a:ext cx="1602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471317F-3870-6145-0E88-7E0AF2556CE3}"/>
                    </a:ext>
                  </a:extLst>
                </p14:cNvPr>
                <p14:cNvContentPartPr/>
                <p14:nvPr/>
              </p14:nvContentPartPr>
              <p14:xfrm>
                <a:off x="9767444" y="2103859"/>
                <a:ext cx="462600" cy="5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471317F-3870-6145-0E88-7E0AF2556CE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761324" y="2097739"/>
                  <a:ext cx="4748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9869DEC-A976-65E6-CFDE-E5DFE8C69F86}"/>
                    </a:ext>
                  </a:extLst>
                </p14:cNvPr>
                <p14:cNvContentPartPr/>
                <p14:nvPr/>
              </p14:nvContentPartPr>
              <p14:xfrm>
                <a:off x="9872564" y="2191699"/>
                <a:ext cx="201600" cy="14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9869DEC-A976-65E6-CFDE-E5DFE8C69F8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866444" y="2185579"/>
                  <a:ext cx="2138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824DE4C-EF69-38EB-EB89-A8C85AD5A09C}"/>
              </a:ext>
            </a:extLst>
          </p:cNvPr>
          <p:cNvGrpSpPr/>
          <p:nvPr/>
        </p:nvGrpSpPr>
        <p:grpSpPr>
          <a:xfrm>
            <a:off x="5457164" y="2170099"/>
            <a:ext cx="1443240" cy="382320"/>
            <a:chOff x="5457164" y="2170099"/>
            <a:chExt cx="144324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D520D6-32A6-7437-D136-22EDA07FC848}"/>
                    </a:ext>
                  </a:extLst>
                </p14:cNvPr>
                <p14:cNvContentPartPr/>
                <p14:nvPr/>
              </p14:nvContentPartPr>
              <p14:xfrm>
                <a:off x="5457164" y="2522539"/>
                <a:ext cx="1443240" cy="13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D520D6-32A6-7437-D136-22EDA07FC84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51044" y="2516419"/>
                  <a:ext cx="1455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BE6EDF8-9AE1-6FF2-66E5-1ABAC4995A36}"/>
                    </a:ext>
                  </a:extLst>
                </p14:cNvPr>
                <p14:cNvContentPartPr/>
                <p14:nvPr/>
              </p14:nvContentPartPr>
              <p14:xfrm>
                <a:off x="5922284" y="2224099"/>
                <a:ext cx="57960" cy="328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BE6EDF8-9AE1-6FF2-66E5-1ABAC4995A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916164" y="2217979"/>
                  <a:ext cx="702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249F71E-CADF-6FE7-2F83-BB29B32EF9BE}"/>
                    </a:ext>
                  </a:extLst>
                </p14:cNvPr>
                <p14:cNvContentPartPr/>
                <p14:nvPr/>
              </p14:nvContentPartPr>
              <p14:xfrm>
                <a:off x="6097964" y="2170099"/>
                <a:ext cx="146880" cy="237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249F71E-CADF-6FE7-2F83-BB29B32EF9B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91844" y="2163979"/>
                  <a:ext cx="159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31A6B0F-ED0E-B980-D820-553222A96DA9}"/>
                    </a:ext>
                  </a:extLst>
                </p14:cNvPr>
                <p14:cNvContentPartPr/>
                <p14:nvPr/>
              </p14:nvContentPartPr>
              <p14:xfrm>
                <a:off x="6119924" y="2303299"/>
                <a:ext cx="161280" cy="3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31A6B0F-ED0E-B980-D820-553222A96DA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13804" y="2297179"/>
                  <a:ext cx="17352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5386557-C732-CA60-781F-5B2B18FDFD3B}"/>
              </a:ext>
            </a:extLst>
          </p:cNvPr>
          <p:cNvGrpSpPr/>
          <p:nvPr/>
        </p:nvGrpSpPr>
        <p:grpSpPr>
          <a:xfrm>
            <a:off x="1840244" y="4326859"/>
            <a:ext cx="1046880" cy="556560"/>
            <a:chOff x="1840244" y="4326859"/>
            <a:chExt cx="1046880" cy="55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897D55F-DE28-8689-5D9B-6C9CDD720A96}"/>
                    </a:ext>
                  </a:extLst>
                </p14:cNvPr>
                <p14:cNvContentPartPr/>
                <p14:nvPr/>
              </p14:nvContentPartPr>
              <p14:xfrm>
                <a:off x="2824484" y="4326859"/>
                <a:ext cx="62640" cy="55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897D55F-DE28-8689-5D9B-6C9CDD720A9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818364" y="4320739"/>
                  <a:ext cx="74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82B1D38-F236-A528-94E3-A50218DCCB1C}"/>
                    </a:ext>
                  </a:extLst>
                </p14:cNvPr>
                <p14:cNvContentPartPr/>
                <p14:nvPr/>
              </p14:nvContentPartPr>
              <p14:xfrm>
                <a:off x="2658524" y="4433059"/>
                <a:ext cx="76320" cy="61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82B1D38-F236-A528-94E3-A50218DCCB1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652404" y="4426939"/>
                  <a:ext cx="88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7214D9-4F3F-53DA-6260-037AA515FC29}"/>
                    </a:ext>
                  </a:extLst>
                </p14:cNvPr>
                <p14:cNvContentPartPr/>
                <p14:nvPr/>
              </p14:nvContentPartPr>
              <p14:xfrm>
                <a:off x="2455844" y="4561219"/>
                <a:ext cx="101880" cy="78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7214D9-4F3F-53DA-6260-037AA515FC2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449724" y="4555099"/>
                  <a:ext cx="114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A9F42F6-AE45-F1F0-79F3-89FDAC115385}"/>
                    </a:ext>
                  </a:extLst>
                </p14:cNvPr>
                <p14:cNvContentPartPr/>
                <p14:nvPr/>
              </p14:nvContentPartPr>
              <p14:xfrm>
                <a:off x="2262524" y="4701259"/>
                <a:ext cx="93600" cy="58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A9F42F6-AE45-F1F0-79F3-89FDAC11538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256404" y="4695139"/>
                  <a:ext cx="1058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9DEF55C-406A-65E9-20E8-EFB3644F3C97}"/>
                    </a:ext>
                  </a:extLst>
                </p14:cNvPr>
                <p14:cNvContentPartPr/>
                <p14:nvPr/>
              </p14:nvContentPartPr>
              <p14:xfrm>
                <a:off x="2098724" y="4818979"/>
                <a:ext cx="69480" cy="41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9DEF55C-406A-65E9-20E8-EFB3644F3C9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092604" y="4812859"/>
                  <a:ext cx="81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CC499A-BEE3-50B4-4A87-05EE5EAC04D2}"/>
                    </a:ext>
                  </a:extLst>
                </p14:cNvPr>
                <p14:cNvContentPartPr/>
                <p14:nvPr/>
              </p14:nvContentPartPr>
              <p14:xfrm>
                <a:off x="2036444" y="4859659"/>
                <a:ext cx="265680" cy="23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0CC499A-BEE3-50B4-4A87-05EE5EAC04D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030324" y="4853539"/>
                  <a:ext cx="277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3098A19-F8B7-C089-9D07-FC0B5FA3271F}"/>
                    </a:ext>
                  </a:extLst>
                </p14:cNvPr>
                <p14:cNvContentPartPr/>
                <p14:nvPr/>
              </p14:nvContentPartPr>
              <p14:xfrm>
                <a:off x="1840244" y="4588939"/>
                <a:ext cx="173520" cy="281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3098A19-F8B7-C089-9D07-FC0B5FA3271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834124" y="4582819"/>
                  <a:ext cx="18576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F59CBF0-E3E9-D5CF-B251-F2FAC38D30E3}"/>
              </a:ext>
            </a:extLst>
          </p:cNvPr>
          <p:cNvGrpSpPr/>
          <p:nvPr/>
        </p:nvGrpSpPr>
        <p:grpSpPr>
          <a:xfrm>
            <a:off x="11041124" y="2046979"/>
            <a:ext cx="213840" cy="125280"/>
            <a:chOff x="11041124" y="2046979"/>
            <a:chExt cx="213840" cy="1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74C27E-BBE7-DBD2-14F1-4FAC2AE71825}"/>
                    </a:ext>
                  </a:extLst>
                </p14:cNvPr>
                <p14:cNvContentPartPr/>
                <p14:nvPr/>
              </p14:nvContentPartPr>
              <p14:xfrm>
                <a:off x="11041124" y="2046979"/>
                <a:ext cx="173520" cy="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74C27E-BBE7-DBD2-14F1-4FAC2AE7182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035004" y="2040859"/>
                  <a:ext cx="185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29A0AB9-06C1-57C8-7242-11C9A80C770D}"/>
                    </a:ext>
                  </a:extLst>
                </p14:cNvPr>
                <p14:cNvContentPartPr/>
                <p14:nvPr/>
              </p14:nvContentPartPr>
              <p14:xfrm>
                <a:off x="11117084" y="2163259"/>
                <a:ext cx="137880" cy="9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29A0AB9-06C1-57C8-7242-11C9A80C770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110964" y="2157139"/>
                  <a:ext cx="15012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14A2F50-641A-B7A2-3359-522F87B78F5C}"/>
              </a:ext>
            </a:extLst>
          </p:cNvPr>
          <p:cNvGrpSpPr/>
          <p:nvPr/>
        </p:nvGrpSpPr>
        <p:grpSpPr>
          <a:xfrm>
            <a:off x="589244" y="5938219"/>
            <a:ext cx="798480" cy="371880"/>
            <a:chOff x="589244" y="5938219"/>
            <a:chExt cx="79848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08DF9B4-F4AD-FD50-13A9-AFCFCC0F356E}"/>
                    </a:ext>
                  </a:extLst>
                </p14:cNvPr>
                <p14:cNvContentPartPr/>
                <p14:nvPr/>
              </p14:nvContentPartPr>
              <p14:xfrm>
                <a:off x="589244" y="5938219"/>
                <a:ext cx="136080" cy="371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08DF9B4-F4AD-FD50-13A9-AFCFCC0F356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3124" y="5932099"/>
                  <a:ext cx="1483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DB901D6-9EBC-6C7B-277D-DCCC1E7B9C7B}"/>
                    </a:ext>
                  </a:extLst>
                </p14:cNvPr>
                <p14:cNvContentPartPr/>
                <p14:nvPr/>
              </p14:nvContentPartPr>
              <p14:xfrm>
                <a:off x="807044" y="6141259"/>
                <a:ext cx="6192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DB901D6-9EBC-6C7B-277D-DCCC1E7B9C7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00924" y="6135139"/>
                  <a:ext cx="74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D6E8C76-5363-F835-534E-4294EE462CB2}"/>
                    </a:ext>
                  </a:extLst>
                </p14:cNvPr>
                <p14:cNvContentPartPr/>
                <p14:nvPr/>
              </p14:nvContentPartPr>
              <p14:xfrm>
                <a:off x="865364" y="6082219"/>
                <a:ext cx="48240" cy="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D6E8C76-5363-F835-534E-4294EE462CB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59244" y="6076099"/>
                  <a:ext cx="60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B3A572-DBB6-3DB6-6B75-79FB6BEBD424}"/>
                    </a:ext>
                  </a:extLst>
                </p14:cNvPr>
                <p14:cNvContentPartPr/>
                <p14:nvPr/>
              </p14:nvContentPartPr>
              <p14:xfrm>
                <a:off x="1009004" y="6024979"/>
                <a:ext cx="168480" cy="104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B3A572-DBB6-3DB6-6B75-79FB6BEBD42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02884" y="6018859"/>
                  <a:ext cx="180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DB7B21E-9B39-63C9-F949-7853978756D2}"/>
                    </a:ext>
                  </a:extLst>
                </p14:cNvPr>
                <p14:cNvContentPartPr/>
                <p14:nvPr/>
              </p14:nvContentPartPr>
              <p14:xfrm>
                <a:off x="1225004" y="6020299"/>
                <a:ext cx="162720" cy="154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DB7B21E-9B39-63C9-F949-7853978756D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18884" y="6014179"/>
                  <a:ext cx="17496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02D5782-06D0-77FC-30AE-97FC5D606BA7}"/>
              </a:ext>
            </a:extLst>
          </p:cNvPr>
          <p:cNvGrpSpPr/>
          <p:nvPr/>
        </p:nvGrpSpPr>
        <p:grpSpPr>
          <a:xfrm>
            <a:off x="1565204" y="5740579"/>
            <a:ext cx="307080" cy="392040"/>
            <a:chOff x="1565204" y="5740579"/>
            <a:chExt cx="30708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426DA81-CA80-9706-CA1B-AF25C6229062}"/>
                    </a:ext>
                  </a:extLst>
                </p14:cNvPr>
                <p14:cNvContentPartPr/>
                <p14:nvPr/>
              </p14:nvContentPartPr>
              <p14:xfrm>
                <a:off x="1582484" y="5956939"/>
                <a:ext cx="13680" cy="175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426DA81-CA80-9706-CA1B-AF25C622906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576364" y="5950819"/>
                  <a:ext cx="25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240EB63-07C7-F05F-1D48-326E137AF491}"/>
                    </a:ext>
                  </a:extLst>
                </p14:cNvPr>
                <p14:cNvContentPartPr/>
                <p14:nvPr/>
              </p14:nvContentPartPr>
              <p14:xfrm>
                <a:off x="1565204" y="6048019"/>
                <a:ext cx="87120" cy="7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240EB63-07C7-F05F-1D48-326E137AF49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559084" y="6041899"/>
                  <a:ext cx="99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2C1DE80-2A6C-4DEB-163C-98D13F713D56}"/>
                    </a:ext>
                  </a:extLst>
                </p14:cNvPr>
                <p14:cNvContentPartPr/>
                <p14:nvPr/>
              </p14:nvContentPartPr>
              <p14:xfrm>
                <a:off x="1790564" y="5740579"/>
                <a:ext cx="81720" cy="384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2C1DE80-2A6C-4DEB-163C-98D13F713D5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784444" y="5734459"/>
                  <a:ext cx="93960" cy="39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67949CB-6046-71AB-FD10-125A6AE24296}"/>
              </a:ext>
            </a:extLst>
          </p:cNvPr>
          <p:cNvGrpSpPr/>
          <p:nvPr/>
        </p:nvGrpSpPr>
        <p:grpSpPr>
          <a:xfrm>
            <a:off x="2204204" y="5889619"/>
            <a:ext cx="561960" cy="453600"/>
            <a:chOff x="2204204" y="5889619"/>
            <a:chExt cx="56196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1F62524-0287-2216-5CB0-3D19DDAF2E01}"/>
                    </a:ext>
                  </a:extLst>
                </p14:cNvPr>
                <p14:cNvContentPartPr/>
                <p14:nvPr/>
              </p14:nvContentPartPr>
              <p14:xfrm>
                <a:off x="2204204" y="6060979"/>
                <a:ext cx="345600" cy="3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1F62524-0287-2216-5CB0-3D19DDAF2E0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198084" y="6054859"/>
                  <a:ext cx="3578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D0C44BA-B27D-7BF4-360F-2EC8CA78B4BC}"/>
                    </a:ext>
                  </a:extLst>
                </p14:cNvPr>
                <p14:cNvContentPartPr/>
                <p14:nvPr/>
              </p14:nvContentPartPr>
              <p14:xfrm>
                <a:off x="2244884" y="5984299"/>
                <a:ext cx="303840" cy="14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D0C44BA-B27D-7BF4-360F-2EC8CA78B4B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238764" y="5978179"/>
                  <a:ext cx="316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F2557C8-05F5-C048-C119-E418396CB8AC}"/>
                    </a:ext>
                  </a:extLst>
                </p14:cNvPr>
                <p14:cNvContentPartPr/>
                <p14:nvPr/>
              </p14:nvContentPartPr>
              <p14:xfrm>
                <a:off x="2246684" y="5889619"/>
                <a:ext cx="519480" cy="453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F2557C8-05F5-C048-C119-E418396CB8A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240564" y="5883499"/>
                  <a:ext cx="531720" cy="46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FA54A38-2B17-9A26-99A2-A06889EE74B9}"/>
                  </a:ext>
                </a:extLst>
              </p14:cNvPr>
              <p14:cNvContentPartPr/>
              <p14:nvPr/>
            </p14:nvContentPartPr>
            <p14:xfrm>
              <a:off x="1118444" y="920899"/>
              <a:ext cx="151920" cy="3898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FA54A38-2B17-9A26-99A2-A06889EE74B9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112324" y="914779"/>
                <a:ext cx="16416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6FD185B-2A80-55BB-6EB4-0C44E6F80959}"/>
                  </a:ext>
                </a:extLst>
              </p14:cNvPr>
              <p14:cNvContentPartPr/>
              <p14:nvPr/>
            </p14:nvContentPartPr>
            <p14:xfrm>
              <a:off x="1283684" y="5686939"/>
              <a:ext cx="89640" cy="2095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6FD185B-2A80-55BB-6EB4-0C44E6F80959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277564" y="5680819"/>
                <a:ext cx="101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D72D0D8-E65F-DDC1-6ABA-542F590BDEB9}"/>
              </a:ext>
            </a:extLst>
          </p:cNvPr>
          <p:cNvGrpSpPr/>
          <p:nvPr/>
        </p:nvGrpSpPr>
        <p:grpSpPr>
          <a:xfrm>
            <a:off x="3031484" y="5826619"/>
            <a:ext cx="1154880" cy="833760"/>
            <a:chOff x="3031484" y="5826619"/>
            <a:chExt cx="1154880" cy="83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C62AA61-DE4E-1879-A3A9-59058907F45F}"/>
                    </a:ext>
                  </a:extLst>
                </p14:cNvPr>
                <p14:cNvContentPartPr/>
                <p14:nvPr/>
              </p14:nvContentPartPr>
              <p14:xfrm>
                <a:off x="3031484" y="5826619"/>
                <a:ext cx="204840" cy="289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C62AA61-DE4E-1879-A3A9-59058907F45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025364" y="5820499"/>
                  <a:ext cx="217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DEB0C4E-EB2A-7019-4CA4-31B3B1600FE3}"/>
                    </a:ext>
                  </a:extLst>
                </p14:cNvPr>
                <p14:cNvContentPartPr/>
                <p14:nvPr/>
              </p14:nvContentPartPr>
              <p14:xfrm>
                <a:off x="3226604" y="5997259"/>
                <a:ext cx="96120" cy="77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DEB0C4E-EB2A-7019-4CA4-31B3B1600FE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220484" y="5991139"/>
                  <a:ext cx="108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6C544D5-AAFE-6818-0B16-1D3ABAD86106}"/>
                    </a:ext>
                  </a:extLst>
                </p14:cNvPr>
                <p14:cNvContentPartPr/>
                <p14:nvPr/>
              </p14:nvContentPartPr>
              <p14:xfrm>
                <a:off x="3346844" y="5847499"/>
                <a:ext cx="10440" cy="169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6C544D5-AAFE-6818-0B16-1D3ABAD8610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40724" y="5841379"/>
                  <a:ext cx="22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E4F2849-BD2E-029A-503C-FEFB2CE66ADD}"/>
                    </a:ext>
                  </a:extLst>
                </p14:cNvPr>
                <p14:cNvContentPartPr/>
                <p14:nvPr/>
              </p14:nvContentPartPr>
              <p14:xfrm>
                <a:off x="3406244" y="5898979"/>
                <a:ext cx="103320" cy="132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E4F2849-BD2E-029A-503C-FEFB2CE66AD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400124" y="5892859"/>
                  <a:ext cx="115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5A0C223-5095-9547-AFC7-D08AD29B760D}"/>
                    </a:ext>
                  </a:extLst>
                </p14:cNvPr>
                <p14:cNvContentPartPr/>
                <p14:nvPr/>
              </p14:nvContentPartPr>
              <p14:xfrm>
                <a:off x="3545924" y="5878099"/>
                <a:ext cx="67680" cy="115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5A0C223-5095-9547-AFC7-D08AD29B760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539804" y="5871979"/>
                  <a:ext cx="79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3284680-9CEC-5FFB-5FED-D0035B23A4C3}"/>
                    </a:ext>
                  </a:extLst>
                </p14:cNvPr>
                <p14:cNvContentPartPr/>
                <p14:nvPr/>
              </p14:nvContentPartPr>
              <p14:xfrm>
                <a:off x="3239204" y="5888899"/>
                <a:ext cx="602640" cy="771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3284680-9CEC-5FFB-5FED-D0035B23A4C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233084" y="5882779"/>
                  <a:ext cx="61488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DE4D3EC-7E32-B9E9-AF09-C903E4EF7D76}"/>
                    </a:ext>
                  </a:extLst>
                </p14:cNvPr>
                <p14:cNvContentPartPr/>
                <p14:nvPr/>
              </p14:nvContentPartPr>
              <p14:xfrm>
                <a:off x="3897644" y="6082219"/>
                <a:ext cx="288720" cy="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DE4D3EC-7E32-B9E9-AF09-C903E4EF7D7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891524" y="6076099"/>
                  <a:ext cx="300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5F81B50-A58A-C117-F211-D5D5339B431A}"/>
                    </a:ext>
                  </a:extLst>
                </p14:cNvPr>
                <p14:cNvContentPartPr/>
                <p14:nvPr/>
              </p14:nvContentPartPr>
              <p14:xfrm>
                <a:off x="3985124" y="6009499"/>
                <a:ext cx="87480" cy="3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5F81B50-A58A-C117-F211-D5D5339B431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979004" y="6003379"/>
                  <a:ext cx="99720" cy="1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90892EE2-025A-135F-AC64-18D830755D52}"/>
                  </a:ext>
                </a:extLst>
              </p14:cNvPr>
              <p14:cNvContentPartPr/>
              <p14:nvPr/>
            </p14:nvContentPartPr>
            <p14:xfrm>
              <a:off x="4313084" y="5772979"/>
              <a:ext cx="204120" cy="3121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90892EE2-025A-135F-AC64-18D830755D52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306964" y="5766859"/>
                <a:ext cx="216360" cy="32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D053390-1577-F085-A8BA-BEC40FF03A82}"/>
              </a:ext>
            </a:extLst>
          </p:cNvPr>
          <p:cNvGrpSpPr/>
          <p:nvPr/>
        </p:nvGrpSpPr>
        <p:grpSpPr>
          <a:xfrm>
            <a:off x="4718084" y="5884939"/>
            <a:ext cx="138240" cy="141120"/>
            <a:chOff x="4718084" y="5884939"/>
            <a:chExt cx="13824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E5A36E2-618C-6A6B-6037-1F520B30621A}"/>
                    </a:ext>
                  </a:extLst>
                </p14:cNvPr>
                <p14:cNvContentPartPr/>
                <p14:nvPr/>
              </p14:nvContentPartPr>
              <p14:xfrm>
                <a:off x="4724924" y="5884939"/>
                <a:ext cx="77760" cy="129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E5A36E2-618C-6A6B-6037-1F520B30621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718804" y="5878819"/>
                  <a:ext cx="90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CB87A67-0065-BC79-6621-803609D108C9}"/>
                    </a:ext>
                  </a:extLst>
                </p14:cNvPr>
                <p14:cNvContentPartPr/>
                <p14:nvPr/>
              </p14:nvContentPartPr>
              <p14:xfrm>
                <a:off x="4718084" y="5896459"/>
                <a:ext cx="138240" cy="129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CB87A67-0065-BC79-6621-803609D108C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711964" y="5890339"/>
                  <a:ext cx="15048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223F3B6-3B09-9C75-B182-F11D0C24839F}"/>
              </a:ext>
            </a:extLst>
          </p:cNvPr>
          <p:cNvGrpSpPr/>
          <p:nvPr/>
        </p:nvGrpSpPr>
        <p:grpSpPr>
          <a:xfrm>
            <a:off x="5064764" y="5807539"/>
            <a:ext cx="534600" cy="648000"/>
            <a:chOff x="5064764" y="5807539"/>
            <a:chExt cx="53460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152954B-77B1-95BA-5196-FB49668C3973}"/>
                    </a:ext>
                  </a:extLst>
                </p14:cNvPr>
                <p14:cNvContentPartPr/>
                <p14:nvPr/>
              </p14:nvContentPartPr>
              <p14:xfrm>
                <a:off x="5080244" y="5807539"/>
                <a:ext cx="188640" cy="102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152954B-77B1-95BA-5196-FB49668C397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074124" y="5801419"/>
                  <a:ext cx="200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BFCD91B-EEBB-4C8D-9B65-72F93FFE4164}"/>
                    </a:ext>
                  </a:extLst>
                </p14:cNvPr>
                <p14:cNvContentPartPr/>
                <p14:nvPr/>
              </p14:nvContentPartPr>
              <p14:xfrm>
                <a:off x="5064764" y="5809339"/>
                <a:ext cx="323280" cy="646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BFCD91B-EEBB-4C8D-9B65-72F93FFE416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058644" y="5803219"/>
                  <a:ext cx="33552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5873088-4EE2-4ACC-FF94-6EEF6BA0E87C}"/>
                    </a:ext>
                  </a:extLst>
                </p14:cNvPr>
                <p14:cNvContentPartPr/>
                <p14:nvPr/>
              </p14:nvContentPartPr>
              <p14:xfrm>
                <a:off x="5424044" y="5827339"/>
                <a:ext cx="175320" cy="126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5873088-4EE2-4ACC-FF94-6EEF6BA0E87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417924" y="5821219"/>
                  <a:ext cx="1875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5014182-1252-630C-6578-76B86A8CCCEB}"/>
              </a:ext>
            </a:extLst>
          </p:cNvPr>
          <p:cNvGrpSpPr/>
          <p:nvPr/>
        </p:nvGrpSpPr>
        <p:grpSpPr>
          <a:xfrm>
            <a:off x="5798444" y="5629699"/>
            <a:ext cx="981720" cy="365760"/>
            <a:chOff x="5798444" y="5629699"/>
            <a:chExt cx="98172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5FEB8EA-1841-3E2B-40DF-2157288AB5FD}"/>
                    </a:ext>
                  </a:extLst>
                </p14:cNvPr>
                <p14:cNvContentPartPr/>
                <p14:nvPr/>
              </p14:nvContentPartPr>
              <p14:xfrm>
                <a:off x="5841644" y="5756779"/>
                <a:ext cx="8280" cy="238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5FEB8EA-1841-3E2B-40DF-2157288AB5F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835524" y="5750659"/>
                  <a:ext cx="20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3F8EBC0-B807-252A-30B7-6C2544C527D5}"/>
                    </a:ext>
                  </a:extLst>
                </p14:cNvPr>
                <p14:cNvContentPartPr/>
                <p14:nvPr/>
              </p14:nvContentPartPr>
              <p14:xfrm>
                <a:off x="5798444" y="5832379"/>
                <a:ext cx="114840" cy="3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3F8EBC0-B807-252A-30B7-6C2544C527D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792324" y="5826259"/>
                  <a:ext cx="1270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C19B22F-73F6-6DE1-CC4A-5866693F6DB6}"/>
                    </a:ext>
                  </a:extLst>
                </p14:cNvPr>
                <p14:cNvContentPartPr/>
                <p14:nvPr/>
              </p14:nvContentPartPr>
              <p14:xfrm>
                <a:off x="6036044" y="5664259"/>
                <a:ext cx="126000" cy="281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C19B22F-73F6-6DE1-CC4A-5866693F6DB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029924" y="5658139"/>
                  <a:ext cx="138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528B333-C94C-155B-08BF-740FC1328368}"/>
                    </a:ext>
                  </a:extLst>
                </p14:cNvPr>
                <p14:cNvContentPartPr/>
                <p14:nvPr/>
              </p14:nvContentPartPr>
              <p14:xfrm>
                <a:off x="5995004" y="5629699"/>
                <a:ext cx="230040" cy="10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528B333-C94C-155B-08BF-740FC132836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988884" y="5623579"/>
                  <a:ext cx="242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D9907C8-0DCA-BCF5-0FBB-18450CA43B39}"/>
                    </a:ext>
                  </a:extLst>
                </p14:cNvPr>
                <p14:cNvContentPartPr/>
                <p14:nvPr/>
              </p14:nvContentPartPr>
              <p14:xfrm>
                <a:off x="6290924" y="5662099"/>
                <a:ext cx="156600" cy="215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D9907C8-0DCA-BCF5-0FBB-18450CA43B3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284804" y="5655979"/>
                  <a:ext cx="168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3756381-30CA-B497-7A0C-BC127ADAF30B}"/>
                    </a:ext>
                  </a:extLst>
                </p14:cNvPr>
                <p14:cNvContentPartPr/>
                <p14:nvPr/>
              </p14:nvContentPartPr>
              <p14:xfrm>
                <a:off x="6433484" y="5674699"/>
                <a:ext cx="152280" cy="160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3756381-30CA-B497-7A0C-BC127ADAF30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427364" y="5668579"/>
                  <a:ext cx="164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6A2EFAC-A7CC-D919-C977-12C6B75EB2FB}"/>
                    </a:ext>
                  </a:extLst>
                </p14:cNvPr>
                <p14:cNvContentPartPr/>
                <p14:nvPr/>
              </p14:nvContentPartPr>
              <p14:xfrm>
                <a:off x="6648404" y="5679379"/>
                <a:ext cx="131760" cy="1764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6A2EFAC-A7CC-D919-C977-12C6B75EB2F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642284" y="5673259"/>
                  <a:ext cx="144000" cy="188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7D2DB5A-93AE-37FA-C7AF-DE0544F1201C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62048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D19BC-F6EF-30AF-6049-8F9188AEF787}"/>
              </a:ext>
            </a:extLst>
          </p:cNvPr>
          <p:cNvCxnSpPr>
            <a:cxnSpLocks/>
          </p:cNvCxnSpPr>
          <p:nvPr/>
        </p:nvCxnSpPr>
        <p:spPr>
          <a:xfrm>
            <a:off x="2079057" y="741146"/>
            <a:ext cx="0" cy="46682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4B0115-031E-6E37-91F7-49F689AEE1CB}"/>
              </a:ext>
            </a:extLst>
          </p:cNvPr>
          <p:cNvCxnSpPr>
            <a:cxnSpLocks/>
          </p:cNvCxnSpPr>
          <p:nvPr/>
        </p:nvCxnSpPr>
        <p:spPr>
          <a:xfrm flipH="1">
            <a:off x="1856072" y="4995513"/>
            <a:ext cx="60847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9634857-A1B7-78E6-1F3A-CE9F83C8BBDC}"/>
              </a:ext>
            </a:extLst>
          </p:cNvPr>
          <p:cNvSpPr/>
          <p:nvPr/>
        </p:nvSpPr>
        <p:spPr>
          <a:xfrm>
            <a:off x="2983832" y="3551722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D9CDA1-C44C-EFCB-E2F7-2404640F5D4D}"/>
              </a:ext>
            </a:extLst>
          </p:cNvPr>
          <p:cNvSpPr/>
          <p:nvPr/>
        </p:nvSpPr>
        <p:spPr>
          <a:xfrm>
            <a:off x="4445268" y="3551722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D5DE82-1E37-6560-995F-16EBD0A09284}"/>
              </a:ext>
            </a:extLst>
          </p:cNvPr>
          <p:cNvSpPr/>
          <p:nvPr/>
        </p:nvSpPr>
        <p:spPr>
          <a:xfrm>
            <a:off x="3607870" y="2279583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7B368B-8584-8712-6CCD-6AD95D5ABC39}"/>
              </a:ext>
            </a:extLst>
          </p:cNvPr>
          <p:cNvSpPr/>
          <p:nvPr/>
        </p:nvSpPr>
        <p:spPr>
          <a:xfrm>
            <a:off x="4445267" y="1722920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4F1116-4E8A-0B60-851B-244601045608}"/>
              </a:ext>
            </a:extLst>
          </p:cNvPr>
          <p:cNvSpPr/>
          <p:nvPr/>
        </p:nvSpPr>
        <p:spPr>
          <a:xfrm>
            <a:off x="4570395" y="2637321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3AC351-6F13-7D10-C24E-EDF5B12657A2}"/>
              </a:ext>
            </a:extLst>
          </p:cNvPr>
          <p:cNvSpPr/>
          <p:nvPr/>
        </p:nvSpPr>
        <p:spPr>
          <a:xfrm>
            <a:off x="6254817" y="2140016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4178C9-462C-3264-06C7-AC48893DBE77}"/>
              </a:ext>
            </a:extLst>
          </p:cNvPr>
          <p:cNvSpPr/>
          <p:nvPr/>
        </p:nvSpPr>
        <p:spPr>
          <a:xfrm>
            <a:off x="5435065" y="1722920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7E4CF-C918-4CB6-C677-D4A826A86BBB}"/>
              </a:ext>
            </a:extLst>
          </p:cNvPr>
          <p:cNvGrpSpPr/>
          <p:nvPr/>
        </p:nvGrpSpPr>
        <p:grpSpPr>
          <a:xfrm>
            <a:off x="904604" y="695899"/>
            <a:ext cx="317520" cy="313920"/>
            <a:chOff x="904604" y="695899"/>
            <a:chExt cx="31752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6928E8-2E1A-7013-AF43-520D84E6087D}"/>
                    </a:ext>
                  </a:extLst>
                </p14:cNvPr>
                <p14:cNvContentPartPr/>
                <p14:nvPr/>
              </p14:nvContentPartPr>
              <p14:xfrm>
                <a:off x="904604" y="724699"/>
                <a:ext cx="153360" cy="285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6928E8-2E1A-7013-AF43-520D84E6087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8484" y="718579"/>
                  <a:ext cx="1656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F76747-2F38-97A1-8855-1BFDAA7986CD}"/>
                    </a:ext>
                  </a:extLst>
                </p14:cNvPr>
                <p14:cNvContentPartPr/>
                <p14:nvPr/>
              </p14:nvContentPartPr>
              <p14:xfrm>
                <a:off x="1086044" y="853219"/>
                <a:ext cx="100800" cy="149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F76747-2F38-97A1-8855-1BFDAA7986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9924" y="847099"/>
                  <a:ext cx="113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9CE9A1-A445-A359-9297-F4A891FF916C}"/>
                    </a:ext>
                  </a:extLst>
                </p14:cNvPr>
                <p14:cNvContentPartPr/>
                <p14:nvPr/>
              </p14:nvContentPartPr>
              <p14:xfrm>
                <a:off x="1193324" y="695899"/>
                <a:ext cx="28800" cy="309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9CE9A1-A445-A359-9297-F4A891FF91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7204" y="689779"/>
                  <a:ext cx="4104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B002B2-8155-0DDD-5837-2A44CC62DB3D}"/>
              </a:ext>
            </a:extLst>
          </p:cNvPr>
          <p:cNvGrpSpPr/>
          <p:nvPr/>
        </p:nvGrpSpPr>
        <p:grpSpPr>
          <a:xfrm>
            <a:off x="7649564" y="4856059"/>
            <a:ext cx="1113480" cy="752400"/>
            <a:chOff x="7649564" y="4856059"/>
            <a:chExt cx="1113480" cy="75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1377D4-4750-7E5A-A2B9-CE94ECE00CAE}"/>
                    </a:ext>
                  </a:extLst>
                </p14:cNvPr>
                <p14:cNvContentPartPr/>
                <p14:nvPr/>
              </p14:nvContentPartPr>
              <p14:xfrm>
                <a:off x="7653164" y="5280499"/>
                <a:ext cx="10800" cy="219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1377D4-4750-7E5A-A2B9-CE94ECE00C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47044" y="5274379"/>
                  <a:ext cx="230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A65832B-192B-2D71-7236-AD417384F2B1}"/>
                    </a:ext>
                  </a:extLst>
                </p14:cNvPr>
                <p14:cNvContentPartPr/>
                <p14:nvPr/>
              </p14:nvContentPartPr>
              <p14:xfrm>
                <a:off x="7649564" y="5245579"/>
                <a:ext cx="198000" cy="93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A65832B-192B-2D71-7236-AD417384F2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43444" y="5239459"/>
                  <a:ext cx="2102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B9335E7-07B3-A19C-ABC8-41B48CA34565}"/>
                    </a:ext>
                  </a:extLst>
                </p14:cNvPr>
                <p14:cNvContentPartPr/>
                <p14:nvPr/>
              </p14:nvContentPartPr>
              <p14:xfrm>
                <a:off x="7818404" y="5387059"/>
                <a:ext cx="51840" cy="79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B9335E7-07B3-A19C-ABC8-41B48CA345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12284" y="5380939"/>
                  <a:ext cx="64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C3F540D-CF77-D689-6B8C-9A3EA1FB9A43}"/>
                    </a:ext>
                  </a:extLst>
                </p14:cNvPr>
                <p14:cNvContentPartPr/>
                <p14:nvPr/>
              </p14:nvContentPartPr>
              <p14:xfrm>
                <a:off x="7907324" y="5420179"/>
                <a:ext cx="122760" cy="10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C3F540D-CF77-D689-6B8C-9A3EA1FB9A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01204" y="5414059"/>
                  <a:ext cx="135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DABB431-CF21-2D6A-2992-785E94AA1102}"/>
                    </a:ext>
                  </a:extLst>
                </p14:cNvPr>
                <p14:cNvContentPartPr/>
                <p14:nvPr/>
              </p14:nvContentPartPr>
              <p14:xfrm>
                <a:off x="8180564" y="5492899"/>
                <a:ext cx="58680" cy="10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DABB431-CF21-2D6A-2992-785E94AA11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74444" y="5486779"/>
                  <a:ext cx="709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81F851-1148-2A7E-012B-511B3B5A61EC}"/>
                    </a:ext>
                  </a:extLst>
                </p14:cNvPr>
                <p14:cNvContentPartPr/>
                <p14:nvPr/>
              </p14:nvContentPartPr>
              <p14:xfrm>
                <a:off x="8300804" y="5361139"/>
                <a:ext cx="128880" cy="208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81F851-1148-2A7E-012B-511B3B5A61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94684" y="5355019"/>
                  <a:ext cx="141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3FCBC4F-3667-581C-550D-5FC19DDCAB88}"/>
                    </a:ext>
                  </a:extLst>
                </p14:cNvPr>
                <p14:cNvContentPartPr/>
                <p14:nvPr/>
              </p14:nvContentPartPr>
              <p14:xfrm>
                <a:off x="8483684" y="5418019"/>
                <a:ext cx="173520" cy="190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3FCBC4F-3667-581C-550D-5FC19DDCAB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77564" y="5411899"/>
                  <a:ext cx="185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F8060B3-33FC-06FD-A817-0CF0B378FE34}"/>
                    </a:ext>
                  </a:extLst>
                </p14:cNvPr>
                <p14:cNvContentPartPr/>
                <p14:nvPr/>
              </p14:nvContentPartPr>
              <p14:xfrm>
                <a:off x="8625524" y="4856059"/>
                <a:ext cx="137520" cy="743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F8060B3-33FC-06FD-A817-0CF0B378FE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19404" y="4849939"/>
                  <a:ext cx="149760" cy="75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3C69BBE-AC27-A4F6-4A60-0B7CC28A8C14}"/>
                  </a:ext>
                </a:extLst>
              </p14:cNvPr>
              <p14:cNvContentPartPr/>
              <p14:nvPr/>
            </p14:nvContentPartPr>
            <p14:xfrm>
              <a:off x="1928804" y="1512379"/>
              <a:ext cx="4599000" cy="3319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3C69BBE-AC27-A4F6-4A60-0B7CC28A8C1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22684" y="1506259"/>
                <a:ext cx="4611240" cy="33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76B8E5B-E775-6E0A-3B07-0E8A9611948E}"/>
                  </a:ext>
                </a:extLst>
              </p14:cNvPr>
              <p14:cNvContentPartPr/>
              <p14:nvPr/>
            </p14:nvContentPartPr>
            <p14:xfrm>
              <a:off x="2710724" y="3250819"/>
              <a:ext cx="41400" cy="349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76B8E5B-E775-6E0A-3B07-0E8A961194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04604" y="3244699"/>
                <a:ext cx="53640" cy="36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01B3387-766F-2A84-545C-51437C7287BB}"/>
              </a:ext>
            </a:extLst>
          </p:cNvPr>
          <p:cNvGrpSpPr/>
          <p:nvPr/>
        </p:nvGrpSpPr>
        <p:grpSpPr>
          <a:xfrm>
            <a:off x="1758884" y="3626659"/>
            <a:ext cx="406080" cy="234000"/>
            <a:chOff x="1758884" y="3626659"/>
            <a:chExt cx="40608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BAD4208-A8D7-D3C5-6700-4E9347DEB432}"/>
                    </a:ext>
                  </a:extLst>
                </p14:cNvPr>
                <p14:cNvContentPartPr/>
                <p14:nvPr/>
              </p14:nvContentPartPr>
              <p14:xfrm>
                <a:off x="2084684" y="3697579"/>
                <a:ext cx="8028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BAD4208-A8D7-D3C5-6700-4E9347DEB4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78564" y="3691459"/>
                  <a:ext cx="92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C423C39-A547-4476-CF00-F98C448D5708}"/>
                    </a:ext>
                  </a:extLst>
                </p14:cNvPr>
                <p14:cNvContentPartPr/>
                <p14:nvPr/>
              </p14:nvContentPartPr>
              <p14:xfrm>
                <a:off x="1758884" y="3652939"/>
                <a:ext cx="79200" cy="127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C423C39-A547-4476-CF00-F98C448D570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52764" y="3646819"/>
                  <a:ext cx="91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CDD7A94-2E4B-4FC9-6E5A-276D9AFED39F}"/>
                    </a:ext>
                  </a:extLst>
                </p14:cNvPr>
                <p14:cNvContentPartPr/>
                <p14:nvPr/>
              </p14:nvContentPartPr>
              <p14:xfrm>
                <a:off x="1789124" y="3626659"/>
                <a:ext cx="6552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CDD7A94-2E4B-4FC9-6E5A-276D9AFED3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83004" y="3620539"/>
                  <a:ext cx="77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49D83F-544D-40B9-7C16-8CAF4680C4DC}"/>
                    </a:ext>
                  </a:extLst>
                </p14:cNvPr>
                <p14:cNvContentPartPr/>
                <p14:nvPr/>
              </p14:nvContentPartPr>
              <p14:xfrm>
                <a:off x="1887044" y="3750859"/>
                <a:ext cx="93600" cy="109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149D83F-544D-40B9-7C16-8CAF4680C4D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80924" y="3744739"/>
                  <a:ext cx="1058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1162D1B-1EF4-7221-3D40-30AD7CA7C5F1}"/>
              </a:ext>
            </a:extLst>
          </p:cNvPr>
          <p:cNvGrpSpPr/>
          <p:nvPr/>
        </p:nvGrpSpPr>
        <p:grpSpPr>
          <a:xfrm>
            <a:off x="3183404" y="4908259"/>
            <a:ext cx="236160" cy="623520"/>
            <a:chOff x="3183404" y="4908259"/>
            <a:chExt cx="236160" cy="62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4EC58E-21F8-7344-824A-49830CF8D9FF}"/>
                    </a:ext>
                  </a:extLst>
                </p14:cNvPr>
                <p14:cNvContentPartPr/>
                <p14:nvPr/>
              </p14:nvContentPartPr>
              <p14:xfrm>
                <a:off x="3249644" y="4908259"/>
                <a:ext cx="17280" cy="13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4EC58E-21F8-7344-824A-49830CF8D9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43524" y="4902139"/>
                  <a:ext cx="29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242CFB-6C7D-42E3-8567-5F292B0CB719}"/>
                    </a:ext>
                  </a:extLst>
                </p14:cNvPr>
                <p14:cNvContentPartPr/>
                <p14:nvPr/>
              </p14:nvContentPartPr>
              <p14:xfrm>
                <a:off x="3183404" y="5152699"/>
                <a:ext cx="97560" cy="223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242CFB-6C7D-42E3-8567-5F292B0CB71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77284" y="5146579"/>
                  <a:ext cx="109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2CE39E7-A53F-0DC0-1B5E-02306A40D328}"/>
                    </a:ext>
                  </a:extLst>
                </p14:cNvPr>
                <p14:cNvContentPartPr/>
                <p14:nvPr/>
              </p14:nvContentPartPr>
              <p14:xfrm>
                <a:off x="3357644" y="5240899"/>
                <a:ext cx="61920" cy="290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2CE39E7-A53F-0DC0-1B5E-02306A40D3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51524" y="5234779"/>
                  <a:ext cx="7416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C6526DA-57EA-6033-DBF0-CC9268BE84EF}"/>
              </a:ext>
            </a:extLst>
          </p:cNvPr>
          <p:cNvGrpSpPr/>
          <p:nvPr/>
        </p:nvGrpSpPr>
        <p:grpSpPr>
          <a:xfrm>
            <a:off x="7444724" y="569899"/>
            <a:ext cx="974880" cy="349560"/>
            <a:chOff x="7444724" y="569899"/>
            <a:chExt cx="97488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172C21-9054-FEBF-34B9-B63CD001DB06}"/>
                    </a:ext>
                  </a:extLst>
                </p14:cNvPr>
                <p14:cNvContentPartPr/>
                <p14:nvPr/>
              </p14:nvContentPartPr>
              <p14:xfrm>
                <a:off x="7444724" y="627859"/>
                <a:ext cx="68760" cy="228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172C21-9054-FEBF-34B9-B63CD001DB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38604" y="621739"/>
                  <a:ext cx="81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839DBB3-EEB1-95BB-96CA-1F124835A730}"/>
                    </a:ext>
                  </a:extLst>
                </p14:cNvPr>
                <p14:cNvContentPartPr/>
                <p14:nvPr/>
              </p14:nvContentPartPr>
              <p14:xfrm>
                <a:off x="7478564" y="625339"/>
                <a:ext cx="6192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839DBB3-EEB1-95BB-96CA-1F124835A7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72444" y="619219"/>
                  <a:ext cx="74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3ACC813-5C9D-0F5A-6BDF-0990D2DFE015}"/>
                    </a:ext>
                  </a:extLst>
                </p14:cNvPr>
                <p14:cNvContentPartPr/>
                <p14:nvPr/>
              </p14:nvContentPartPr>
              <p14:xfrm>
                <a:off x="7539404" y="657379"/>
                <a:ext cx="209880" cy="198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3ACC813-5C9D-0F5A-6BDF-0990D2DFE0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33284" y="651259"/>
                  <a:ext cx="222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78B81D-09DE-9668-F352-9D539B44EBE6}"/>
                    </a:ext>
                  </a:extLst>
                </p14:cNvPr>
                <p14:cNvContentPartPr/>
                <p14:nvPr/>
              </p14:nvContentPartPr>
              <p14:xfrm>
                <a:off x="7854404" y="738019"/>
                <a:ext cx="149760" cy="22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78B81D-09DE-9668-F352-9D539B44EBE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48284" y="731899"/>
                  <a:ext cx="162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7CA228-E141-619C-ED96-78F032D05810}"/>
                    </a:ext>
                  </a:extLst>
                </p14:cNvPr>
                <p14:cNvContentPartPr/>
                <p14:nvPr/>
              </p14:nvContentPartPr>
              <p14:xfrm>
                <a:off x="8044844" y="632899"/>
                <a:ext cx="126720" cy="191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A7CA228-E141-619C-ED96-78F032D058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38724" y="626779"/>
                  <a:ext cx="138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B95E81-6B22-B72C-27A9-BA21A22744D1}"/>
                    </a:ext>
                  </a:extLst>
                </p14:cNvPr>
                <p14:cNvContentPartPr/>
                <p14:nvPr/>
              </p14:nvContentPartPr>
              <p14:xfrm>
                <a:off x="8232404" y="606619"/>
                <a:ext cx="123120" cy="240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B95E81-6B22-B72C-27A9-BA21A22744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26284" y="600499"/>
                  <a:ext cx="135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3CA0CA6-377C-9DA5-E334-AE4540A91748}"/>
                    </a:ext>
                  </a:extLst>
                </p14:cNvPr>
                <p14:cNvContentPartPr/>
                <p14:nvPr/>
              </p14:nvContentPartPr>
              <p14:xfrm>
                <a:off x="8408804" y="569899"/>
                <a:ext cx="10800" cy="349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3CA0CA6-377C-9DA5-E334-AE4540A917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02684" y="563779"/>
                  <a:ext cx="23040" cy="36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D64B819-DD6D-6C5D-3CBD-3D93788A1A34}"/>
                  </a:ext>
                </a:extLst>
              </p14:cNvPr>
              <p14:cNvContentPartPr/>
              <p14:nvPr/>
            </p14:nvContentPartPr>
            <p14:xfrm>
              <a:off x="7294964" y="586099"/>
              <a:ext cx="23400" cy="416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D64B819-DD6D-6C5D-3CBD-3D93788A1A3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88844" y="579979"/>
                <a:ext cx="3564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B50486A-29BD-0D5A-CCAD-5404F17BCE46}"/>
                  </a:ext>
                </a:extLst>
              </p14:cNvPr>
              <p14:cNvContentPartPr/>
              <p14:nvPr/>
            </p14:nvContentPartPr>
            <p14:xfrm>
              <a:off x="3020324" y="3254419"/>
              <a:ext cx="184680" cy="1864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B50486A-29BD-0D5A-CCAD-5404F17BCE4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014204" y="3248299"/>
                <a:ext cx="19692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40DF598-6541-7011-DE2B-C30698056C8E}"/>
              </a:ext>
            </a:extLst>
          </p:cNvPr>
          <p:cNvGrpSpPr/>
          <p:nvPr/>
        </p:nvGrpSpPr>
        <p:grpSpPr>
          <a:xfrm>
            <a:off x="4571924" y="4905379"/>
            <a:ext cx="215280" cy="489240"/>
            <a:chOff x="4571924" y="4905379"/>
            <a:chExt cx="21528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075D8B-BF46-EF43-CE14-D1CFDFCA13CC}"/>
                    </a:ext>
                  </a:extLst>
                </p14:cNvPr>
                <p14:cNvContentPartPr/>
                <p14:nvPr/>
              </p14:nvContentPartPr>
              <p14:xfrm>
                <a:off x="4670924" y="4905379"/>
                <a:ext cx="9000" cy="159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075D8B-BF46-EF43-CE14-D1CFDFCA13C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64804" y="4899259"/>
                  <a:ext cx="21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DECF5BD-9B75-7BD7-ADC7-397B3B60F695}"/>
                    </a:ext>
                  </a:extLst>
                </p14:cNvPr>
                <p14:cNvContentPartPr/>
                <p14:nvPr/>
              </p14:nvContentPartPr>
              <p14:xfrm>
                <a:off x="4571924" y="5186179"/>
                <a:ext cx="73440" cy="190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DECF5BD-9B75-7BD7-ADC7-397B3B60F69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65804" y="5180059"/>
                  <a:ext cx="85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AF5050-9FC1-FACC-A74F-61D75251EB5E}"/>
                    </a:ext>
                  </a:extLst>
                </p14:cNvPr>
                <p14:cNvContentPartPr/>
                <p14:nvPr/>
              </p14:nvContentPartPr>
              <p14:xfrm>
                <a:off x="4711604" y="5260699"/>
                <a:ext cx="65520" cy="133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AF5050-9FC1-FACC-A74F-61D75251EB5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05484" y="5254579"/>
                  <a:ext cx="77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956B33-5669-0E03-545D-2E879214EF78}"/>
                    </a:ext>
                  </a:extLst>
                </p14:cNvPr>
                <p14:cNvContentPartPr/>
                <p14:nvPr/>
              </p14:nvContentPartPr>
              <p14:xfrm>
                <a:off x="4732124" y="5205979"/>
                <a:ext cx="55080" cy="10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956B33-5669-0E03-545D-2E879214EF7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26004" y="5199859"/>
                  <a:ext cx="6732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216EA44-6E10-A2E4-6A89-1DDA2CD5293B}"/>
              </a:ext>
            </a:extLst>
          </p:cNvPr>
          <p:cNvGrpSpPr/>
          <p:nvPr/>
        </p:nvGrpSpPr>
        <p:grpSpPr>
          <a:xfrm>
            <a:off x="8595644" y="502579"/>
            <a:ext cx="1480320" cy="472320"/>
            <a:chOff x="8595644" y="502579"/>
            <a:chExt cx="1480320" cy="4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88C5D14-2302-85DC-D713-9B263EB82D65}"/>
                    </a:ext>
                  </a:extLst>
                </p14:cNvPr>
                <p14:cNvContentPartPr/>
                <p14:nvPr/>
              </p14:nvContentPartPr>
              <p14:xfrm>
                <a:off x="8690324" y="609499"/>
                <a:ext cx="7200" cy="330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88C5D14-2302-85DC-D713-9B263EB82D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84204" y="603379"/>
                  <a:ext cx="194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97C6E4A-72A2-C986-507B-FF78CA69E0FA}"/>
                    </a:ext>
                  </a:extLst>
                </p14:cNvPr>
                <p14:cNvContentPartPr/>
                <p14:nvPr/>
              </p14:nvContentPartPr>
              <p14:xfrm>
                <a:off x="8595644" y="775459"/>
                <a:ext cx="185760" cy="17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97C6E4A-72A2-C986-507B-FF78CA69E0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89524" y="769339"/>
                  <a:ext cx="198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C2FC243-E71A-DFEB-ADF1-6697051B5631}"/>
                    </a:ext>
                  </a:extLst>
                </p14:cNvPr>
                <p14:cNvContentPartPr/>
                <p14:nvPr/>
              </p14:nvContentPartPr>
              <p14:xfrm>
                <a:off x="8932604" y="549019"/>
                <a:ext cx="10440" cy="425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C2FC243-E71A-DFEB-ADF1-6697051B56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26484" y="542899"/>
                  <a:ext cx="2268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8B3BBF5-CF89-4FEB-5379-DFB92956BE4F}"/>
                    </a:ext>
                  </a:extLst>
                </p14:cNvPr>
                <p14:cNvContentPartPr/>
                <p14:nvPr/>
              </p14:nvContentPartPr>
              <p14:xfrm>
                <a:off x="9056804" y="641179"/>
                <a:ext cx="79200" cy="221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8B3BBF5-CF89-4FEB-5379-DFB92956BE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50684" y="635059"/>
                  <a:ext cx="91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3311B90-F49B-7E77-F88F-5A5697B2761B}"/>
                    </a:ext>
                  </a:extLst>
                </p14:cNvPr>
                <p14:cNvContentPartPr/>
                <p14:nvPr/>
              </p14:nvContentPartPr>
              <p14:xfrm>
                <a:off x="9144644" y="663499"/>
                <a:ext cx="89280" cy="24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3311B90-F49B-7E77-F88F-5A5697B276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38524" y="657379"/>
                  <a:ext cx="101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298DBA4-98CC-3CC5-BE3B-0E71EF7F6749}"/>
                    </a:ext>
                  </a:extLst>
                </p14:cNvPr>
                <p14:cNvContentPartPr/>
                <p14:nvPr/>
              </p14:nvContentPartPr>
              <p14:xfrm>
                <a:off x="9167324" y="681859"/>
                <a:ext cx="209160" cy="17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298DBA4-98CC-3CC5-BE3B-0E71EF7F674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61204" y="675739"/>
                  <a:ext cx="221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41F56E-328E-EB73-21F9-C55811CAD586}"/>
                    </a:ext>
                  </a:extLst>
                </p14:cNvPr>
                <p14:cNvContentPartPr/>
                <p14:nvPr/>
              </p14:nvContentPartPr>
              <p14:xfrm>
                <a:off x="9490604" y="773299"/>
                <a:ext cx="72360" cy="3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41F56E-328E-EB73-21F9-C55811CAD58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84484" y="767179"/>
                  <a:ext cx="846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0B0472-D07D-7A53-E862-5F21739BD1A3}"/>
                    </a:ext>
                  </a:extLst>
                </p14:cNvPr>
                <p14:cNvContentPartPr/>
                <p14:nvPr/>
              </p14:nvContentPartPr>
              <p14:xfrm>
                <a:off x="9694004" y="502579"/>
                <a:ext cx="72720" cy="239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0B0472-D07D-7A53-E862-5F21739BD1A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87884" y="496459"/>
                  <a:ext cx="849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FC333A1-5A9E-3555-4CCB-C1F2840772B8}"/>
                    </a:ext>
                  </a:extLst>
                </p14:cNvPr>
                <p14:cNvContentPartPr/>
                <p14:nvPr/>
              </p14:nvContentPartPr>
              <p14:xfrm>
                <a:off x="9799484" y="579979"/>
                <a:ext cx="172800" cy="18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FC333A1-5A9E-3555-4CCB-C1F2840772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93364" y="573859"/>
                  <a:ext cx="185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52C51FA-61F8-CC22-E99A-16AFCA37A00F}"/>
                    </a:ext>
                  </a:extLst>
                </p14:cNvPr>
                <p14:cNvContentPartPr/>
                <p14:nvPr/>
              </p14:nvContentPartPr>
              <p14:xfrm>
                <a:off x="9814604" y="565219"/>
                <a:ext cx="176400" cy="18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52C51FA-61F8-CC22-E99A-16AFCA37A0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08484" y="559099"/>
                  <a:ext cx="188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C961ABD-5AA4-38BB-D181-4F103640AE4D}"/>
                    </a:ext>
                  </a:extLst>
                </p14:cNvPr>
                <p14:cNvContentPartPr/>
                <p14:nvPr/>
              </p14:nvContentPartPr>
              <p14:xfrm>
                <a:off x="10055444" y="528139"/>
                <a:ext cx="20520" cy="393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C961ABD-5AA4-38BB-D181-4F103640AE4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9324" y="522019"/>
                  <a:ext cx="32760" cy="40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FE6170A-DEDF-8584-4BB7-DB4F4578C4E7}"/>
                  </a:ext>
                </a:extLst>
              </p14:cNvPr>
              <p14:cNvContentPartPr/>
              <p14:nvPr/>
            </p14:nvContentPartPr>
            <p14:xfrm>
              <a:off x="4780364" y="3362059"/>
              <a:ext cx="170280" cy="2250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FE6170A-DEDF-8584-4BB7-DB4F4578C4E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74244" y="3355939"/>
                <a:ext cx="1825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F6CB4A6-8546-9AC9-4593-E730B9156B37}"/>
                  </a:ext>
                </a:extLst>
              </p14:cNvPr>
              <p14:cNvContentPartPr/>
              <p14:nvPr/>
            </p14:nvContentPartPr>
            <p14:xfrm>
              <a:off x="10254524" y="556579"/>
              <a:ext cx="12240" cy="1692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F6CB4A6-8546-9AC9-4593-E730B9156B3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248404" y="550459"/>
                <a:ext cx="2448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49CC703E-4296-3008-E351-EAAC6C10B9BB}"/>
              </a:ext>
            </a:extLst>
          </p:cNvPr>
          <p:cNvGrpSpPr/>
          <p:nvPr/>
        </p:nvGrpSpPr>
        <p:grpSpPr>
          <a:xfrm>
            <a:off x="10193324" y="463699"/>
            <a:ext cx="239760" cy="369000"/>
            <a:chOff x="10193324" y="463699"/>
            <a:chExt cx="23976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77824A-1A7F-189F-2318-C92C265B9BE1}"/>
                    </a:ext>
                  </a:extLst>
                </p14:cNvPr>
                <p14:cNvContentPartPr/>
                <p14:nvPr/>
              </p14:nvContentPartPr>
              <p14:xfrm>
                <a:off x="10193324" y="631819"/>
                <a:ext cx="11340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77824A-1A7F-189F-2318-C92C265B9BE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87204" y="625699"/>
                  <a:ext cx="125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4BDE670-A654-B932-4B17-C1E6DEB424AE}"/>
                    </a:ext>
                  </a:extLst>
                </p14:cNvPr>
                <p14:cNvContentPartPr/>
                <p14:nvPr/>
              </p14:nvContentPartPr>
              <p14:xfrm>
                <a:off x="10429124" y="463699"/>
                <a:ext cx="3960" cy="369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4BDE670-A654-B932-4B17-C1E6DEB424A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423004" y="457579"/>
                  <a:ext cx="1620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AF6FBE1-1410-96AF-4B0E-F956F048FE07}"/>
              </a:ext>
            </a:extLst>
          </p:cNvPr>
          <p:cNvGrpSpPr/>
          <p:nvPr/>
        </p:nvGrpSpPr>
        <p:grpSpPr>
          <a:xfrm>
            <a:off x="10606244" y="516979"/>
            <a:ext cx="773640" cy="340200"/>
            <a:chOff x="10606244" y="516979"/>
            <a:chExt cx="77364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36F5C5A-1119-65C7-0C93-3CAB6C0D0BD5}"/>
                    </a:ext>
                  </a:extLst>
                </p14:cNvPr>
                <p14:cNvContentPartPr/>
                <p14:nvPr/>
              </p14:nvContentPartPr>
              <p14:xfrm>
                <a:off x="10606244" y="554419"/>
                <a:ext cx="121320" cy="226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36F5C5A-1119-65C7-0C93-3CAB6C0D0BD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00124" y="548299"/>
                  <a:ext cx="133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F7B8A3B-D18F-11DA-91AC-71C1361ECC90}"/>
                    </a:ext>
                  </a:extLst>
                </p14:cNvPr>
                <p14:cNvContentPartPr/>
                <p14:nvPr/>
              </p14:nvContentPartPr>
              <p14:xfrm>
                <a:off x="10770404" y="595819"/>
                <a:ext cx="102600" cy="150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F7B8A3B-D18F-11DA-91AC-71C1361ECC9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64284" y="589699"/>
                  <a:ext cx="114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837D4BC-0089-B1F4-F31B-FD64DA16671A}"/>
                    </a:ext>
                  </a:extLst>
                </p14:cNvPr>
                <p14:cNvContentPartPr/>
                <p14:nvPr/>
              </p14:nvContentPartPr>
              <p14:xfrm>
                <a:off x="10937084" y="670339"/>
                <a:ext cx="112680" cy="7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837D4BC-0089-B1F4-F31B-FD64DA16671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930964" y="664219"/>
                  <a:ext cx="1249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ED1D87-84C9-DB1C-1020-FD22C5ECA67F}"/>
                    </a:ext>
                  </a:extLst>
                </p14:cNvPr>
                <p14:cNvContentPartPr/>
                <p14:nvPr/>
              </p14:nvContentPartPr>
              <p14:xfrm>
                <a:off x="11000444" y="520579"/>
                <a:ext cx="153000" cy="263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ED1D87-84C9-DB1C-1020-FD22C5ECA67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994324" y="514459"/>
                  <a:ext cx="1652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4838653-EFF7-E84A-63FF-32734A22139D}"/>
                    </a:ext>
                  </a:extLst>
                </p14:cNvPr>
                <p14:cNvContentPartPr/>
                <p14:nvPr/>
              </p14:nvContentPartPr>
              <p14:xfrm>
                <a:off x="11174324" y="567379"/>
                <a:ext cx="126000" cy="115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4838653-EFF7-E84A-63FF-32734A22139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168204" y="561259"/>
                  <a:ext cx="138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01AF986-548A-CC5A-D515-82456DF2E624}"/>
                    </a:ext>
                  </a:extLst>
                </p14:cNvPr>
                <p14:cNvContentPartPr/>
                <p14:nvPr/>
              </p14:nvContentPartPr>
              <p14:xfrm>
                <a:off x="11357564" y="516979"/>
                <a:ext cx="22320" cy="340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01AF986-548A-CC5A-D515-82456DF2E62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351444" y="510859"/>
                  <a:ext cx="3456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F904F69-1A67-9152-6D6C-8B6B0D794522}"/>
              </a:ext>
            </a:extLst>
          </p:cNvPr>
          <p:cNvGrpSpPr/>
          <p:nvPr/>
        </p:nvGrpSpPr>
        <p:grpSpPr>
          <a:xfrm>
            <a:off x="8267324" y="1395739"/>
            <a:ext cx="133920" cy="135720"/>
            <a:chOff x="8267324" y="1395739"/>
            <a:chExt cx="13392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80FE0EA-7701-6382-CFCA-1A505D86D9FB}"/>
                    </a:ext>
                  </a:extLst>
                </p14:cNvPr>
                <p14:cNvContentPartPr/>
                <p14:nvPr/>
              </p14:nvContentPartPr>
              <p14:xfrm>
                <a:off x="8274164" y="1395739"/>
                <a:ext cx="5400" cy="135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80FE0EA-7701-6382-CFCA-1A505D86D9F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68044" y="1389619"/>
                  <a:ext cx="17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8309128-4547-7CEB-B39E-FBE60BEFF541}"/>
                    </a:ext>
                  </a:extLst>
                </p14:cNvPr>
                <p14:cNvContentPartPr/>
                <p14:nvPr/>
              </p14:nvContentPartPr>
              <p14:xfrm>
                <a:off x="8267324" y="1489699"/>
                <a:ext cx="133920" cy="1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8309128-4547-7CEB-B39E-FBE60BEFF54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61204" y="1483579"/>
                  <a:ext cx="14616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30042B2-DEC7-B7FC-08C6-E297320F8A98}"/>
                  </a:ext>
                </a:extLst>
              </p14:cNvPr>
              <p14:cNvContentPartPr/>
              <p14:nvPr/>
            </p14:nvContentPartPr>
            <p14:xfrm>
              <a:off x="4907084" y="2414899"/>
              <a:ext cx="326160" cy="3690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30042B2-DEC7-B7FC-08C6-E297320F8A9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00964" y="2408779"/>
                <a:ext cx="33840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8A58A1E-1AEA-A7E5-8293-7813C620D2B7}"/>
                  </a:ext>
                </a:extLst>
              </p14:cNvPr>
              <p14:cNvContentPartPr/>
              <p14:nvPr/>
            </p14:nvContentPartPr>
            <p14:xfrm>
              <a:off x="3657524" y="1861579"/>
              <a:ext cx="390960" cy="274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8A58A1E-1AEA-A7E5-8293-7813C620D2B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651404" y="1855459"/>
                <a:ext cx="4032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7A1D57C-0490-358D-70C6-CABFD14479CA}"/>
                  </a:ext>
                </a:extLst>
              </p14:cNvPr>
              <p14:cNvContentPartPr/>
              <p14:nvPr/>
            </p14:nvContentPartPr>
            <p14:xfrm>
              <a:off x="8634884" y="1258579"/>
              <a:ext cx="53640" cy="3967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7A1D57C-0490-358D-70C6-CABFD14479C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628764" y="1252459"/>
                <a:ext cx="6588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13778A1-5A4A-8403-FBBF-B2E539447556}"/>
                  </a:ext>
                </a:extLst>
              </p14:cNvPr>
              <p14:cNvContentPartPr/>
              <p14:nvPr/>
            </p14:nvContentPartPr>
            <p14:xfrm>
              <a:off x="4646804" y="1576099"/>
              <a:ext cx="110880" cy="910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13778A1-5A4A-8403-FBBF-B2E53944755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640684" y="1569979"/>
                <a:ext cx="1231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53B9EE2-EB80-B1CF-28CE-7C384F80F824}"/>
                  </a:ext>
                </a:extLst>
              </p14:cNvPr>
              <p14:cNvContentPartPr/>
              <p14:nvPr/>
            </p14:nvContentPartPr>
            <p14:xfrm>
              <a:off x="5724644" y="1410499"/>
              <a:ext cx="320760" cy="2062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53B9EE2-EB80-B1CF-28CE-7C384F80F82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18524" y="1404379"/>
                <a:ext cx="3330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26565FA-DCED-C529-A728-77A0C0DCF4D4}"/>
                  </a:ext>
                </a:extLst>
              </p14:cNvPr>
              <p14:cNvContentPartPr/>
              <p14:nvPr/>
            </p14:nvContentPartPr>
            <p14:xfrm>
              <a:off x="6632924" y="1887139"/>
              <a:ext cx="329400" cy="285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26565FA-DCED-C529-A728-77A0C0DCF4D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626804" y="1881019"/>
                <a:ext cx="3416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EB3D2C2-89C0-C6CC-C876-9F8A1A9086EA}"/>
                  </a:ext>
                </a:extLst>
              </p14:cNvPr>
              <p14:cNvContentPartPr/>
              <p14:nvPr/>
            </p14:nvContentPartPr>
            <p14:xfrm>
              <a:off x="7880684" y="180379"/>
              <a:ext cx="10800" cy="1584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EB3D2C2-89C0-C6CC-C876-9F8A1A9086E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874564" y="174259"/>
                <a:ext cx="2304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E7929F4-1AF3-7FBD-43F5-73ACF87E2691}"/>
              </a:ext>
            </a:extLst>
          </p:cNvPr>
          <p:cNvGrpSpPr/>
          <p:nvPr/>
        </p:nvGrpSpPr>
        <p:grpSpPr>
          <a:xfrm>
            <a:off x="9292964" y="179659"/>
            <a:ext cx="447480" cy="234360"/>
            <a:chOff x="9292964" y="179659"/>
            <a:chExt cx="44748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6FE9044-DAAA-BECA-8C77-69ABE9119765}"/>
                    </a:ext>
                  </a:extLst>
                </p14:cNvPr>
                <p14:cNvContentPartPr/>
                <p14:nvPr/>
              </p14:nvContentPartPr>
              <p14:xfrm>
                <a:off x="9292964" y="182899"/>
                <a:ext cx="155880" cy="231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6FE9044-DAAA-BECA-8C77-69ABE91197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86844" y="176779"/>
                  <a:ext cx="168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BBE07AD-EFAA-4289-D46B-CBA0B7438865}"/>
                    </a:ext>
                  </a:extLst>
                </p14:cNvPr>
                <p14:cNvContentPartPr/>
                <p14:nvPr/>
              </p14:nvContentPartPr>
              <p14:xfrm>
                <a:off x="9476924" y="190819"/>
                <a:ext cx="97560" cy="207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BBE07AD-EFAA-4289-D46B-CBA0B743886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70804" y="184699"/>
                  <a:ext cx="109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6F6C567-6D88-E42A-BE65-78A000E850C5}"/>
                    </a:ext>
                  </a:extLst>
                </p14:cNvPr>
                <p14:cNvContentPartPr/>
                <p14:nvPr/>
              </p14:nvContentPartPr>
              <p14:xfrm>
                <a:off x="9508964" y="179659"/>
                <a:ext cx="231480" cy="18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6F6C567-6D88-E42A-BE65-78A000E850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02844" y="173539"/>
                  <a:ext cx="24372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D5217D76-C580-AAFF-2CED-1C47F2E4423B}"/>
                  </a:ext>
                </a:extLst>
              </p14:cNvPr>
              <p14:cNvContentPartPr/>
              <p14:nvPr/>
            </p14:nvContentPartPr>
            <p14:xfrm>
              <a:off x="10943204" y="173899"/>
              <a:ext cx="116280" cy="1234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D5217D76-C580-AAFF-2CED-1C47F2E4423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937084" y="167779"/>
                <a:ext cx="12852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C00C7A3-C6E5-0107-997B-FC70F4BDE21B}"/>
              </a:ext>
            </a:extLst>
          </p:cNvPr>
          <p:cNvGrpSpPr/>
          <p:nvPr/>
        </p:nvGrpSpPr>
        <p:grpSpPr>
          <a:xfrm>
            <a:off x="8837564" y="1058419"/>
            <a:ext cx="715680" cy="607680"/>
            <a:chOff x="8837564" y="1058419"/>
            <a:chExt cx="715680" cy="60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0A15973-04FB-0C0F-96FE-4DB66BF16113}"/>
                    </a:ext>
                  </a:extLst>
                </p14:cNvPr>
                <p14:cNvContentPartPr/>
                <p14:nvPr/>
              </p14:nvContentPartPr>
              <p14:xfrm>
                <a:off x="8837564" y="1293499"/>
                <a:ext cx="61200" cy="221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0A15973-04FB-0C0F-96FE-4DB66BF1611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31444" y="1287379"/>
                  <a:ext cx="734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9D3989-86A5-2AC5-3E41-11A1E61193AC}"/>
                    </a:ext>
                  </a:extLst>
                </p14:cNvPr>
                <p14:cNvContentPartPr/>
                <p14:nvPr/>
              </p14:nvContentPartPr>
              <p14:xfrm>
                <a:off x="8911364" y="1347859"/>
                <a:ext cx="92880" cy="116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9D3989-86A5-2AC5-3E41-11A1E61193A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905244" y="1341739"/>
                  <a:ext cx="105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275E18-4559-DF74-66AA-4D8DA987DC53}"/>
                    </a:ext>
                  </a:extLst>
                </p14:cNvPr>
                <p14:cNvContentPartPr/>
                <p14:nvPr/>
              </p14:nvContentPartPr>
              <p14:xfrm>
                <a:off x="9119084" y="1376299"/>
                <a:ext cx="48240" cy="3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275E18-4559-DF74-66AA-4D8DA987DC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112964" y="1370179"/>
                  <a:ext cx="604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333AFD4-4D0A-ECA5-45D7-3EF12708A708}"/>
                    </a:ext>
                  </a:extLst>
                </p14:cNvPr>
                <p14:cNvContentPartPr/>
                <p14:nvPr/>
              </p14:nvContentPartPr>
              <p14:xfrm>
                <a:off x="9220604" y="1264339"/>
                <a:ext cx="63720" cy="18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333AFD4-4D0A-ECA5-45D7-3EF12708A70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214484" y="1258219"/>
                  <a:ext cx="75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32137D4-E3B4-B27A-FBE7-63852ACBCCB1}"/>
                    </a:ext>
                  </a:extLst>
                </p14:cNvPr>
                <p14:cNvContentPartPr/>
                <p14:nvPr/>
              </p14:nvContentPartPr>
              <p14:xfrm>
                <a:off x="9326444" y="1324099"/>
                <a:ext cx="72360" cy="147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32137D4-E3B4-B27A-FBE7-63852ACBCCB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320324" y="1317979"/>
                  <a:ext cx="846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3DBD9CA-583E-5E0E-0FC0-B76EF003041D}"/>
                    </a:ext>
                  </a:extLst>
                </p14:cNvPr>
                <p14:cNvContentPartPr/>
                <p14:nvPr/>
              </p14:nvContentPartPr>
              <p14:xfrm>
                <a:off x="9353804" y="1312579"/>
                <a:ext cx="87120" cy="3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3DBD9CA-583E-5E0E-0FC0-B76EF003041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347684" y="1306459"/>
                  <a:ext cx="993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D2B28E6-E7FD-5784-5A65-CD2A72972402}"/>
                    </a:ext>
                  </a:extLst>
                </p14:cNvPr>
                <p14:cNvContentPartPr/>
                <p14:nvPr/>
              </p14:nvContentPartPr>
              <p14:xfrm>
                <a:off x="9488444" y="1247059"/>
                <a:ext cx="64800" cy="419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D2B28E6-E7FD-5784-5A65-CD2A7297240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82324" y="1240939"/>
                  <a:ext cx="770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8BF2530-69E7-7A01-0FB4-A1454110A6C7}"/>
                    </a:ext>
                  </a:extLst>
                </p14:cNvPr>
                <p14:cNvContentPartPr/>
                <p14:nvPr/>
              </p14:nvContentPartPr>
              <p14:xfrm>
                <a:off x="8982644" y="1068499"/>
                <a:ext cx="22320" cy="900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8BF2530-69E7-7A01-0FB4-A1454110A6C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76524" y="1062379"/>
                  <a:ext cx="34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48F32D4-E09C-2053-C48D-86465DFCD46A}"/>
                    </a:ext>
                  </a:extLst>
                </p14:cNvPr>
                <p14:cNvContentPartPr/>
                <p14:nvPr/>
              </p14:nvContentPartPr>
              <p14:xfrm>
                <a:off x="9098204" y="1058419"/>
                <a:ext cx="58680" cy="150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48F32D4-E09C-2053-C48D-86465DFCD46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92084" y="1052299"/>
                  <a:ext cx="70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9C092A5-AADA-CA84-4CFE-27F55B322E21}"/>
                    </a:ext>
                  </a:extLst>
                </p14:cNvPr>
                <p14:cNvContentPartPr/>
                <p14:nvPr/>
              </p14:nvContentPartPr>
              <p14:xfrm>
                <a:off x="9132044" y="1061299"/>
                <a:ext cx="106920" cy="23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9C092A5-AADA-CA84-4CFE-27F55B322E2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25924" y="1055179"/>
                  <a:ext cx="1191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685B9F4-EAE7-9B95-32FC-4D7D670D181C}"/>
              </a:ext>
            </a:extLst>
          </p:cNvPr>
          <p:cNvGrpSpPr/>
          <p:nvPr/>
        </p:nvGrpSpPr>
        <p:grpSpPr>
          <a:xfrm>
            <a:off x="8618684" y="2450539"/>
            <a:ext cx="1522080" cy="486720"/>
            <a:chOff x="8618684" y="2450539"/>
            <a:chExt cx="1522080" cy="48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2662E58-FA58-7513-CF0F-B4A39166C7FA}"/>
                    </a:ext>
                  </a:extLst>
                </p14:cNvPr>
                <p14:cNvContentPartPr/>
                <p14:nvPr/>
              </p14:nvContentPartPr>
              <p14:xfrm>
                <a:off x="9205844" y="2457379"/>
                <a:ext cx="80280" cy="235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2662E58-FA58-7513-CF0F-B4A39166C7F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199724" y="2451259"/>
                  <a:ext cx="925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AA7AA61-5EC1-DB11-11B3-F42627755502}"/>
                    </a:ext>
                  </a:extLst>
                </p14:cNvPr>
                <p14:cNvContentPartPr/>
                <p14:nvPr/>
              </p14:nvContentPartPr>
              <p14:xfrm>
                <a:off x="9247964" y="2474659"/>
                <a:ext cx="153000" cy="12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AA7AA61-5EC1-DB11-11B3-F4262775550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241844" y="2468539"/>
                  <a:ext cx="165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8F522EB-7BE5-AF1A-4D18-A2234592B534}"/>
                    </a:ext>
                  </a:extLst>
                </p14:cNvPr>
                <p14:cNvContentPartPr/>
                <p14:nvPr/>
              </p14:nvContentPartPr>
              <p14:xfrm>
                <a:off x="9471524" y="2450539"/>
                <a:ext cx="20160" cy="288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8F522EB-7BE5-AF1A-4D18-A2234592B53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65404" y="2444419"/>
                  <a:ext cx="32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613A84B-446E-1C9A-B167-4953765C3FD0}"/>
                    </a:ext>
                  </a:extLst>
                </p14:cNvPr>
                <p14:cNvContentPartPr/>
                <p14:nvPr/>
              </p14:nvContentPartPr>
              <p14:xfrm>
                <a:off x="8618684" y="2830339"/>
                <a:ext cx="1522080" cy="106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613A84B-446E-1C9A-B167-4953765C3FD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12564" y="2824219"/>
                  <a:ext cx="153432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CDE02CB-6E6A-3EA8-83B1-2D45EC11F79E}"/>
              </a:ext>
            </a:extLst>
          </p:cNvPr>
          <p:cNvGrpSpPr/>
          <p:nvPr/>
        </p:nvGrpSpPr>
        <p:grpSpPr>
          <a:xfrm>
            <a:off x="9312044" y="3060739"/>
            <a:ext cx="279720" cy="239760"/>
            <a:chOff x="9312044" y="3060739"/>
            <a:chExt cx="27972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D60C5FA-6F71-03E5-1C68-A0EC0F3F73C3}"/>
                    </a:ext>
                  </a:extLst>
                </p14:cNvPr>
                <p14:cNvContentPartPr/>
                <p14:nvPr/>
              </p14:nvContentPartPr>
              <p14:xfrm>
                <a:off x="9312044" y="3061099"/>
                <a:ext cx="96120" cy="239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D60C5FA-6F71-03E5-1C68-A0EC0F3F73C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05924" y="3054979"/>
                  <a:ext cx="1083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2A665DD-ABEE-1BF1-FA2F-5B8D9F69DCF3}"/>
                    </a:ext>
                  </a:extLst>
                </p14:cNvPr>
                <p14:cNvContentPartPr/>
                <p14:nvPr/>
              </p14:nvContentPartPr>
              <p14:xfrm>
                <a:off x="9353804" y="3060739"/>
                <a:ext cx="237960" cy="11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2A665DD-ABEE-1BF1-FA2F-5B8D9F69DCF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47684" y="3054619"/>
                  <a:ext cx="2502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A3B6B6C-9063-F795-7D94-04C7F1758694}"/>
              </a:ext>
            </a:extLst>
          </p:cNvPr>
          <p:cNvGrpSpPr/>
          <p:nvPr/>
        </p:nvGrpSpPr>
        <p:grpSpPr>
          <a:xfrm>
            <a:off x="10300244" y="2718019"/>
            <a:ext cx="882000" cy="250200"/>
            <a:chOff x="10300244" y="2718019"/>
            <a:chExt cx="88200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B685054-A020-FA57-759B-808CBF31BBD4}"/>
                    </a:ext>
                  </a:extLst>
                </p14:cNvPr>
                <p14:cNvContentPartPr/>
                <p14:nvPr/>
              </p14:nvContentPartPr>
              <p14:xfrm>
                <a:off x="10300244" y="2955979"/>
                <a:ext cx="138960" cy="12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B685054-A020-FA57-759B-808CBF31BBD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94124" y="2949859"/>
                  <a:ext cx="151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03A189A-F9B8-E49F-82A2-01D12E480E8D}"/>
                    </a:ext>
                  </a:extLst>
                </p14:cNvPr>
                <p14:cNvContentPartPr/>
                <p14:nvPr/>
              </p14:nvContentPartPr>
              <p14:xfrm>
                <a:off x="10327604" y="2878579"/>
                <a:ext cx="280080" cy="10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03A189A-F9B8-E49F-82A2-01D12E480E8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21484" y="2872459"/>
                  <a:ext cx="292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4A9EEEC-395A-B4A1-6642-2BF67C87ABD8}"/>
                    </a:ext>
                  </a:extLst>
                </p14:cNvPr>
                <p14:cNvContentPartPr/>
                <p14:nvPr/>
              </p14:nvContentPartPr>
              <p14:xfrm>
                <a:off x="10690844" y="2749339"/>
                <a:ext cx="3960" cy="201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4A9EEEC-395A-B4A1-6642-2BF67C87ABD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684724" y="2743219"/>
                  <a:ext cx="16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7BBDEF0-5143-449C-F22F-0BD89F3BC299}"/>
                    </a:ext>
                  </a:extLst>
                </p14:cNvPr>
                <p14:cNvContentPartPr/>
                <p14:nvPr/>
              </p14:nvContentPartPr>
              <p14:xfrm>
                <a:off x="10799204" y="2781739"/>
                <a:ext cx="82440" cy="142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7BBDEF0-5143-449C-F22F-0BD89F3BC29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793084" y="2775619"/>
                  <a:ext cx="946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B0E6192-194F-1F84-89DC-46F4D9A2AEA8}"/>
                    </a:ext>
                  </a:extLst>
                </p14:cNvPr>
                <p14:cNvContentPartPr/>
                <p14:nvPr/>
              </p14:nvContentPartPr>
              <p14:xfrm>
                <a:off x="10933484" y="2856619"/>
                <a:ext cx="360" cy="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B0E6192-194F-1F84-89DC-46F4D9A2AEA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927364" y="28504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15C2300-9E4F-D66A-18B2-F1706175B719}"/>
                    </a:ext>
                  </a:extLst>
                </p14:cNvPr>
                <p14:cNvContentPartPr/>
                <p14:nvPr/>
              </p14:nvContentPartPr>
              <p14:xfrm>
                <a:off x="11006564" y="2718019"/>
                <a:ext cx="175680" cy="203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15C2300-9E4F-D66A-18B2-F1706175B71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00444" y="2711899"/>
                  <a:ext cx="18792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402ECC3-D491-6986-849A-5B3763960E03}"/>
              </a:ext>
            </a:extLst>
          </p:cNvPr>
          <p:cNvGrpSpPr/>
          <p:nvPr/>
        </p:nvGrpSpPr>
        <p:grpSpPr>
          <a:xfrm>
            <a:off x="7141964" y="2671579"/>
            <a:ext cx="1347480" cy="329040"/>
            <a:chOff x="7141964" y="2671579"/>
            <a:chExt cx="134748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D017168-6CDA-B38B-61C0-7380D61EAB60}"/>
                    </a:ext>
                  </a:extLst>
                </p14:cNvPr>
                <p14:cNvContentPartPr/>
                <p14:nvPr/>
              </p14:nvContentPartPr>
              <p14:xfrm>
                <a:off x="7141964" y="2671579"/>
                <a:ext cx="205920" cy="266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D017168-6CDA-B38B-61C0-7380D61EAB6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35844" y="2665459"/>
                  <a:ext cx="2181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0FD5224-DCF5-54CE-4677-2C3BB4C480CA}"/>
                    </a:ext>
                  </a:extLst>
                </p14:cNvPr>
                <p14:cNvContentPartPr/>
                <p14:nvPr/>
              </p14:nvContentPartPr>
              <p14:xfrm>
                <a:off x="7464884" y="2707939"/>
                <a:ext cx="207360" cy="292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0FD5224-DCF5-54CE-4677-2C3BB4C480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458764" y="2701819"/>
                  <a:ext cx="219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DF0E2B9-9313-93C5-C4E6-D6CA22D1BFCC}"/>
                    </a:ext>
                  </a:extLst>
                </p14:cNvPr>
                <p14:cNvContentPartPr/>
                <p14:nvPr/>
              </p14:nvContentPartPr>
              <p14:xfrm>
                <a:off x="7487924" y="2859499"/>
                <a:ext cx="248040" cy="10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DF0E2B9-9313-93C5-C4E6-D6CA22D1BFC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481804" y="2853379"/>
                  <a:ext cx="2602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0DF003E-A6E2-89BA-8D00-392C6AAFF9B1}"/>
                    </a:ext>
                  </a:extLst>
                </p14:cNvPr>
                <p14:cNvContentPartPr/>
                <p14:nvPr/>
              </p14:nvContentPartPr>
              <p14:xfrm>
                <a:off x="7786724" y="2767339"/>
                <a:ext cx="155520" cy="20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0DF003E-A6E2-89BA-8D00-392C6AAFF9B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80604" y="2761219"/>
                  <a:ext cx="167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EEFCAB4-9C34-DF40-A284-3AEFB2898CF3}"/>
                    </a:ext>
                  </a:extLst>
                </p14:cNvPr>
                <p14:cNvContentPartPr/>
                <p14:nvPr/>
              </p14:nvContentPartPr>
              <p14:xfrm>
                <a:off x="7754684" y="2774179"/>
                <a:ext cx="176400" cy="2124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EEFCAB4-9C34-DF40-A284-3AEFB2898CF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48564" y="2768059"/>
                  <a:ext cx="188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D05D001-EC61-5372-8581-F2A87D1D6CF7}"/>
                    </a:ext>
                  </a:extLst>
                </p14:cNvPr>
                <p14:cNvContentPartPr/>
                <p14:nvPr/>
              </p14:nvContentPartPr>
              <p14:xfrm>
                <a:off x="7816964" y="2934379"/>
                <a:ext cx="128520" cy="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D05D001-EC61-5372-8581-F2A87D1D6CF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10844" y="2928259"/>
                  <a:ext cx="140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F4F948E-7858-3F13-7293-2021AB4CF4BE}"/>
                    </a:ext>
                  </a:extLst>
                </p14:cNvPr>
                <p14:cNvContentPartPr/>
                <p14:nvPr/>
              </p14:nvContentPartPr>
              <p14:xfrm>
                <a:off x="8080844" y="2949859"/>
                <a:ext cx="171360" cy="11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F4F948E-7858-3F13-7293-2021AB4CF4B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74724" y="2943739"/>
                  <a:ext cx="183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1C95D2D-4BDF-51DA-EEB3-3646E2E33AB7}"/>
                    </a:ext>
                  </a:extLst>
                </p14:cNvPr>
                <p14:cNvContentPartPr/>
                <p14:nvPr/>
              </p14:nvContentPartPr>
              <p14:xfrm>
                <a:off x="8076164" y="2810539"/>
                <a:ext cx="413280" cy="15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1C95D2D-4BDF-51DA-EEB3-3646E2E33AB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070044" y="2804419"/>
                  <a:ext cx="425520" cy="2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A7DFAC5-9B64-48D2-CAE2-D815DB6E3F8F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690345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643C47-5FC4-5672-32D6-D8C41C80A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819285"/>
              </p:ext>
            </p:extLst>
          </p:nvPr>
        </p:nvGraphicFramePr>
        <p:xfrm>
          <a:off x="780716" y="913062"/>
          <a:ext cx="8042444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611">
                  <a:extLst>
                    <a:ext uri="{9D8B030D-6E8A-4147-A177-3AD203B41FA5}">
                      <a16:colId xmlns:a16="http://schemas.microsoft.com/office/drawing/2014/main" val="1878097257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820170039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2946969815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498806278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Sugar Every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Y_test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74671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2101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2111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9412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1508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7582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339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E86DCD-B6D2-4CA1-675D-B955CB0CB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568"/>
              </p:ext>
            </p:extLst>
          </p:nvPr>
        </p:nvGraphicFramePr>
        <p:xfrm>
          <a:off x="9400672" y="913062"/>
          <a:ext cx="1495125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125">
                  <a:extLst>
                    <a:ext uri="{9D8B030D-6E8A-4147-A177-3AD203B41FA5}">
                      <a16:colId xmlns:a16="http://schemas.microsoft.com/office/drawing/2014/main" val="1165591573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 err="1"/>
                        <a:t>Y_pred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83790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55324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Yes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018557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612110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43187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974960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14364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517341B-8501-C80E-2012-660517285B9C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 and Prediction</a:t>
            </a:r>
          </a:p>
        </p:txBody>
      </p:sp>
    </p:spTree>
    <p:extLst>
      <p:ext uri="{BB962C8B-B14F-4D97-AF65-F5344CB8AC3E}">
        <p14:creationId xmlns:p14="http://schemas.microsoft.com/office/powerpoint/2010/main" val="993678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3C6A-BD08-E695-548E-D4559B40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C35B-C9B8-6A7D-FBB5-08DF334DC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True Positives (TP): actually positive and predicted as positive </a:t>
            </a:r>
          </a:p>
          <a:p>
            <a:r>
              <a:rPr lang="en-US" dirty="0"/>
              <a:t>True Negative (TN): actually negative and predicted as negative </a:t>
            </a:r>
          </a:p>
          <a:p>
            <a:r>
              <a:rPr lang="en-US" dirty="0"/>
              <a:t>False Positive (FP): actually negative and predicted positive </a:t>
            </a:r>
          </a:p>
          <a:p>
            <a:r>
              <a:rPr lang="en-US" dirty="0"/>
              <a:t>False Negative (FN): actually positive and predicted negative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644A86-7EBE-D164-96CF-613347A36711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177779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C8581E2-5F03-72D3-CAA2-E895AD022D32}"/>
                  </a:ext>
                </a:extLst>
              </p14:cNvPr>
              <p14:cNvContentPartPr/>
              <p14:nvPr/>
            </p14:nvContentPartPr>
            <p14:xfrm>
              <a:off x="3280149" y="1244539"/>
              <a:ext cx="39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C8581E2-5F03-72D3-CAA2-E895AD022D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74029" y="1238419"/>
                <a:ext cx="162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4C61B739-C7BD-312A-20F0-5D080A7610D8}"/>
              </a:ext>
            </a:extLst>
          </p:cNvPr>
          <p:cNvSpPr/>
          <p:nvPr/>
        </p:nvSpPr>
        <p:spPr>
          <a:xfrm>
            <a:off x="789271" y="691679"/>
            <a:ext cx="1511166" cy="5216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25C58-7F42-4F8F-9D09-D566278CD604}"/>
              </a:ext>
            </a:extLst>
          </p:cNvPr>
          <p:cNvSpPr/>
          <p:nvPr/>
        </p:nvSpPr>
        <p:spPr>
          <a:xfrm>
            <a:off x="2452838" y="691680"/>
            <a:ext cx="338487" cy="52147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7A9F15-C923-F956-34C6-686191DDC808}"/>
              </a:ext>
            </a:extLst>
          </p:cNvPr>
          <p:cNvSpPr/>
          <p:nvPr/>
        </p:nvSpPr>
        <p:spPr>
          <a:xfrm>
            <a:off x="3598246" y="691680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r>
              <a:rPr lang="en-US" sz="1400" dirty="0"/>
              <a:t> (70%)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BAE169-457B-0AEE-D5B4-A6D2767F7E9F}"/>
              </a:ext>
            </a:extLst>
          </p:cNvPr>
          <p:cNvSpPr/>
          <p:nvPr/>
        </p:nvSpPr>
        <p:spPr>
          <a:xfrm>
            <a:off x="3598246" y="4378154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3DBAB-BF36-9D12-774E-708497ACF2F9}"/>
              </a:ext>
            </a:extLst>
          </p:cNvPr>
          <p:cNvSpPr/>
          <p:nvPr/>
        </p:nvSpPr>
        <p:spPr>
          <a:xfrm>
            <a:off x="3598246" y="5174887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6FE8FC-EA95-B22C-2A23-74475101866B}"/>
              </a:ext>
            </a:extLst>
          </p:cNvPr>
          <p:cNvSpPr/>
          <p:nvPr/>
        </p:nvSpPr>
        <p:spPr>
          <a:xfrm>
            <a:off x="5040694" y="691680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7E66D9-5AFA-D99F-9D6E-FD92E9A4BA21}"/>
              </a:ext>
            </a:extLst>
          </p:cNvPr>
          <p:cNvSpPr/>
          <p:nvPr/>
        </p:nvSpPr>
        <p:spPr>
          <a:xfrm>
            <a:off x="5037750" y="4378154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CF4920-2B23-D4A7-C106-BB4390BCBA8E}"/>
              </a:ext>
            </a:extLst>
          </p:cNvPr>
          <p:cNvSpPr/>
          <p:nvPr/>
        </p:nvSpPr>
        <p:spPr>
          <a:xfrm>
            <a:off x="5069306" y="517007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8A0BC6-6841-3304-AD88-F2AD565E5A01}"/>
              </a:ext>
            </a:extLst>
          </p:cNvPr>
          <p:cNvSpPr/>
          <p:nvPr/>
        </p:nvSpPr>
        <p:spPr>
          <a:xfrm>
            <a:off x="6236362" y="691679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r>
              <a:rPr lang="en-US" sz="1400" dirty="0"/>
              <a:t> (70%)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0EC9B2-8EF2-2068-31CF-BE9B209119C2}"/>
              </a:ext>
            </a:extLst>
          </p:cNvPr>
          <p:cNvSpPr/>
          <p:nvPr/>
        </p:nvSpPr>
        <p:spPr>
          <a:xfrm>
            <a:off x="6236362" y="4378153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7DDA58-B7C3-8285-9890-72E9BE0567C8}"/>
              </a:ext>
            </a:extLst>
          </p:cNvPr>
          <p:cNvSpPr/>
          <p:nvPr/>
        </p:nvSpPr>
        <p:spPr>
          <a:xfrm>
            <a:off x="7678810" y="691679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0491A6-4003-303B-F7CA-27C24D5EECA0}"/>
              </a:ext>
            </a:extLst>
          </p:cNvPr>
          <p:cNvSpPr/>
          <p:nvPr/>
        </p:nvSpPr>
        <p:spPr>
          <a:xfrm>
            <a:off x="7675866" y="4378153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18FCF9-4D20-DAD2-82D1-2DBDB9EF39C2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Split</a:t>
            </a:r>
          </a:p>
        </p:txBody>
      </p:sp>
    </p:spTree>
    <p:extLst>
      <p:ext uri="{BB962C8B-B14F-4D97-AF65-F5344CB8AC3E}">
        <p14:creationId xmlns:p14="http://schemas.microsoft.com/office/powerpoint/2010/main" val="2985106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82275-075E-9B43-4FEA-F95123D5B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FF560CC-B9CF-4EA4-AAC4-5FF282703B0A}"/>
              </a:ext>
            </a:extLst>
          </p:cNvPr>
          <p:cNvSpPr/>
          <p:nvPr/>
        </p:nvSpPr>
        <p:spPr>
          <a:xfrm>
            <a:off x="940200" y="1100754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B23941-70BE-1CB6-1F5F-A51C85CE4E2A}"/>
              </a:ext>
            </a:extLst>
          </p:cNvPr>
          <p:cNvSpPr/>
          <p:nvPr/>
        </p:nvSpPr>
        <p:spPr>
          <a:xfrm>
            <a:off x="941673" y="4792040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8545D0-BD00-48DA-23EF-BABD6F204B9A}"/>
              </a:ext>
            </a:extLst>
          </p:cNvPr>
          <p:cNvSpPr/>
          <p:nvPr/>
        </p:nvSpPr>
        <p:spPr>
          <a:xfrm>
            <a:off x="12192000" y="5374368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7404DB-AE26-26D8-6AF7-FA6605A1E017}"/>
              </a:ext>
            </a:extLst>
          </p:cNvPr>
          <p:cNvSpPr/>
          <p:nvPr/>
        </p:nvSpPr>
        <p:spPr>
          <a:xfrm>
            <a:off x="2384121" y="1105566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802853-E0F2-F615-7AD8-6EDE63570047}"/>
              </a:ext>
            </a:extLst>
          </p:cNvPr>
          <p:cNvSpPr/>
          <p:nvPr/>
        </p:nvSpPr>
        <p:spPr>
          <a:xfrm>
            <a:off x="2381177" y="4792040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4FE2CE-2302-B9E5-BC94-88A060758B62}"/>
              </a:ext>
            </a:extLst>
          </p:cNvPr>
          <p:cNvSpPr/>
          <p:nvPr/>
        </p:nvSpPr>
        <p:spPr>
          <a:xfrm>
            <a:off x="13663060" y="5369557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7673D0-5171-A98D-D73E-4C4A08661383}"/>
              </a:ext>
            </a:extLst>
          </p:cNvPr>
          <p:cNvSpPr txBox="1"/>
          <p:nvPr/>
        </p:nvSpPr>
        <p:spPr>
          <a:xfrm>
            <a:off x="941673" y="529389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FD88F4-0499-F6C4-A257-158764363ED4}"/>
              </a:ext>
            </a:extLst>
          </p:cNvPr>
          <p:cNvSpPr/>
          <p:nvPr/>
        </p:nvSpPr>
        <p:spPr>
          <a:xfrm>
            <a:off x="3230881" y="1100755"/>
            <a:ext cx="1384697" cy="29284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CC4FF-CB5D-51A5-D5B9-121B4CD3D8FD}"/>
              </a:ext>
            </a:extLst>
          </p:cNvPr>
          <p:cNvSpPr/>
          <p:nvPr/>
        </p:nvSpPr>
        <p:spPr>
          <a:xfrm>
            <a:off x="3227937" y="4029238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D413A-37B4-6EA6-82E4-BFB13D62FCFA}"/>
              </a:ext>
            </a:extLst>
          </p:cNvPr>
          <p:cNvSpPr/>
          <p:nvPr/>
        </p:nvSpPr>
        <p:spPr>
          <a:xfrm>
            <a:off x="4673329" y="1100755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CCE846-89A7-2558-8A5A-8543514AA007}"/>
              </a:ext>
            </a:extLst>
          </p:cNvPr>
          <p:cNvSpPr/>
          <p:nvPr/>
        </p:nvSpPr>
        <p:spPr>
          <a:xfrm>
            <a:off x="4682142" y="3993146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E37D0-81D2-0589-8389-8672C2BEF40F}"/>
              </a:ext>
            </a:extLst>
          </p:cNvPr>
          <p:cNvSpPr txBox="1"/>
          <p:nvPr/>
        </p:nvSpPr>
        <p:spPr>
          <a:xfrm>
            <a:off x="3230881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577C8B-C9E1-89EB-1E7B-D9648CF0D33C}"/>
              </a:ext>
            </a:extLst>
          </p:cNvPr>
          <p:cNvSpPr/>
          <p:nvPr/>
        </p:nvSpPr>
        <p:spPr>
          <a:xfrm>
            <a:off x="3230881" y="4792040"/>
            <a:ext cx="1384697" cy="7315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FE6D4D-E3BF-940D-7E88-7363BD662D8F}"/>
              </a:ext>
            </a:extLst>
          </p:cNvPr>
          <p:cNvSpPr/>
          <p:nvPr/>
        </p:nvSpPr>
        <p:spPr>
          <a:xfrm>
            <a:off x="4673329" y="4792040"/>
            <a:ext cx="336884" cy="7315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F70A08-DF97-BA04-1277-52D8FF3D6FD2}"/>
              </a:ext>
            </a:extLst>
          </p:cNvPr>
          <p:cNvSpPr/>
          <p:nvPr/>
        </p:nvSpPr>
        <p:spPr>
          <a:xfrm>
            <a:off x="5520089" y="1100756"/>
            <a:ext cx="1384697" cy="21969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D87393-1362-1205-D725-FA09361DFDCB}"/>
              </a:ext>
            </a:extLst>
          </p:cNvPr>
          <p:cNvSpPr/>
          <p:nvPr/>
        </p:nvSpPr>
        <p:spPr>
          <a:xfrm>
            <a:off x="5528902" y="3297717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722AF1-1F44-FEA3-193E-09926B60F0BF}"/>
              </a:ext>
            </a:extLst>
          </p:cNvPr>
          <p:cNvSpPr/>
          <p:nvPr/>
        </p:nvSpPr>
        <p:spPr>
          <a:xfrm>
            <a:off x="6962537" y="1100756"/>
            <a:ext cx="336884" cy="2196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5482C1-44BE-F69D-C225-3F8FDC353207}"/>
              </a:ext>
            </a:extLst>
          </p:cNvPr>
          <p:cNvSpPr/>
          <p:nvPr/>
        </p:nvSpPr>
        <p:spPr>
          <a:xfrm>
            <a:off x="6962252" y="3297717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1F93E-BF53-12C4-19B6-E0CA971C842F}"/>
              </a:ext>
            </a:extLst>
          </p:cNvPr>
          <p:cNvSpPr txBox="1"/>
          <p:nvPr/>
        </p:nvSpPr>
        <p:spPr>
          <a:xfrm>
            <a:off x="5520089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6B47E7-00F6-7B77-EA2E-14448C3EF83E}"/>
              </a:ext>
            </a:extLst>
          </p:cNvPr>
          <p:cNvSpPr/>
          <p:nvPr/>
        </p:nvSpPr>
        <p:spPr>
          <a:xfrm>
            <a:off x="5520089" y="4029238"/>
            <a:ext cx="1384697" cy="14943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C3134F-7BF8-4512-00C8-FAA79831FBA2}"/>
              </a:ext>
            </a:extLst>
          </p:cNvPr>
          <p:cNvSpPr/>
          <p:nvPr/>
        </p:nvSpPr>
        <p:spPr>
          <a:xfrm>
            <a:off x="6962537" y="4029238"/>
            <a:ext cx="336884" cy="14943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0FFEE4-D929-3BE2-E8B6-2356A0FF285B}"/>
              </a:ext>
            </a:extLst>
          </p:cNvPr>
          <p:cNvSpPr/>
          <p:nvPr/>
        </p:nvSpPr>
        <p:spPr>
          <a:xfrm>
            <a:off x="7711441" y="1100756"/>
            <a:ext cx="1384697" cy="14630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09E72D-C7CF-69A8-4FFA-7EFD2C62FC22}"/>
              </a:ext>
            </a:extLst>
          </p:cNvPr>
          <p:cNvSpPr/>
          <p:nvPr/>
        </p:nvSpPr>
        <p:spPr>
          <a:xfrm>
            <a:off x="7711441" y="2563791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AB37C2-ADAD-F3E2-C17F-C6E774180D54}"/>
              </a:ext>
            </a:extLst>
          </p:cNvPr>
          <p:cNvSpPr/>
          <p:nvPr/>
        </p:nvSpPr>
        <p:spPr>
          <a:xfrm>
            <a:off x="9153889" y="1100756"/>
            <a:ext cx="336884" cy="1463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0E86D5-E6F4-3C70-93BA-DB4347EFB9E1}"/>
              </a:ext>
            </a:extLst>
          </p:cNvPr>
          <p:cNvSpPr/>
          <p:nvPr/>
        </p:nvSpPr>
        <p:spPr>
          <a:xfrm>
            <a:off x="9144791" y="2563791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107F72-6317-889B-70F9-DDA590AAF34C}"/>
              </a:ext>
            </a:extLst>
          </p:cNvPr>
          <p:cNvSpPr txBox="1"/>
          <p:nvPr/>
        </p:nvSpPr>
        <p:spPr>
          <a:xfrm>
            <a:off x="7711441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54F709-B7DD-7F73-6006-3245B90DCFE7}"/>
              </a:ext>
            </a:extLst>
          </p:cNvPr>
          <p:cNvSpPr/>
          <p:nvPr/>
        </p:nvSpPr>
        <p:spPr>
          <a:xfrm>
            <a:off x="7711441" y="3295312"/>
            <a:ext cx="1384697" cy="2228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6035C5-1BBF-F463-CBA3-7F35666D39C3}"/>
              </a:ext>
            </a:extLst>
          </p:cNvPr>
          <p:cNvSpPr/>
          <p:nvPr/>
        </p:nvSpPr>
        <p:spPr>
          <a:xfrm>
            <a:off x="9153889" y="3295312"/>
            <a:ext cx="336884" cy="2228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D4D475-782D-71B4-46B0-F34F32F93007}"/>
              </a:ext>
            </a:extLst>
          </p:cNvPr>
          <p:cNvSpPr/>
          <p:nvPr/>
        </p:nvSpPr>
        <p:spPr>
          <a:xfrm>
            <a:off x="9807879" y="1100755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5374D9-0A28-9166-C1E2-5DF4D69BEA07}"/>
              </a:ext>
            </a:extLst>
          </p:cNvPr>
          <p:cNvSpPr/>
          <p:nvPr/>
        </p:nvSpPr>
        <p:spPr>
          <a:xfrm>
            <a:off x="11250327" y="1100755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6341DC-4390-A685-F4C7-3EC6426519C1}"/>
              </a:ext>
            </a:extLst>
          </p:cNvPr>
          <p:cNvSpPr txBox="1"/>
          <p:nvPr/>
        </p:nvSpPr>
        <p:spPr>
          <a:xfrm>
            <a:off x="9807879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6C08DF-40A6-DE78-3EF7-D3F4763D4024}"/>
              </a:ext>
            </a:extLst>
          </p:cNvPr>
          <p:cNvSpPr/>
          <p:nvPr/>
        </p:nvSpPr>
        <p:spPr>
          <a:xfrm>
            <a:off x="9807879" y="1832276"/>
            <a:ext cx="1384697" cy="36912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CCD7AA0-392B-8B23-E1D9-87FA4F9F01E4}"/>
              </a:ext>
            </a:extLst>
          </p:cNvPr>
          <p:cNvSpPr/>
          <p:nvPr/>
        </p:nvSpPr>
        <p:spPr>
          <a:xfrm>
            <a:off x="11250327" y="1832276"/>
            <a:ext cx="336884" cy="36912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11F7D1-DFD0-DB99-419B-850027CFD3AF}"/>
              </a:ext>
            </a:extLst>
          </p:cNvPr>
          <p:cNvSpPr txBox="1"/>
          <p:nvPr/>
        </p:nvSpPr>
        <p:spPr>
          <a:xfrm>
            <a:off x="941673" y="5611254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78%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BF21F8-7D7C-AFF4-854A-3EC43FF527AD}"/>
              </a:ext>
            </a:extLst>
          </p:cNvPr>
          <p:cNvSpPr txBox="1"/>
          <p:nvPr/>
        </p:nvSpPr>
        <p:spPr>
          <a:xfrm>
            <a:off x="3230881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79%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EBBC5F-8E21-9ACA-7018-A9A800BAA689}"/>
              </a:ext>
            </a:extLst>
          </p:cNvPr>
          <p:cNvSpPr txBox="1"/>
          <p:nvPr/>
        </p:nvSpPr>
        <p:spPr>
          <a:xfrm>
            <a:off x="5520089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58%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3A5FE4-2345-7E61-BE38-186C5B67F424}"/>
              </a:ext>
            </a:extLst>
          </p:cNvPr>
          <p:cNvSpPr txBox="1"/>
          <p:nvPr/>
        </p:nvSpPr>
        <p:spPr>
          <a:xfrm>
            <a:off x="7711441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98%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1D02B9-9FD3-B9CE-9551-1F3EF665C49A}"/>
              </a:ext>
            </a:extLst>
          </p:cNvPr>
          <p:cNvSpPr txBox="1"/>
          <p:nvPr/>
        </p:nvSpPr>
        <p:spPr>
          <a:xfrm>
            <a:off x="9807879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78%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660B85-73AD-DD5E-EBD9-04FC563F5B6B}"/>
              </a:ext>
            </a:extLst>
          </p:cNvPr>
          <p:cNvSpPr/>
          <p:nvPr/>
        </p:nvSpPr>
        <p:spPr>
          <a:xfrm>
            <a:off x="2074365" y="6058657"/>
            <a:ext cx="8099538" cy="6872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Linear Regression Model, </a:t>
            </a:r>
            <a:r>
              <a:rPr lang="en-US" sz="1400" dirty="0" err="1"/>
              <a:t>tol</a:t>
            </a:r>
            <a:r>
              <a:rPr lang="en-US" sz="1400" dirty="0"/>
              <a:t>=(1,5,1)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AAF1AF-D542-F74F-7BBE-D9DAADF45E7E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195904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BEB99C-0FC2-1023-E871-E4171B7B2F34}"/>
              </a:ext>
            </a:extLst>
          </p:cNvPr>
          <p:cNvSpPr/>
          <p:nvPr/>
        </p:nvSpPr>
        <p:spPr>
          <a:xfrm>
            <a:off x="789271" y="691679"/>
            <a:ext cx="1511166" cy="5216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3A4AE-B584-41AC-04BE-67C5AD14C26E}"/>
              </a:ext>
            </a:extLst>
          </p:cNvPr>
          <p:cNvSpPr/>
          <p:nvPr/>
        </p:nvSpPr>
        <p:spPr>
          <a:xfrm>
            <a:off x="2452838" y="691680"/>
            <a:ext cx="338487" cy="52147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C85D80-3602-D8CF-230B-7BE2A5D98197}"/>
              </a:ext>
            </a:extLst>
          </p:cNvPr>
          <p:cNvSpPr/>
          <p:nvPr/>
        </p:nvSpPr>
        <p:spPr>
          <a:xfrm>
            <a:off x="3858126" y="689519"/>
            <a:ext cx="1511166" cy="4142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X_temp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AA5DD-C5B6-0646-ABE8-1F1154EB5CA7}"/>
              </a:ext>
            </a:extLst>
          </p:cNvPr>
          <p:cNvSpPr/>
          <p:nvPr/>
        </p:nvSpPr>
        <p:spPr>
          <a:xfrm>
            <a:off x="5521693" y="689520"/>
            <a:ext cx="338487" cy="414064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Y_temp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6612BD-B553-B6AB-BABB-536FE56B1C27}"/>
              </a:ext>
            </a:extLst>
          </p:cNvPr>
          <p:cNvSpPr/>
          <p:nvPr/>
        </p:nvSpPr>
        <p:spPr>
          <a:xfrm>
            <a:off x="3858126" y="4918509"/>
            <a:ext cx="1511166" cy="98789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X_test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520426-CE31-913B-758B-CD8EEBE423F0}"/>
              </a:ext>
            </a:extLst>
          </p:cNvPr>
          <p:cNvSpPr/>
          <p:nvPr/>
        </p:nvSpPr>
        <p:spPr>
          <a:xfrm>
            <a:off x="5521693" y="4916758"/>
            <a:ext cx="338487" cy="9874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Y_test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1E78B8-E0A3-6F0D-19E0-F88C687E17A9}"/>
              </a:ext>
            </a:extLst>
          </p:cNvPr>
          <p:cNvSpPr/>
          <p:nvPr/>
        </p:nvSpPr>
        <p:spPr>
          <a:xfrm>
            <a:off x="6822710" y="686515"/>
            <a:ext cx="1511166" cy="3114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29DFAE-BC78-FAEC-CBF9-90A1F8A9315C}"/>
              </a:ext>
            </a:extLst>
          </p:cNvPr>
          <p:cNvSpPr/>
          <p:nvPr/>
        </p:nvSpPr>
        <p:spPr>
          <a:xfrm>
            <a:off x="8486277" y="687805"/>
            <a:ext cx="338487" cy="31128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Y_train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F837BE-77E1-6BE1-3CCF-F04F8C63049B}"/>
              </a:ext>
            </a:extLst>
          </p:cNvPr>
          <p:cNvSpPr/>
          <p:nvPr/>
        </p:nvSpPr>
        <p:spPr>
          <a:xfrm>
            <a:off x="6822710" y="3888606"/>
            <a:ext cx="1511166" cy="941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X_val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BE78A4-F153-450A-020E-4EC5ABB11407}"/>
              </a:ext>
            </a:extLst>
          </p:cNvPr>
          <p:cNvSpPr/>
          <p:nvPr/>
        </p:nvSpPr>
        <p:spPr>
          <a:xfrm>
            <a:off x="8486277" y="3887281"/>
            <a:ext cx="338487" cy="94117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Y_val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5E55F5-E3B3-A327-2D53-1F91DB803DC3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Split</a:t>
            </a:r>
          </a:p>
        </p:txBody>
      </p:sp>
    </p:spTree>
    <p:extLst>
      <p:ext uri="{BB962C8B-B14F-4D97-AF65-F5344CB8AC3E}">
        <p14:creationId xmlns:p14="http://schemas.microsoft.com/office/powerpoint/2010/main" val="770928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DF5E3D-1F3D-C6DB-E35B-99FD7F35C0AF}"/>
              </a:ext>
            </a:extLst>
          </p:cNvPr>
          <p:cNvSpPr/>
          <p:nvPr/>
        </p:nvSpPr>
        <p:spPr>
          <a:xfrm>
            <a:off x="1461438" y="684800"/>
            <a:ext cx="1511166" cy="3114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X_train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94E9D9-D6A0-9F11-A090-B16C7A22986B}"/>
              </a:ext>
            </a:extLst>
          </p:cNvPr>
          <p:cNvSpPr/>
          <p:nvPr/>
        </p:nvSpPr>
        <p:spPr>
          <a:xfrm>
            <a:off x="8486277" y="687805"/>
            <a:ext cx="338487" cy="31128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Y_train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1A957-C8EF-37BD-C027-1202D30DEBE7}"/>
              </a:ext>
            </a:extLst>
          </p:cNvPr>
          <p:cNvSpPr/>
          <p:nvPr/>
        </p:nvSpPr>
        <p:spPr>
          <a:xfrm>
            <a:off x="1461438" y="3886891"/>
            <a:ext cx="1511166" cy="941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X_val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FADC62-74E1-A84D-1655-D0F6927CB9AA}"/>
              </a:ext>
            </a:extLst>
          </p:cNvPr>
          <p:cNvSpPr/>
          <p:nvPr/>
        </p:nvSpPr>
        <p:spPr>
          <a:xfrm>
            <a:off x="8486277" y="3887281"/>
            <a:ext cx="338487" cy="94117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Y_val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17E1B4-BAF9-E715-5CC0-DA51C1F88037}"/>
              </a:ext>
            </a:extLst>
          </p:cNvPr>
          <p:cNvSpPr/>
          <p:nvPr/>
        </p:nvSpPr>
        <p:spPr>
          <a:xfrm>
            <a:off x="4809426" y="1992430"/>
            <a:ext cx="1511166" cy="162206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399E8-D107-6680-626C-95C234C8AF11}"/>
              </a:ext>
            </a:extLst>
          </p:cNvPr>
          <p:cNvSpPr txBox="1"/>
          <p:nvPr/>
        </p:nvSpPr>
        <p:spPr>
          <a:xfrm>
            <a:off x="2217021" y="5390147"/>
            <a:ext cx="752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Totalsales</a:t>
            </a:r>
            <a:r>
              <a:rPr lang="en-US" dirty="0"/>
              <a:t> = 5 * </a:t>
            </a:r>
            <a:r>
              <a:rPr lang="en-US" dirty="0" err="1"/>
              <a:t>numberofitems</a:t>
            </a:r>
            <a:r>
              <a:rPr lang="en-US" dirty="0"/>
              <a:t> + 10 *</a:t>
            </a:r>
            <a:r>
              <a:rPr lang="en-US" dirty="0" err="1"/>
              <a:t>uniqueitems</a:t>
            </a:r>
            <a:r>
              <a:rPr lang="en-US" dirty="0"/>
              <a:t> + 100000000 * Country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56366A-1B1F-558D-0BE8-87F54F7AE7A0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Training</a:t>
            </a:r>
          </a:p>
        </p:txBody>
      </p:sp>
    </p:spTree>
    <p:extLst>
      <p:ext uri="{BB962C8B-B14F-4D97-AF65-F5344CB8AC3E}">
        <p14:creationId xmlns:p14="http://schemas.microsoft.com/office/powerpoint/2010/main" val="3185016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4C1260-2C29-08A2-4135-FE297D473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04047"/>
              </p:ext>
            </p:extLst>
          </p:nvPr>
        </p:nvGraphicFramePr>
        <p:xfrm>
          <a:off x="2290813" y="2384836"/>
          <a:ext cx="774405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8059">
                  <a:extLst>
                    <a:ext uri="{9D8B030D-6E8A-4147-A177-3AD203B41FA5}">
                      <a16:colId xmlns:a16="http://schemas.microsoft.com/office/drawing/2014/main" val="31119820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341969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63970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52327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Tol/</a:t>
                      </a:r>
                      <a:r>
                        <a:rPr lang="en-US" dirty="0" err="1"/>
                        <a:t>n_jobs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328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0.1 - 10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0.1 - 100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0.1 - 1000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996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0.2 - 10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0.2 - 100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0.2 -1000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09285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018ECFB-4A0B-6BC0-6BF7-FA1B49B6516A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006126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B053-CA75-5CF6-5592-3F6128AD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EAF647-859A-8E41-7A5C-FA24C1B8B930}"/>
              </a:ext>
            </a:extLst>
          </p:cNvPr>
          <p:cNvGrpSpPr/>
          <p:nvPr/>
        </p:nvGrpSpPr>
        <p:grpSpPr>
          <a:xfrm>
            <a:off x="1048131" y="2258299"/>
            <a:ext cx="3602160" cy="3460680"/>
            <a:chOff x="1048131" y="2258299"/>
            <a:chExt cx="3602160" cy="346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459EE58-101D-DD73-D375-2413EF73C4C2}"/>
                    </a:ext>
                  </a:extLst>
                </p14:cNvPr>
                <p14:cNvContentPartPr/>
                <p14:nvPr/>
              </p14:nvContentPartPr>
              <p14:xfrm>
                <a:off x="1048131" y="2258299"/>
                <a:ext cx="3602160" cy="3391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459EE58-101D-DD73-D375-2413EF73C4C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2011" y="2252179"/>
                  <a:ext cx="3614400" cy="34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9748AC-D295-6A79-4210-6E448BC08F08}"/>
                    </a:ext>
                  </a:extLst>
                </p14:cNvPr>
                <p14:cNvContentPartPr/>
                <p14:nvPr/>
              </p14:nvContentPartPr>
              <p14:xfrm>
                <a:off x="1372851" y="2272699"/>
                <a:ext cx="285480" cy="3376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9748AC-D295-6A79-4210-6E448BC08F0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6731" y="2266579"/>
                  <a:ext cx="297720" cy="33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42D34B-A893-2714-14A2-3F970AB542B0}"/>
                    </a:ext>
                  </a:extLst>
                </p14:cNvPr>
                <p14:cNvContentPartPr/>
                <p14:nvPr/>
              </p14:nvContentPartPr>
              <p14:xfrm>
                <a:off x="1980531" y="2334619"/>
                <a:ext cx="161640" cy="3384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42D34B-A893-2714-14A2-3F970AB542B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74411" y="2328499"/>
                  <a:ext cx="173880" cy="33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FEDB87D-5776-554A-F124-EA5401360BED}"/>
                    </a:ext>
                  </a:extLst>
                </p14:cNvPr>
                <p14:cNvContentPartPr/>
                <p14:nvPr/>
              </p14:nvContentPartPr>
              <p14:xfrm>
                <a:off x="2608371" y="2339299"/>
                <a:ext cx="92520" cy="3117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FEDB87D-5776-554A-F124-EA5401360BE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2251" y="2333179"/>
                  <a:ext cx="104760" cy="31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22C3D6-45FD-948A-705B-DAD28E52AC4A}"/>
                    </a:ext>
                  </a:extLst>
                </p14:cNvPr>
                <p14:cNvContentPartPr/>
                <p14:nvPr/>
              </p14:nvContentPartPr>
              <p14:xfrm>
                <a:off x="3308211" y="2303659"/>
                <a:ext cx="192960" cy="3253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22C3D6-45FD-948A-705B-DAD28E52AC4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02091" y="2297539"/>
                  <a:ext cx="205200" cy="32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8E5ECBB-1015-A355-560B-59ED220DEA9C}"/>
                    </a:ext>
                  </a:extLst>
                </p14:cNvPr>
                <p14:cNvContentPartPr/>
                <p14:nvPr/>
              </p14:nvContentPartPr>
              <p14:xfrm>
                <a:off x="1051731" y="2605699"/>
                <a:ext cx="3190680" cy="58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8E5ECBB-1015-A355-560B-59ED220DEA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5611" y="2599579"/>
                  <a:ext cx="320292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D9E76F-8221-36E5-97C1-DBCAEC42FBC8}"/>
              </a:ext>
            </a:extLst>
          </p:cNvPr>
          <p:cNvGrpSpPr/>
          <p:nvPr/>
        </p:nvGrpSpPr>
        <p:grpSpPr>
          <a:xfrm>
            <a:off x="5025051" y="2167579"/>
            <a:ext cx="1565640" cy="3365280"/>
            <a:chOff x="5025051" y="2167579"/>
            <a:chExt cx="1565640" cy="336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82A41C-E355-7AAC-DDB6-3C1AD844D2FD}"/>
                    </a:ext>
                  </a:extLst>
                </p14:cNvPr>
                <p14:cNvContentPartPr/>
                <p14:nvPr/>
              </p14:nvContentPartPr>
              <p14:xfrm>
                <a:off x="5025051" y="2167579"/>
                <a:ext cx="1565640" cy="3365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82A41C-E355-7AAC-DDB6-3C1AD844D2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18931" y="2161459"/>
                  <a:ext cx="1577880" cy="33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755D96-CE07-495A-CCFE-892DBEAB62C1}"/>
                    </a:ext>
                  </a:extLst>
                </p14:cNvPr>
                <p14:cNvContentPartPr/>
                <p14:nvPr/>
              </p14:nvContentPartPr>
              <p14:xfrm>
                <a:off x="5783211" y="2719459"/>
                <a:ext cx="135000" cy="12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755D96-CE07-495A-CCFE-892DBEAB62C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77091" y="2713339"/>
                  <a:ext cx="147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FACB050-DF3E-9281-5D8B-5604BDD31511}"/>
                    </a:ext>
                  </a:extLst>
                </p14:cNvPr>
                <p14:cNvContentPartPr/>
                <p14:nvPr/>
              </p14:nvContentPartPr>
              <p14:xfrm>
                <a:off x="5820651" y="3006379"/>
                <a:ext cx="129240" cy="144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FACB050-DF3E-9281-5D8B-5604BDD315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14531" y="3000259"/>
                  <a:ext cx="141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BAF646-505B-CE92-99A9-BBB1504DFB89}"/>
                    </a:ext>
                  </a:extLst>
                </p14:cNvPr>
                <p14:cNvContentPartPr/>
                <p14:nvPr/>
              </p14:nvContentPartPr>
              <p14:xfrm>
                <a:off x="5901291" y="3309859"/>
                <a:ext cx="360" cy="183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BAF646-505B-CE92-99A9-BBB1504DFB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95171" y="3303739"/>
                  <a:ext cx="12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D007C8C-15A3-0E8C-37BB-95B936E6838A}"/>
                    </a:ext>
                  </a:extLst>
                </p14:cNvPr>
                <p14:cNvContentPartPr/>
                <p14:nvPr/>
              </p14:nvContentPartPr>
              <p14:xfrm>
                <a:off x="5925771" y="3625939"/>
                <a:ext cx="3600" cy="244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D007C8C-15A3-0E8C-37BB-95B936E683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19651" y="3619819"/>
                  <a:ext cx="15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3F0FE6E-1F5B-2F98-B5E0-891A1ECC4F4E}"/>
                    </a:ext>
                  </a:extLst>
                </p14:cNvPr>
                <p14:cNvContentPartPr/>
                <p14:nvPr/>
              </p14:nvContentPartPr>
              <p14:xfrm>
                <a:off x="5894451" y="4051459"/>
                <a:ext cx="154440" cy="167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3F0FE6E-1F5B-2F98-B5E0-891A1ECC4F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88331" y="4045339"/>
                  <a:ext cx="166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89A441A-86C8-6229-EC65-C67BFBE096E2}"/>
                    </a:ext>
                  </a:extLst>
                </p14:cNvPr>
                <p14:cNvContentPartPr/>
                <p14:nvPr/>
              </p14:nvContentPartPr>
              <p14:xfrm>
                <a:off x="5889411" y="4429459"/>
                <a:ext cx="143640" cy="160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89A441A-86C8-6229-EC65-C67BFBE096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83291" y="4423339"/>
                  <a:ext cx="155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26E97D-D381-2A75-124A-A1712D1D6831}"/>
                    </a:ext>
                  </a:extLst>
                </p14:cNvPr>
                <p14:cNvContentPartPr/>
                <p14:nvPr/>
              </p14:nvContentPartPr>
              <p14:xfrm>
                <a:off x="5993811" y="4704499"/>
                <a:ext cx="11520" cy="257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26E97D-D381-2A75-124A-A1712D1D68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87691" y="4698379"/>
                  <a:ext cx="23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E35A00F-0D37-6536-1640-9F846BF4CBC0}"/>
                    </a:ext>
                  </a:extLst>
                </p14:cNvPr>
                <p14:cNvContentPartPr/>
                <p14:nvPr/>
              </p14:nvContentPartPr>
              <p14:xfrm>
                <a:off x="5923611" y="5064499"/>
                <a:ext cx="232560" cy="267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E35A00F-0D37-6536-1640-9F846BF4CB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17491" y="5058379"/>
                  <a:ext cx="24480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EF1790-54B9-C887-7FD2-F50D7F507A0A}"/>
              </a:ext>
            </a:extLst>
          </p:cNvPr>
          <p:cNvGrpSpPr/>
          <p:nvPr/>
        </p:nvGrpSpPr>
        <p:grpSpPr>
          <a:xfrm>
            <a:off x="1175931" y="2406619"/>
            <a:ext cx="1173240" cy="201240"/>
            <a:chOff x="1175931" y="2406619"/>
            <a:chExt cx="117324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9DD652-B4DD-57D1-094C-FD6277A279F7}"/>
                    </a:ext>
                  </a:extLst>
                </p14:cNvPr>
                <p14:cNvContentPartPr/>
                <p14:nvPr/>
              </p14:nvContentPartPr>
              <p14:xfrm>
                <a:off x="1184931" y="2406619"/>
                <a:ext cx="96840" cy="142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9DD652-B4DD-57D1-094C-FD6277A279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78811" y="2400499"/>
                  <a:ext cx="109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309C356-5856-45F3-F8FB-DCBDFBC6F4D8}"/>
                    </a:ext>
                  </a:extLst>
                </p14:cNvPr>
                <p14:cNvContentPartPr/>
                <p14:nvPr/>
              </p14:nvContentPartPr>
              <p14:xfrm>
                <a:off x="1175931" y="2492299"/>
                <a:ext cx="9468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309C356-5856-45F3-F8FB-DCBDFBC6F4D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69811" y="2486179"/>
                  <a:ext cx="106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7049FC-0276-336F-79B8-570512E3F5FF}"/>
                    </a:ext>
                  </a:extLst>
                </p14:cNvPr>
                <p14:cNvContentPartPr/>
                <p14:nvPr/>
              </p14:nvContentPartPr>
              <p14:xfrm>
                <a:off x="1621971" y="2418499"/>
                <a:ext cx="13680" cy="91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7049FC-0276-336F-79B8-570512E3F5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15851" y="2412379"/>
                  <a:ext cx="25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25CE85-85A2-EFFF-8C71-02A809D4E622}"/>
                    </a:ext>
                  </a:extLst>
                </p14:cNvPr>
                <p14:cNvContentPartPr/>
                <p14:nvPr/>
              </p14:nvContentPartPr>
              <p14:xfrm>
                <a:off x="1648611" y="2413099"/>
                <a:ext cx="128520" cy="194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25CE85-85A2-EFFF-8C71-02A809D4E6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42491" y="2406979"/>
                  <a:ext cx="140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B50F81-4322-F8B7-2A3C-E4C30037088D}"/>
                    </a:ext>
                  </a:extLst>
                </p14:cNvPr>
                <p14:cNvContentPartPr/>
                <p14:nvPr/>
              </p14:nvContentPartPr>
              <p14:xfrm>
                <a:off x="2348811" y="2543059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B50F81-4322-F8B7-2A3C-E4C30037088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42691" y="253693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09ADB90-A327-58E9-2143-307CCBD7CE03}"/>
                  </a:ext>
                </a:extLst>
              </p14:cNvPr>
              <p14:cNvContentPartPr/>
              <p14:nvPr/>
            </p14:nvContentPartPr>
            <p14:xfrm>
              <a:off x="3122451" y="2598139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09ADB90-A327-58E9-2143-307CCBD7CE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16331" y="259201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9F0CC58-982B-2803-30C9-93E0124DAB60}"/>
                  </a:ext>
                </a:extLst>
              </p14:cNvPr>
              <p14:cNvContentPartPr/>
              <p14:nvPr/>
            </p14:nvContentPartPr>
            <p14:xfrm>
              <a:off x="3951171" y="2503459"/>
              <a:ext cx="360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9F0CC58-982B-2803-30C9-93E0124DAB6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945051" y="2497339"/>
                <a:ext cx="1584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B04ADDB-EC2D-9112-C618-C5FA769CB654}"/>
              </a:ext>
            </a:extLst>
          </p:cNvPr>
          <p:cNvGrpSpPr/>
          <p:nvPr/>
        </p:nvGrpSpPr>
        <p:grpSpPr>
          <a:xfrm>
            <a:off x="3841371" y="2926459"/>
            <a:ext cx="1881000" cy="1671480"/>
            <a:chOff x="3841371" y="2926459"/>
            <a:chExt cx="1881000" cy="16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150F6B0-DE6C-40FF-54D3-5471E0F1935A}"/>
                    </a:ext>
                  </a:extLst>
                </p14:cNvPr>
                <p14:cNvContentPartPr/>
                <p14:nvPr/>
              </p14:nvContentPartPr>
              <p14:xfrm>
                <a:off x="4529691" y="3366739"/>
                <a:ext cx="556200" cy="934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150F6B0-DE6C-40FF-54D3-5471E0F193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23571" y="3360619"/>
                  <a:ext cx="568440" cy="9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333261A-09BD-069D-A35E-58C28D529960}"/>
                    </a:ext>
                  </a:extLst>
                </p14:cNvPr>
                <p14:cNvContentPartPr/>
                <p14:nvPr/>
              </p14:nvContentPartPr>
              <p14:xfrm>
                <a:off x="4720851" y="3678139"/>
                <a:ext cx="200880" cy="254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333261A-09BD-069D-A35E-58C28D52996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14731" y="3672019"/>
                  <a:ext cx="213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B3CDF70-C352-AA9D-334D-4C678C60AC54}"/>
                    </a:ext>
                  </a:extLst>
                </p14:cNvPr>
                <p14:cNvContentPartPr/>
                <p14:nvPr/>
              </p14:nvContentPartPr>
              <p14:xfrm>
                <a:off x="3841371" y="2926459"/>
                <a:ext cx="1818720" cy="25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B3CDF70-C352-AA9D-334D-4C678C60AC5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35251" y="2920339"/>
                  <a:ext cx="183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E58BC35-D106-66AE-0D57-E28397123BCB}"/>
                    </a:ext>
                  </a:extLst>
                </p14:cNvPr>
                <p14:cNvContentPartPr/>
                <p14:nvPr/>
              </p14:nvContentPartPr>
              <p14:xfrm>
                <a:off x="3929211" y="3165499"/>
                <a:ext cx="1626120" cy="15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E58BC35-D106-66AE-0D57-E28397123BC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23091" y="3159379"/>
                  <a:ext cx="1638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32DDDE-C91C-F0A0-2514-468E420A8084}"/>
                    </a:ext>
                  </a:extLst>
                </p14:cNvPr>
                <p14:cNvContentPartPr/>
                <p14:nvPr/>
              </p14:nvContentPartPr>
              <p14:xfrm>
                <a:off x="4247091" y="3494539"/>
                <a:ext cx="1337040" cy="28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32DDDE-C91C-F0A0-2514-468E420A808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40971" y="3488419"/>
                  <a:ext cx="1349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1487D8E-7E0B-5E84-C8B6-F7D2C58AD0D3}"/>
                    </a:ext>
                  </a:extLst>
                </p14:cNvPr>
                <p14:cNvContentPartPr/>
                <p14:nvPr/>
              </p14:nvContentPartPr>
              <p14:xfrm>
                <a:off x="4354371" y="3803779"/>
                <a:ext cx="1368000" cy="75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1487D8E-7E0B-5E84-C8B6-F7D2C58AD0D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348251" y="3797659"/>
                  <a:ext cx="1380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1F60153-D739-9EB1-54CC-F672B63CF901}"/>
                    </a:ext>
                  </a:extLst>
                </p14:cNvPr>
                <p14:cNvContentPartPr/>
                <p14:nvPr/>
              </p14:nvContentPartPr>
              <p14:xfrm>
                <a:off x="4477851" y="4127419"/>
                <a:ext cx="1175400" cy="147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1F60153-D739-9EB1-54CC-F672B63CF90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471731" y="4121299"/>
                  <a:ext cx="1187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9246FC-74F0-DA55-F2DF-0EF000BCFF96}"/>
                    </a:ext>
                  </a:extLst>
                </p14:cNvPr>
                <p14:cNvContentPartPr/>
                <p14:nvPr/>
              </p14:nvContentPartPr>
              <p14:xfrm>
                <a:off x="4401171" y="4559059"/>
                <a:ext cx="1151640" cy="38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9246FC-74F0-DA55-F2DF-0EF000BCFF9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395051" y="4552939"/>
                  <a:ext cx="116388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B6FB47F-2545-7022-890E-D85C910C8649}"/>
                  </a:ext>
                </a:extLst>
              </p14:cNvPr>
              <p14:cNvContentPartPr/>
              <p14:nvPr/>
            </p14:nvContentPartPr>
            <p14:xfrm>
              <a:off x="4357611" y="4920859"/>
              <a:ext cx="1211760" cy="442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B6FB47F-2545-7022-890E-D85C910C864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351491" y="4914739"/>
                <a:ext cx="12240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47FBD77-F5ED-0B8F-4BBD-6BE3A8026095}"/>
                  </a:ext>
                </a:extLst>
              </p14:cNvPr>
              <p14:cNvContentPartPr/>
              <p14:nvPr/>
            </p14:nvContentPartPr>
            <p14:xfrm>
              <a:off x="4300371" y="5247739"/>
              <a:ext cx="1303200" cy="108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47FBD77-F5ED-0B8F-4BBD-6BE3A802609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294251" y="5241619"/>
                <a:ext cx="1315440" cy="12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959EDBDD-8835-B122-15AD-7F480D5E5ACD}"/>
              </a:ext>
            </a:extLst>
          </p:cNvPr>
          <p:cNvGrpSpPr/>
          <p:nvPr/>
        </p:nvGrpSpPr>
        <p:grpSpPr>
          <a:xfrm>
            <a:off x="5281011" y="525979"/>
            <a:ext cx="1389960" cy="285120"/>
            <a:chOff x="5281011" y="525979"/>
            <a:chExt cx="138996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AA6A5C7-70C9-7AAE-CED7-7BC1236BDEA9}"/>
                    </a:ext>
                  </a:extLst>
                </p14:cNvPr>
                <p14:cNvContentPartPr/>
                <p14:nvPr/>
              </p14:nvContentPartPr>
              <p14:xfrm>
                <a:off x="5281011" y="548299"/>
                <a:ext cx="30960" cy="254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AA6A5C7-70C9-7AAE-CED7-7BC1236BDEA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74891" y="542179"/>
                  <a:ext cx="432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FFDB49E-83DC-5811-ABAB-F30B50EEFF51}"/>
                    </a:ext>
                  </a:extLst>
                </p14:cNvPr>
                <p14:cNvContentPartPr/>
                <p14:nvPr/>
              </p14:nvContentPartPr>
              <p14:xfrm>
                <a:off x="5293971" y="525979"/>
                <a:ext cx="190440" cy="270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FFDB49E-83DC-5811-ABAB-F30B50EEFF5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87851" y="519859"/>
                  <a:ext cx="2026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903CAA6-6EF4-BFE9-8975-7169BC86AA29}"/>
                    </a:ext>
                  </a:extLst>
                </p14:cNvPr>
                <p14:cNvContentPartPr/>
                <p14:nvPr/>
              </p14:nvContentPartPr>
              <p14:xfrm>
                <a:off x="5529771" y="677179"/>
                <a:ext cx="231840" cy="120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903CAA6-6EF4-BFE9-8975-7169BC86AA2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23651" y="671059"/>
                  <a:ext cx="244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9D4520-E57A-F91D-720E-C386FCB77D61}"/>
                    </a:ext>
                  </a:extLst>
                </p14:cNvPr>
                <p14:cNvContentPartPr/>
                <p14:nvPr/>
              </p14:nvContentPartPr>
              <p14:xfrm>
                <a:off x="5846571" y="653779"/>
                <a:ext cx="154080" cy="148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9D4520-E57A-F91D-720E-C386FCB77D6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40451" y="647659"/>
                  <a:ext cx="1663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A26BEB1-1E99-A9CF-569F-2FD83CE81742}"/>
                    </a:ext>
                  </a:extLst>
                </p14:cNvPr>
                <p14:cNvContentPartPr/>
                <p14:nvPr/>
              </p14:nvContentPartPr>
              <p14:xfrm>
                <a:off x="6079851" y="706699"/>
                <a:ext cx="49320" cy="104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A26BEB1-1E99-A9CF-569F-2FD83CE8174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73731" y="700579"/>
                  <a:ext cx="61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55E0429-C879-34B9-DD50-7707AE5F3930}"/>
                    </a:ext>
                  </a:extLst>
                </p14:cNvPr>
                <p14:cNvContentPartPr/>
                <p14:nvPr/>
              </p14:nvContentPartPr>
              <p14:xfrm>
                <a:off x="6125211" y="621739"/>
                <a:ext cx="3600" cy="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55E0429-C879-34B9-DD50-7707AE5F393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19091" y="615619"/>
                  <a:ext cx="15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BA0D36-AA2F-C184-BCE5-23F3361D0106}"/>
                    </a:ext>
                  </a:extLst>
                </p14:cNvPr>
                <p14:cNvContentPartPr/>
                <p14:nvPr/>
              </p14:nvContentPartPr>
              <p14:xfrm>
                <a:off x="6172731" y="652339"/>
                <a:ext cx="119160" cy="154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BA0D36-AA2F-C184-BCE5-23F3361D010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166611" y="646219"/>
                  <a:ext cx="131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2113B05-EA0B-6E15-E632-8B25ABDEA336}"/>
                    </a:ext>
                  </a:extLst>
                </p14:cNvPr>
                <p14:cNvContentPartPr/>
                <p14:nvPr/>
              </p14:nvContentPartPr>
              <p14:xfrm>
                <a:off x="6344451" y="690499"/>
                <a:ext cx="40320" cy="95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2113B05-EA0B-6E15-E632-8B25ABDEA3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338331" y="684379"/>
                  <a:ext cx="52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524865D-F990-C53D-8B20-217BBC1D4337}"/>
                    </a:ext>
                  </a:extLst>
                </p14:cNvPr>
                <p14:cNvContentPartPr/>
                <p14:nvPr/>
              </p14:nvContentPartPr>
              <p14:xfrm>
                <a:off x="6341211" y="578539"/>
                <a:ext cx="36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524865D-F990-C53D-8B20-217BBC1D433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335091" y="57241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709E5B0-C75A-F8F4-FADA-162A166618D3}"/>
                    </a:ext>
                  </a:extLst>
                </p14:cNvPr>
                <p14:cNvContentPartPr/>
                <p14:nvPr/>
              </p14:nvContentPartPr>
              <p14:xfrm>
                <a:off x="6454251" y="632899"/>
                <a:ext cx="73800" cy="129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709E5B0-C75A-F8F4-FADA-162A166618D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48131" y="626779"/>
                  <a:ext cx="86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B96D41F-24EF-B3C5-557D-19E50F36D775}"/>
                    </a:ext>
                  </a:extLst>
                </p14:cNvPr>
                <p14:cNvContentPartPr/>
                <p14:nvPr/>
              </p14:nvContentPartPr>
              <p14:xfrm>
                <a:off x="6566931" y="646219"/>
                <a:ext cx="104040" cy="108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B96D41F-24EF-B3C5-557D-19E50F36D77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560811" y="640099"/>
                  <a:ext cx="11628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E520A40-0AD3-2343-F9BC-F44B20C4E2B4}"/>
              </a:ext>
            </a:extLst>
          </p:cNvPr>
          <p:cNvGrpSpPr/>
          <p:nvPr/>
        </p:nvGrpSpPr>
        <p:grpSpPr>
          <a:xfrm>
            <a:off x="5432571" y="938539"/>
            <a:ext cx="1400760" cy="738360"/>
            <a:chOff x="5432571" y="938539"/>
            <a:chExt cx="1400760" cy="73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F761090-0445-864B-46B8-826364059CBA}"/>
                    </a:ext>
                  </a:extLst>
                </p14:cNvPr>
                <p14:cNvContentPartPr/>
                <p14:nvPr/>
              </p14:nvContentPartPr>
              <p14:xfrm>
                <a:off x="5432571" y="938539"/>
                <a:ext cx="573480" cy="321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F761090-0445-864B-46B8-826364059CB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426451" y="932419"/>
                  <a:ext cx="58572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92F1F7-C876-8421-1B25-1D21D3F1FC00}"/>
                    </a:ext>
                  </a:extLst>
                </p14:cNvPr>
                <p14:cNvContentPartPr/>
                <p14:nvPr/>
              </p14:nvContentPartPr>
              <p14:xfrm>
                <a:off x="5972931" y="1077859"/>
                <a:ext cx="113400" cy="118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92F1F7-C876-8421-1B25-1D21D3F1FC0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66811" y="1071739"/>
                  <a:ext cx="125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09A60A6-856F-471D-5858-2BE5430EE633}"/>
                    </a:ext>
                  </a:extLst>
                </p14:cNvPr>
                <p14:cNvContentPartPr/>
                <p14:nvPr/>
              </p14:nvContentPartPr>
              <p14:xfrm>
                <a:off x="6164451" y="1116739"/>
                <a:ext cx="58320" cy="93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09A60A6-856F-471D-5858-2BE5430EE63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58331" y="1110619"/>
                  <a:ext cx="70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1923912-C84E-3EDE-3FB2-BB18A8357D04}"/>
                    </a:ext>
                  </a:extLst>
                </p14:cNvPr>
                <p14:cNvContentPartPr/>
                <p14:nvPr/>
              </p14:nvContentPartPr>
              <p14:xfrm>
                <a:off x="6258771" y="1121779"/>
                <a:ext cx="20520" cy="95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1923912-C84E-3EDE-3FB2-BB18A8357D0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52651" y="1115659"/>
                  <a:ext cx="32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35E4DCE-7674-471E-A9A8-C37F7ACCEB1B}"/>
                    </a:ext>
                  </a:extLst>
                </p14:cNvPr>
                <p14:cNvContentPartPr/>
                <p14:nvPr/>
              </p14:nvContentPartPr>
              <p14:xfrm>
                <a:off x="6275331" y="1072099"/>
                <a:ext cx="112680" cy="29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35E4DCE-7674-471E-A9A8-C37F7ACCEB1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69211" y="1065979"/>
                  <a:ext cx="124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56DAC53-2800-9B06-4FBF-1DD9D895B044}"/>
                    </a:ext>
                  </a:extLst>
                </p14:cNvPr>
                <p14:cNvContentPartPr/>
                <p14:nvPr/>
              </p14:nvContentPartPr>
              <p14:xfrm>
                <a:off x="6446691" y="1085419"/>
                <a:ext cx="78840" cy="128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56DAC53-2800-9B06-4FBF-1DD9D895B04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40571" y="1079299"/>
                  <a:ext cx="91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3BA6C56-2053-CA71-1348-C224E695F5B9}"/>
                    </a:ext>
                  </a:extLst>
                </p14:cNvPr>
                <p14:cNvContentPartPr/>
                <p14:nvPr/>
              </p14:nvContentPartPr>
              <p14:xfrm>
                <a:off x="5661891" y="1442899"/>
                <a:ext cx="23400" cy="190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3BA6C56-2053-CA71-1348-C224E695F5B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655771" y="1436779"/>
                  <a:ext cx="35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B0C2573-0892-4AA8-9761-FDF6017FD051}"/>
                    </a:ext>
                  </a:extLst>
                </p14:cNvPr>
                <p14:cNvContentPartPr/>
                <p14:nvPr/>
              </p14:nvContentPartPr>
              <p14:xfrm>
                <a:off x="5673771" y="1398619"/>
                <a:ext cx="157320" cy="101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B0C2573-0892-4AA8-9761-FDF6017FD05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667651" y="1392499"/>
                  <a:ext cx="169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E32EAC9-163B-5BE9-1B83-492C4E3979C0}"/>
                    </a:ext>
                  </a:extLst>
                </p14:cNvPr>
                <p14:cNvContentPartPr/>
                <p14:nvPr/>
              </p14:nvContentPartPr>
              <p14:xfrm>
                <a:off x="5848731" y="1532179"/>
                <a:ext cx="131760" cy="131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E32EAC9-163B-5BE9-1B83-492C4E3979C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842611" y="1526059"/>
                  <a:ext cx="1440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03D919D-5037-C199-3B3B-70FF0FAAD329}"/>
                    </a:ext>
                  </a:extLst>
                </p14:cNvPr>
                <p14:cNvContentPartPr/>
                <p14:nvPr/>
              </p14:nvContentPartPr>
              <p14:xfrm>
                <a:off x="6022251" y="1549099"/>
                <a:ext cx="96840" cy="125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03D919D-5037-C199-3B3B-70FF0FAAD32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016131" y="1542979"/>
                  <a:ext cx="109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206FDDC-B936-374E-7135-D240D0F327D9}"/>
                    </a:ext>
                  </a:extLst>
                </p14:cNvPr>
                <p14:cNvContentPartPr/>
                <p14:nvPr/>
              </p14:nvContentPartPr>
              <p14:xfrm>
                <a:off x="6155091" y="1404739"/>
                <a:ext cx="138240" cy="272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206FDDC-B936-374E-7135-D240D0F327D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148971" y="1398619"/>
                  <a:ext cx="150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23DF6B9-ED94-851C-5F9F-C3C8DAECE80A}"/>
                    </a:ext>
                  </a:extLst>
                </p14:cNvPr>
                <p14:cNvContentPartPr/>
                <p14:nvPr/>
              </p14:nvContentPartPr>
              <p14:xfrm>
                <a:off x="6454251" y="1249939"/>
                <a:ext cx="379080" cy="403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23DF6B9-ED94-851C-5F9F-C3C8DAECE80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48131" y="1243819"/>
                  <a:ext cx="391320" cy="41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601AF2C-F471-CC4A-5959-69FEB102087C}"/>
                  </a:ext>
                </a:extLst>
              </p14:cNvPr>
              <p14:cNvContentPartPr/>
              <p14:nvPr/>
            </p14:nvContentPartPr>
            <p14:xfrm>
              <a:off x="9000171" y="635419"/>
              <a:ext cx="20160" cy="3466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601AF2C-F471-CC4A-5959-69FEB102087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994051" y="629299"/>
                <a:ext cx="32400" cy="35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6087DBA-188A-B68D-7045-533DCC667817}"/>
              </a:ext>
            </a:extLst>
          </p:cNvPr>
          <p:cNvGrpSpPr/>
          <p:nvPr/>
        </p:nvGrpSpPr>
        <p:grpSpPr>
          <a:xfrm>
            <a:off x="9195651" y="418339"/>
            <a:ext cx="2050200" cy="555120"/>
            <a:chOff x="9195651" y="418339"/>
            <a:chExt cx="2050200" cy="55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3F5A960-640B-0436-E3FC-397B5E92AF16}"/>
                    </a:ext>
                  </a:extLst>
                </p14:cNvPr>
                <p14:cNvContentPartPr/>
                <p14:nvPr/>
              </p14:nvContentPartPr>
              <p14:xfrm>
                <a:off x="9195651" y="786259"/>
                <a:ext cx="523440" cy="91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3F5A960-640B-0436-E3FC-397B5E92AF1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189531" y="780139"/>
                  <a:ext cx="535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99FA660-7F36-4F03-2A19-D8902BDCB180}"/>
                    </a:ext>
                  </a:extLst>
                </p14:cNvPr>
                <p14:cNvContentPartPr/>
                <p14:nvPr/>
              </p14:nvContentPartPr>
              <p14:xfrm>
                <a:off x="9839691" y="697339"/>
                <a:ext cx="97920" cy="15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99FA660-7F36-4F03-2A19-D8902BDCB18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833571" y="691219"/>
                  <a:ext cx="110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82A1BFB-A02D-786B-F904-C672E0DB4C50}"/>
                    </a:ext>
                  </a:extLst>
                </p14:cNvPr>
                <p14:cNvContentPartPr/>
                <p14:nvPr/>
              </p14:nvContentPartPr>
              <p14:xfrm>
                <a:off x="9975771" y="734419"/>
                <a:ext cx="270720" cy="239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82A1BFB-A02D-786B-F904-C672E0DB4C5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969651" y="728299"/>
                  <a:ext cx="282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12FC36-6ED0-8F89-7CBD-511BC59FDAE3}"/>
                    </a:ext>
                  </a:extLst>
                </p14:cNvPr>
                <p14:cNvContentPartPr/>
                <p14:nvPr/>
              </p14:nvContentPartPr>
              <p14:xfrm>
                <a:off x="10259451" y="669979"/>
                <a:ext cx="57960" cy="219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12FC36-6ED0-8F89-7CBD-511BC59FDAE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253331" y="663859"/>
                  <a:ext cx="70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B027115-72F0-392A-E42B-75166535B462}"/>
                    </a:ext>
                  </a:extLst>
                </p14:cNvPr>
                <p14:cNvContentPartPr/>
                <p14:nvPr/>
              </p14:nvContentPartPr>
              <p14:xfrm>
                <a:off x="10466091" y="617419"/>
                <a:ext cx="127440" cy="210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B027115-72F0-392A-E42B-75166535B46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459971" y="611299"/>
                  <a:ext cx="139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17E693-CD92-D933-3EFF-125753008714}"/>
                    </a:ext>
                  </a:extLst>
                </p14:cNvPr>
                <p14:cNvContentPartPr/>
                <p14:nvPr/>
              </p14:nvContentPartPr>
              <p14:xfrm>
                <a:off x="10651131" y="680779"/>
                <a:ext cx="57960" cy="122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17E693-CD92-D933-3EFF-12575300871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645011" y="674659"/>
                  <a:ext cx="70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2A98B30-EE59-1B5A-542D-866EA85CDCD6}"/>
                    </a:ext>
                  </a:extLst>
                </p14:cNvPr>
                <p14:cNvContentPartPr/>
                <p14:nvPr/>
              </p14:nvContentPartPr>
              <p14:xfrm>
                <a:off x="10707651" y="612379"/>
                <a:ext cx="360" cy="10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2A98B30-EE59-1B5A-542D-866EA85CDCD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701531" y="606259"/>
                  <a:ext cx="12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9E2D69B-B00C-3A03-B5A3-A6A934D89D3A}"/>
                    </a:ext>
                  </a:extLst>
                </p14:cNvPr>
                <p14:cNvContentPartPr/>
                <p14:nvPr/>
              </p14:nvContentPartPr>
              <p14:xfrm>
                <a:off x="10737531" y="641899"/>
                <a:ext cx="127800" cy="137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9E2D69B-B00C-3A03-B5A3-A6A934D89D3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731411" y="635779"/>
                  <a:ext cx="140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F5F8C51-13CA-38F3-5031-953582700737}"/>
                    </a:ext>
                  </a:extLst>
                </p14:cNvPr>
                <p14:cNvContentPartPr/>
                <p14:nvPr/>
              </p14:nvContentPartPr>
              <p14:xfrm>
                <a:off x="10956411" y="676099"/>
                <a:ext cx="122760" cy="86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F5F8C51-13CA-38F3-5031-95358270073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950291" y="669979"/>
                  <a:ext cx="135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FC62B26-C517-C6DC-D65F-1E7185D6FFF1}"/>
                    </a:ext>
                  </a:extLst>
                </p14:cNvPr>
                <p14:cNvContentPartPr/>
                <p14:nvPr/>
              </p14:nvContentPartPr>
              <p14:xfrm>
                <a:off x="11158731" y="418339"/>
                <a:ext cx="87120" cy="358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FC62B26-C517-C6DC-D65F-1E7185D6FFF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152611" y="412219"/>
                  <a:ext cx="99360" cy="37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2D21960-8990-6797-FF91-EAE285E75A1C}"/>
              </a:ext>
            </a:extLst>
          </p:cNvPr>
          <p:cNvGrpSpPr/>
          <p:nvPr/>
        </p:nvGrpSpPr>
        <p:grpSpPr>
          <a:xfrm>
            <a:off x="10340811" y="1256059"/>
            <a:ext cx="504360" cy="501840"/>
            <a:chOff x="10340811" y="1256059"/>
            <a:chExt cx="504360" cy="50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DF3C3BA-3ACA-5652-AD66-8EC559B39088}"/>
                    </a:ext>
                  </a:extLst>
                </p14:cNvPr>
                <p14:cNvContentPartPr/>
                <p14:nvPr/>
              </p14:nvContentPartPr>
              <p14:xfrm>
                <a:off x="10340811" y="1321579"/>
                <a:ext cx="75960" cy="245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DF3C3BA-3ACA-5652-AD66-8EC559B3908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334691" y="1315459"/>
                  <a:ext cx="882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0C42CCD-2428-0659-DF32-65E830F4009A}"/>
                    </a:ext>
                  </a:extLst>
                </p14:cNvPr>
                <p14:cNvContentPartPr/>
                <p14:nvPr/>
              </p14:nvContentPartPr>
              <p14:xfrm>
                <a:off x="10435851" y="1349659"/>
                <a:ext cx="154440" cy="243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0C42CCD-2428-0659-DF32-65E830F4009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429731" y="1343539"/>
                  <a:ext cx="166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11E0EA-86F7-B43B-B8D8-949634E4035C}"/>
                    </a:ext>
                  </a:extLst>
                </p14:cNvPr>
                <p14:cNvContentPartPr/>
                <p14:nvPr/>
              </p14:nvContentPartPr>
              <p14:xfrm>
                <a:off x="10583091" y="1447219"/>
                <a:ext cx="84960" cy="10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11E0EA-86F7-B43B-B8D8-949634E4035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576971" y="1441099"/>
                  <a:ext cx="97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E83D22C-3482-AA9E-3348-632B518FB818}"/>
                    </a:ext>
                  </a:extLst>
                </p14:cNvPr>
                <p14:cNvContentPartPr/>
                <p14:nvPr/>
              </p14:nvContentPartPr>
              <p14:xfrm>
                <a:off x="10707291" y="1312939"/>
                <a:ext cx="137880" cy="444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E83D22C-3482-AA9E-3348-632B518FB81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701171" y="1306819"/>
                  <a:ext cx="1501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6AF0A84-4FB6-5F89-F323-9732FA0F16AF}"/>
                    </a:ext>
                  </a:extLst>
                </p14:cNvPr>
                <p14:cNvContentPartPr/>
                <p14:nvPr/>
              </p14:nvContentPartPr>
              <p14:xfrm>
                <a:off x="10796211" y="1256059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6AF0A84-4FB6-5F89-F323-9732FA0F16A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90091" y="124993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248D973-4CB1-66E6-00E8-300C84254424}"/>
                    </a:ext>
                  </a:extLst>
                </p14:cNvPr>
                <p14:cNvContentPartPr/>
                <p14:nvPr/>
              </p14:nvContentPartPr>
              <p14:xfrm>
                <a:off x="10796211" y="1737019"/>
                <a:ext cx="360" cy="10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248D973-4CB1-66E6-00E8-300C8425442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90091" y="1730899"/>
                  <a:ext cx="12600" cy="2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B506F01-4EC1-966C-EE8B-3549F3D45197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3726469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DF1FB05-C10D-5885-1E0D-DC7EC1B950A9}"/>
              </a:ext>
            </a:extLst>
          </p:cNvPr>
          <p:cNvSpPr/>
          <p:nvPr/>
        </p:nvSpPr>
        <p:spPr>
          <a:xfrm>
            <a:off x="7227123" y="604819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&lt; 65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668436-52E3-30C8-AD29-5B13B20DAB3E}"/>
              </a:ext>
            </a:extLst>
          </p:cNvPr>
          <p:cNvSpPr/>
          <p:nvPr/>
        </p:nvSpPr>
        <p:spPr>
          <a:xfrm>
            <a:off x="6138856" y="1344360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 &gt; 15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CD9B2D-46F9-16C7-E331-660D7DC3EFA2}"/>
              </a:ext>
            </a:extLst>
          </p:cNvPr>
          <p:cNvSpPr/>
          <p:nvPr/>
        </p:nvSpPr>
        <p:spPr>
          <a:xfrm>
            <a:off x="8979091" y="1463779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Survived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D62C07-1F66-4B0A-2395-EC606E42E520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 flipH="1">
            <a:off x="6880002" y="1086082"/>
            <a:ext cx="1088267" cy="258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6CF620-EB61-FB1F-F328-07B71956ED8E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7968269" y="1086082"/>
            <a:ext cx="1751968" cy="377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2C6D0E4-FA0B-6026-E7E8-6E562DD45BAE}"/>
              </a:ext>
            </a:extLst>
          </p:cNvPr>
          <p:cNvSpPr/>
          <p:nvPr/>
        </p:nvSpPr>
        <p:spPr>
          <a:xfrm>
            <a:off x="4783453" y="2083901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 = 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A0D4EA-8C14-368F-0F0F-45E4D8178E3C}"/>
              </a:ext>
            </a:extLst>
          </p:cNvPr>
          <p:cNvSpPr/>
          <p:nvPr/>
        </p:nvSpPr>
        <p:spPr>
          <a:xfrm>
            <a:off x="3525537" y="2959801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Price &gt; 20$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612499-B1E3-CF93-03A6-991F39B7BA63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 flipH="1">
            <a:off x="5524599" y="1825623"/>
            <a:ext cx="1355403" cy="258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DA94F1F-3361-A1E1-8BFB-0FCC93610B5F}"/>
              </a:ext>
            </a:extLst>
          </p:cNvPr>
          <p:cNvSpPr/>
          <p:nvPr/>
        </p:nvSpPr>
        <p:spPr>
          <a:xfrm>
            <a:off x="2327362" y="3968850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Survive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051F94-12FE-8B85-0D19-277D0FC741B6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4266683" y="2565164"/>
            <a:ext cx="1257916" cy="394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508C11B-5090-C231-3D9F-87CB81203EE8}"/>
              </a:ext>
            </a:extLst>
          </p:cNvPr>
          <p:cNvCxnSpPr>
            <a:cxnSpLocks/>
            <a:stCxn id="30" idx="2"/>
            <a:endCxn id="34" idx="0"/>
          </p:cNvCxnSpPr>
          <p:nvPr/>
        </p:nvCxnSpPr>
        <p:spPr>
          <a:xfrm flipH="1">
            <a:off x="3068508" y="3441064"/>
            <a:ext cx="1198175" cy="52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ight Arrow 42">
            <a:extLst>
              <a:ext uri="{FF2B5EF4-FFF2-40B4-BE49-F238E27FC236}">
                <a16:creationId xmlns:a16="http://schemas.microsoft.com/office/drawing/2014/main" id="{2B7EA276-CCFB-7705-7AB1-0AF92114FB3F}"/>
              </a:ext>
            </a:extLst>
          </p:cNvPr>
          <p:cNvSpPr/>
          <p:nvPr/>
        </p:nvSpPr>
        <p:spPr>
          <a:xfrm>
            <a:off x="866274" y="3781157"/>
            <a:ext cx="1320006" cy="85664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Leaf Node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CF8870-8F6A-76B8-8AE7-1D77340B5F6C}"/>
              </a:ext>
            </a:extLst>
          </p:cNvPr>
          <p:cNvSpPr/>
          <p:nvPr/>
        </p:nvSpPr>
        <p:spPr>
          <a:xfrm>
            <a:off x="4895641" y="3963885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Survived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4B357833-0F01-3BE7-A80B-66CB21FC3893}"/>
              </a:ext>
            </a:extLst>
          </p:cNvPr>
          <p:cNvSpPr/>
          <p:nvPr/>
        </p:nvSpPr>
        <p:spPr>
          <a:xfrm rot="16200000">
            <a:off x="4976783" y="4867760"/>
            <a:ext cx="1320006" cy="85664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Leaf Node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C41C00B-DFF1-9CDA-FA14-14DDE6FB5DA0}"/>
              </a:ext>
            </a:extLst>
          </p:cNvPr>
          <p:cNvCxnSpPr>
            <a:cxnSpLocks/>
            <a:stCxn id="30" idx="2"/>
            <a:endCxn id="44" idx="0"/>
          </p:cNvCxnSpPr>
          <p:nvPr/>
        </p:nvCxnSpPr>
        <p:spPr>
          <a:xfrm>
            <a:off x="4266683" y="3441064"/>
            <a:ext cx="1370104" cy="522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4E9D3BC-810A-E38A-6D97-6E497BC6A26E}"/>
              </a:ext>
            </a:extLst>
          </p:cNvPr>
          <p:cNvCxnSpPr>
            <a:cxnSpLocks/>
            <a:stCxn id="29" idx="2"/>
            <a:endCxn id="52" idx="0"/>
          </p:cNvCxnSpPr>
          <p:nvPr/>
        </p:nvCxnSpPr>
        <p:spPr>
          <a:xfrm>
            <a:off x="5524599" y="2565164"/>
            <a:ext cx="2046972" cy="394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CBAECDBA-EE38-A1B5-9519-2D87AB0309AB}"/>
              </a:ext>
            </a:extLst>
          </p:cNvPr>
          <p:cNvSpPr/>
          <p:nvPr/>
        </p:nvSpPr>
        <p:spPr>
          <a:xfrm>
            <a:off x="6830425" y="2959801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Survived</a:t>
            </a:r>
          </a:p>
        </p:txBody>
      </p:sp>
      <p:sp>
        <p:nvSpPr>
          <p:cNvPr id="63" name="Right Arrow 62">
            <a:extLst>
              <a:ext uri="{FF2B5EF4-FFF2-40B4-BE49-F238E27FC236}">
                <a16:creationId xmlns:a16="http://schemas.microsoft.com/office/drawing/2014/main" id="{CA166A8A-D732-675C-AADB-5AE726E8845E}"/>
              </a:ext>
            </a:extLst>
          </p:cNvPr>
          <p:cNvSpPr/>
          <p:nvPr/>
        </p:nvSpPr>
        <p:spPr>
          <a:xfrm rot="16200000">
            <a:off x="6961144" y="3725498"/>
            <a:ext cx="1320006" cy="85664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Leaf Node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098AC56-C015-4718-98B4-DC8B7433763B}"/>
              </a:ext>
            </a:extLst>
          </p:cNvPr>
          <p:cNvCxnSpPr>
            <a:cxnSpLocks/>
            <a:stCxn id="22" idx="2"/>
            <a:endCxn id="68" idx="0"/>
          </p:cNvCxnSpPr>
          <p:nvPr/>
        </p:nvCxnSpPr>
        <p:spPr>
          <a:xfrm>
            <a:off x="6880002" y="1825623"/>
            <a:ext cx="2514166" cy="564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7D6DF18-C693-31C7-AF9A-2ED4DA962CFD}"/>
              </a:ext>
            </a:extLst>
          </p:cNvPr>
          <p:cNvSpPr/>
          <p:nvPr/>
        </p:nvSpPr>
        <p:spPr>
          <a:xfrm>
            <a:off x="8653022" y="2390087"/>
            <a:ext cx="1482291" cy="48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Survived</a:t>
            </a:r>
          </a:p>
        </p:txBody>
      </p:sp>
      <p:sp>
        <p:nvSpPr>
          <p:cNvPr id="71" name="Right Arrow 70">
            <a:extLst>
              <a:ext uri="{FF2B5EF4-FFF2-40B4-BE49-F238E27FC236}">
                <a16:creationId xmlns:a16="http://schemas.microsoft.com/office/drawing/2014/main" id="{CA468A41-C1C3-B6B3-2CBA-CAA6AA40AAB5}"/>
              </a:ext>
            </a:extLst>
          </p:cNvPr>
          <p:cNvSpPr/>
          <p:nvPr/>
        </p:nvSpPr>
        <p:spPr>
          <a:xfrm>
            <a:off x="5717929" y="344245"/>
            <a:ext cx="1320006" cy="85664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Parent Node</a:t>
            </a:r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BD6FAF3C-4215-28DB-DDFF-83B22C804324}"/>
              </a:ext>
            </a:extLst>
          </p:cNvPr>
          <p:cNvSpPr/>
          <p:nvPr/>
        </p:nvSpPr>
        <p:spPr>
          <a:xfrm>
            <a:off x="4313439" y="1141639"/>
            <a:ext cx="1320006" cy="85664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Branch Node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F9E4663-3A3A-3729-D7D5-FF50F034E967}"/>
              </a:ext>
            </a:extLst>
          </p:cNvPr>
          <p:cNvGrpSpPr/>
          <p:nvPr/>
        </p:nvGrpSpPr>
        <p:grpSpPr>
          <a:xfrm>
            <a:off x="2123811" y="219619"/>
            <a:ext cx="6811522" cy="4300200"/>
            <a:chOff x="2123811" y="219619"/>
            <a:chExt cx="6811522" cy="430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65B33A9-7BD8-AA12-7BA2-8345FDE524A4}"/>
                    </a:ext>
                  </a:extLst>
                </p14:cNvPr>
                <p14:cNvContentPartPr/>
                <p14:nvPr/>
              </p14:nvContentPartPr>
              <p14:xfrm>
                <a:off x="2617693" y="707779"/>
                <a:ext cx="124920" cy="180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65B33A9-7BD8-AA12-7BA2-8345FDE524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11573" y="701659"/>
                  <a:ext cx="1371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C1B6DE7-EA99-B6B6-4C81-709C267FC01B}"/>
                    </a:ext>
                  </a:extLst>
                </p14:cNvPr>
                <p14:cNvContentPartPr/>
                <p14:nvPr/>
              </p14:nvContentPartPr>
              <p14:xfrm>
                <a:off x="2628133" y="777259"/>
                <a:ext cx="109800" cy="4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C1B6DE7-EA99-B6B6-4C81-709C267FC0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22013" y="771139"/>
                  <a:ext cx="1220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CA884AB-71D8-4B0A-98BA-E018BD002B12}"/>
                    </a:ext>
                  </a:extLst>
                </p14:cNvPr>
                <p14:cNvContentPartPr/>
                <p14:nvPr/>
              </p14:nvContentPartPr>
              <p14:xfrm>
                <a:off x="2822893" y="765379"/>
                <a:ext cx="138240" cy="277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CA884AB-71D8-4B0A-98BA-E018BD002B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16773" y="759259"/>
                  <a:ext cx="1504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055EC5-51A9-F8D9-4B40-93FE80AAD8D2}"/>
                    </a:ext>
                  </a:extLst>
                </p14:cNvPr>
                <p14:cNvContentPartPr/>
                <p14:nvPr/>
              </p14:nvContentPartPr>
              <p14:xfrm>
                <a:off x="2942053" y="774379"/>
                <a:ext cx="183600" cy="118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055EC5-51A9-F8D9-4B40-93FE80AAD8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35933" y="768259"/>
                  <a:ext cx="195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36E90E6-B65C-A400-57BE-F1CF215EC076}"/>
                    </a:ext>
                  </a:extLst>
                </p14:cNvPr>
                <p14:cNvContentPartPr/>
                <p14:nvPr/>
              </p14:nvContentPartPr>
              <p14:xfrm>
                <a:off x="3676813" y="534619"/>
                <a:ext cx="132840" cy="286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36E90E6-B65C-A400-57BE-F1CF215EC07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70693" y="528499"/>
                  <a:ext cx="1450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8631A4-7A01-1D9D-EFAC-054AE5ADB3DE}"/>
                    </a:ext>
                  </a:extLst>
                </p14:cNvPr>
                <p14:cNvContentPartPr/>
                <p14:nvPr/>
              </p14:nvContentPartPr>
              <p14:xfrm>
                <a:off x="3801733" y="700219"/>
                <a:ext cx="146880" cy="97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8631A4-7A01-1D9D-EFAC-054AE5ADB3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95613" y="694099"/>
                  <a:ext cx="1591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471FDC-DF89-3873-D77B-320F5CC24EC8}"/>
                    </a:ext>
                  </a:extLst>
                </p14:cNvPr>
                <p14:cNvContentPartPr/>
                <p14:nvPr/>
              </p14:nvContentPartPr>
              <p14:xfrm>
                <a:off x="3933853" y="683299"/>
                <a:ext cx="56160" cy="100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471FDC-DF89-3873-D77B-320F5CC24E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27733" y="677179"/>
                  <a:ext cx="68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B724668-7924-D113-AFD5-34CCBAC4DFB4}"/>
                    </a:ext>
                  </a:extLst>
                </p14:cNvPr>
                <p14:cNvContentPartPr/>
                <p14:nvPr/>
              </p14:nvContentPartPr>
              <p14:xfrm>
                <a:off x="3933853" y="709939"/>
                <a:ext cx="59040" cy="6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B724668-7924-D113-AFD5-34CCBAC4DF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27733" y="703819"/>
                  <a:ext cx="712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D856B95-087F-207C-2B64-7FD9DB1F7E0B}"/>
                    </a:ext>
                  </a:extLst>
                </p14:cNvPr>
                <p14:cNvContentPartPr/>
                <p14:nvPr/>
              </p14:nvContentPartPr>
              <p14:xfrm>
                <a:off x="4648813" y="604819"/>
                <a:ext cx="134640" cy="192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D856B95-087F-207C-2B64-7FD9DB1F7E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42693" y="598699"/>
                  <a:ext cx="146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0C97700-E00D-7D89-C0F9-60C656AE8867}"/>
                    </a:ext>
                  </a:extLst>
                </p14:cNvPr>
                <p14:cNvContentPartPr/>
                <p14:nvPr/>
              </p14:nvContentPartPr>
              <p14:xfrm>
                <a:off x="4686973" y="517339"/>
                <a:ext cx="28080" cy="333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0C97700-E00D-7D89-C0F9-60C656AE88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80853" y="511219"/>
                  <a:ext cx="403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3DD4DC-407F-A97C-88FD-3FE808035AB6}"/>
                    </a:ext>
                  </a:extLst>
                </p14:cNvPr>
                <p14:cNvContentPartPr/>
                <p14:nvPr/>
              </p14:nvContentPartPr>
              <p14:xfrm>
                <a:off x="4725493" y="527419"/>
                <a:ext cx="40320" cy="295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3DD4DC-407F-A97C-88FD-3FE808035A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19373" y="521299"/>
                  <a:ext cx="525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3F545EF-8890-4AB6-4143-F9BE070166F1}"/>
                    </a:ext>
                  </a:extLst>
                </p14:cNvPr>
                <p14:cNvContentPartPr/>
                <p14:nvPr/>
              </p14:nvContentPartPr>
              <p14:xfrm>
                <a:off x="3154453" y="3493819"/>
                <a:ext cx="240840" cy="305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3F545EF-8890-4AB6-4143-F9BE070166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48333" y="3487699"/>
                  <a:ext cx="2530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3FD7E5A-D570-4B5F-0743-DBA6E7835F31}"/>
                    </a:ext>
                  </a:extLst>
                </p14:cNvPr>
                <p14:cNvContentPartPr/>
                <p14:nvPr/>
              </p14:nvContentPartPr>
              <p14:xfrm>
                <a:off x="4985413" y="3471859"/>
                <a:ext cx="236880" cy="214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3FD7E5A-D570-4B5F-0743-DBA6E7835F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79293" y="3465739"/>
                  <a:ext cx="249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BFEFB31-EAF9-E3EB-CFF9-7856BDA62FEB}"/>
                    </a:ext>
                  </a:extLst>
                </p14:cNvPr>
                <p14:cNvContentPartPr/>
                <p14:nvPr/>
              </p14:nvContentPartPr>
              <p14:xfrm>
                <a:off x="4588693" y="2557819"/>
                <a:ext cx="138600" cy="254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BFEFB31-EAF9-E3EB-CFF9-7856BDA62FE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82573" y="2551699"/>
                  <a:ext cx="1508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E59F27F-852B-9F06-405A-D598D442FD3B}"/>
                    </a:ext>
                  </a:extLst>
                </p14:cNvPr>
                <p14:cNvContentPartPr/>
                <p14:nvPr/>
              </p14:nvContentPartPr>
              <p14:xfrm>
                <a:off x="6646453" y="2524699"/>
                <a:ext cx="206640" cy="212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E59F27F-852B-9F06-405A-D598D442FD3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40333" y="2518579"/>
                  <a:ext cx="2188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9A57ED8-A692-C253-D6B1-B79D6DD4C5F3}"/>
                    </a:ext>
                  </a:extLst>
                </p14:cNvPr>
                <p14:cNvContentPartPr/>
                <p14:nvPr/>
              </p14:nvContentPartPr>
              <p14:xfrm>
                <a:off x="5681293" y="1646659"/>
                <a:ext cx="295920" cy="339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9A57ED8-A692-C253-D6B1-B79D6DD4C5F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75173" y="1640539"/>
                  <a:ext cx="308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8574305-F637-0F53-1D5D-38297E8D29C0}"/>
                    </a:ext>
                  </a:extLst>
                </p14:cNvPr>
                <p14:cNvContentPartPr/>
                <p14:nvPr/>
              </p14:nvContentPartPr>
              <p14:xfrm>
                <a:off x="7005733" y="1063459"/>
                <a:ext cx="168480" cy="282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8574305-F637-0F53-1D5D-38297E8D29C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99613" y="1057339"/>
                  <a:ext cx="180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894568-2620-1CD1-CC06-6F9EDC968141}"/>
                    </a:ext>
                  </a:extLst>
                </p14:cNvPr>
                <p14:cNvContentPartPr/>
                <p14:nvPr/>
              </p14:nvContentPartPr>
              <p14:xfrm>
                <a:off x="8753173" y="1194139"/>
                <a:ext cx="182160" cy="269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894568-2620-1CD1-CC06-6F9EDC96814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47053" y="1188019"/>
                  <a:ext cx="194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CBFEE40-92A5-6BD7-C738-039446963BEF}"/>
                    </a:ext>
                  </a:extLst>
                </p14:cNvPr>
                <p14:cNvContentPartPr/>
                <p14:nvPr/>
              </p14:nvContentPartPr>
              <p14:xfrm>
                <a:off x="2123811" y="219619"/>
                <a:ext cx="6685200" cy="4300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CBFEE40-92A5-6BD7-C738-039446963BE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17691" y="213499"/>
                  <a:ext cx="6697440" cy="431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587AEF9-9561-C3C0-3BD6-213A803DBA79}"/>
              </a:ext>
            </a:extLst>
          </p:cNvPr>
          <p:cNvGrpSpPr/>
          <p:nvPr/>
        </p:nvGrpSpPr>
        <p:grpSpPr>
          <a:xfrm>
            <a:off x="6243651" y="1141579"/>
            <a:ext cx="424080" cy="200880"/>
            <a:chOff x="6243651" y="1141579"/>
            <a:chExt cx="42408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5897FF6-B528-F5B5-B783-DDE435F79FE8}"/>
                    </a:ext>
                  </a:extLst>
                </p14:cNvPr>
                <p14:cNvContentPartPr/>
                <p14:nvPr/>
              </p14:nvContentPartPr>
              <p14:xfrm>
                <a:off x="6243651" y="1141579"/>
                <a:ext cx="3600" cy="143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5897FF6-B528-F5B5-B783-DDE435F79F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37531" y="1135459"/>
                  <a:ext cx="15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9701AA4-2AD2-2FC5-82C7-F1A48E31E60D}"/>
                    </a:ext>
                  </a:extLst>
                </p14:cNvPr>
                <p14:cNvContentPartPr/>
                <p14:nvPr/>
              </p14:nvContentPartPr>
              <p14:xfrm>
                <a:off x="6330771" y="1145179"/>
                <a:ext cx="77400" cy="191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9701AA4-2AD2-2FC5-82C7-F1A48E31E60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24651" y="1139059"/>
                  <a:ext cx="89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3C72EE4-FA4A-B59F-EF6F-5A1621C864BE}"/>
                    </a:ext>
                  </a:extLst>
                </p14:cNvPr>
                <p14:cNvContentPartPr/>
                <p14:nvPr/>
              </p14:nvContentPartPr>
              <p14:xfrm>
                <a:off x="6345531" y="1147699"/>
                <a:ext cx="87480" cy="24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3C72EE4-FA4A-B59F-EF6F-5A1621C864B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39411" y="1141579"/>
                  <a:ext cx="99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03B797A-134D-FFB9-1BA5-AB2DF2DF5BB6}"/>
                    </a:ext>
                  </a:extLst>
                </p14:cNvPr>
                <p14:cNvContentPartPr/>
                <p14:nvPr/>
              </p14:nvContentPartPr>
              <p14:xfrm>
                <a:off x="6485211" y="1165699"/>
                <a:ext cx="182520" cy="176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03B797A-134D-FFB9-1BA5-AB2DF2DF5BB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79091" y="1159579"/>
                  <a:ext cx="1947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764359C-3695-8065-7AF8-1EFB862FCBC3}"/>
              </a:ext>
            </a:extLst>
          </p:cNvPr>
          <p:cNvGrpSpPr/>
          <p:nvPr/>
        </p:nvGrpSpPr>
        <p:grpSpPr>
          <a:xfrm>
            <a:off x="5459211" y="1856899"/>
            <a:ext cx="316800" cy="205560"/>
            <a:chOff x="5459211" y="1856899"/>
            <a:chExt cx="31680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4A245D4-F658-69F2-DECD-FA0062C82957}"/>
                    </a:ext>
                  </a:extLst>
                </p14:cNvPr>
                <p14:cNvContentPartPr/>
                <p14:nvPr/>
              </p14:nvContentPartPr>
              <p14:xfrm>
                <a:off x="5459211" y="1856899"/>
                <a:ext cx="10440" cy="195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4A245D4-F658-69F2-DECD-FA0062C8295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53091" y="1850779"/>
                  <a:ext cx="22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4AD1F55-269C-7FD5-3279-8DA8797AAE94}"/>
                    </a:ext>
                  </a:extLst>
                </p14:cNvPr>
                <p14:cNvContentPartPr/>
                <p14:nvPr/>
              </p14:nvContentPartPr>
              <p14:xfrm>
                <a:off x="5520411" y="1881379"/>
                <a:ext cx="105840" cy="17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4AD1F55-269C-7FD5-3279-8DA8797AAE9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14291" y="1875259"/>
                  <a:ext cx="118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9E04818-0187-A142-3FBD-5DDFD27A74D5}"/>
                    </a:ext>
                  </a:extLst>
                </p14:cNvPr>
                <p14:cNvContentPartPr/>
                <p14:nvPr/>
              </p14:nvContentPartPr>
              <p14:xfrm>
                <a:off x="5647851" y="1886779"/>
                <a:ext cx="128160" cy="175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9E04818-0187-A142-3FBD-5DDFD27A74D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41731" y="1880659"/>
                  <a:ext cx="14040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E2AE5C3-83BC-744E-32CA-5D9D2F263CF0}"/>
              </a:ext>
            </a:extLst>
          </p:cNvPr>
          <p:cNvGrpSpPr/>
          <p:nvPr/>
        </p:nvGrpSpPr>
        <p:grpSpPr>
          <a:xfrm>
            <a:off x="3779811" y="2689579"/>
            <a:ext cx="340560" cy="212400"/>
            <a:chOff x="3779811" y="2689579"/>
            <a:chExt cx="34056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5945DE3-C642-EB85-DDAA-FA9086225144}"/>
                    </a:ext>
                  </a:extLst>
                </p14:cNvPr>
                <p14:cNvContentPartPr/>
                <p14:nvPr/>
              </p14:nvContentPartPr>
              <p14:xfrm>
                <a:off x="3779811" y="2705779"/>
                <a:ext cx="155880" cy="196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5945DE3-C642-EB85-DDAA-FA908622514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73691" y="2699659"/>
                  <a:ext cx="168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192D8B9-4F6F-B959-C667-77C8B3576EA4}"/>
                    </a:ext>
                  </a:extLst>
                </p14:cNvPr>
                <p14:cNvContentPartPr/>
                <p14:nvPr/>
              </p14:nvContentPartPr>
              <p14:xfrm>
                <a:off x="3840291" y="2817739"/>
                <a:ext cx="111600" cy="7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192D8B9-4F6F-B959-C667-77C8B3576EA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34171" y="2811619"/>
                  <a:ext cx="1238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6B46880-E1BE-C278-65B5-63A1E5DE5961}"/>
                    </a:ext>
                  </a:extLst>
                </p14:cNvPr>
                <p14:cNvContentPartPr/>
                <p14:nvPr/>
              </p14:nvContentPartPr>
              <p14:xfrm>
                <a:off x="4018851" y="2689579"/>
                <a:ext cx="101520" cy="179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6B46880-E1BE-C278-65B5-63A1E5DE596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12731" y="2683459"/>
                  <a:ext cx="11376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F75E6C4-F0EA-D17D-7EDC-08A7F4348E02}"/>
              </a:ext>
            </a:extLst>
          </p:cNvPr>
          <p:cNvGrpSpPr/>
          <p:nvPr/>
        </p:nvGrpSpPr>
        <p:grpSpPr>
          <a:xfrm>
            <a:off x="2518011" y="3698299"/>
            <a:ext cx="289800" cy="200880"/>
            <a:chOff x="2518011" y="3698299"/>
            <a:chExt cx="28980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6240003-755E-40B5-5060-EBCC0BEF0709}"/>
                    </a:ext>
                  </a:extLst>
                </p14:cNvPr>
                <p14:cNvContentPartPr/>
                <p14:nvPr/>
              </p14:nvContentPartPr>
              <p14:xfrm>
                <a:off x="2518011" y="3698299"/>
                <a:ext cx="116640" cy="200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6240003-755E-40B5-5060-EBCC0BEF07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11891" y="3692179"/>
                  <a:ext cx="128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79FE762-DA63-A52B-9E39-DFF6302B9544}"/>
                    </a:ext>
                  </a:extLst>
                </p14:cNvPr>
                <p14:cNvContentPartPr/>
                <p14:nvPr/>
              </p14:nvContentPartPr>
              <p14:xfrm>
                <a:off x="2709531" y="3715219"/>
                <a:ext cx="98280" cy="129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79FE762-DA63-A52B-9E39-DFF6302B95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03411" y="3709099"/>
                  <a:ext cx="110520" cy="14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5222233-FF31-C1BA-75C8-6893EFDBAEF4}"/>
                  </a:ext>
                </a:extLst>
              </p14:cNvPr>
              <p14:cNvContentPartPr/>
              <p14:nvPr/>
            </p14:nvContentPartPr>
            <p14:xfrm>
              <a:off x="1169811" y="3102499"/>
              <a:ext cx="568800" cy="8096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5222233-FF31-C1BA-75C8-6893EFDBAEF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63691" y="3096379"/>
                <a:ext cx="581040" cy="82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45D9DEC-C31D-5B10-E51A-5FF44068A7E1}"/>
                  </a:ext>
                </a:extLst>
              </p14:cNvPr>
              <p14:cNvContentPartPr/>
              <p14:nvPr/>
            </p14:nvContentPartPr>
            <p14:xfrm>
              <a:off x="2656251" y="4065499"/>
              <a:ext cx="815400" cy="3085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45D9DEC-C31D-5B10-E51A-5FF44068A7E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50131" y="4059379"/>
                <a:ext cx="827640" cy="32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5AD8A69-25B1-28AA-6C26-FBE3ADD8D5AB}"/>
              </a:ext>
            </a:extLst>
          </p:cNvPr>
          <p:cNvGrpSpPr/>
          <p:nvPr/>
        </p:nvGrpSpPr>
        <p:grpSpPr>
          <a:xfrm>
            <a:off x="3883851" y="3916099"/>
            <a:ext cx="409320" cy="235080"/>
            <a:chOff x="3883851" y="3916099"/>
            <a:chExt cx="40932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64C6C53-A8C6-55E3-698A-7B8E041457F7}"/>
                    </a:ext>
                  </a:extLst>
                </p14:cNvPr>
                <p14:cNvContentPartPr/>
                <p14:nvPr/>
              </p14:nvContentPartPr>
              <p14:xfrm>
                <a:off x="3883851" y="3916099"/>
                <a:ext cx="200520" cy="235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64C6C53-A8C6-55E3-698A-7B8E041457F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77731" y="3909979"/>
                  <a:ext cx="2127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050DE04-AB78-1E58-9F48-97793AF430D1}"/>
                    </a:ext>
                  </a:extLst>
                </p14:cNvPr>
                <p14:cNvContentPartPr/>
                <p14:nvPr/>
              </p14:nvContentPartPr>
              <p14:xfrm>
                <a:off x="4102371" y="3939499"/>
                <a:ext cx="190800" cy="159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050DE04-AB78-1E58-9F48-97793AF430D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96251" y="3933379"/>
                  <a:ext cx="2030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9AE38A2-C1FF-84B5-C7A5-BC760BFEE00D}"/>
              </a:ext>
            </a:extLst>
          </p:cNvPr>
          <p:cNvGrpSpPr/>
          <p:nvPr/>
        </p:nvGrpSpPr>
        <p:grpSpPr>
          <a:xfrm>
            <a:off x="4040451" y="4287619"/>
            <a:ext cx="262080" cy="250560"/>
            <a:chOff x="4040451" y="4287619"/>
            <a:chExt cx="26208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8E540E6-5DFD-7AD4-860B-DC8187F41012}"/>
                    </a:ext>
                  </a:extLst>
                </p14:cNvPr>
                <p14:cNvContentPartPr/>
                <p14:nvPr/>
              </p14:nvContentPartPr>
              <p14:xfrm>
                <a:off x="4040451" y="4328299"/>
                <a:ext cx="57600" cy="209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8E540E6-5DFD-7AD4-860B-DC8187F410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34331" y="4322179"/>
                  <a:ext cx="69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333D117-76BB-7D28-EDD5-FD99C194A1AD}"/>
                    </a:ext>
                  </a:extLst>
                </p14:cNvPr>
                <p14:cNvContentPartPr/>
                <p14:nvPr/>
              </p14:nvContentPartPr>
              <p14:xfrm>
                <a:off x="4162851" y="4287619"/>
                <a:ext cx="139680" cy="210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333D117-76BB-7D28-EDD5-FD99C194A1A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56731" y="4281499"/>
                  <a:ext cx="15192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BEAFAAF-BEAE-6448-3C2C-8A45B628C82F}"/>
              </a:ext>
            </a:extLst>
          </p:cNvPr>
          <p:cNvGrpSpPr/>
          <p:nvPr/>
        </p:nvGrpSpPr>
        <p:grpSpPr>
          <a:xfrm>
            <a:off x="2639331" y="4798459"/>
            <a:ext cx="1051560" cy="637200"/>
            <a:chOff x="2639331" y="4798459"/>
            <a:chExt cx="1051560" cy="63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BABA529-4014-6604-393F-6D4E2BEB5277}"/>
                    </a:ext>
                  </a:extLst>
                </p14:cNvPr>
                <p14:cNvContentPartPr/>
                <p14:nvPr/>
              </p14:nvContentPartPr>
              <p14:xfrm>
                <a:off x="2639331" y="4943179"/>
                <a:ext cx="114480" cy="187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BABA529-4014-6604-393F-6D4E2BEB527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33211" y="4937059"/>
                  <a:ext cx="126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62C8379-A132-29DB-99DC-02D1109EC98C}"/>
                    </a:ext>
                  </a:extLst>
                </p14:cNvPr>
                <p14:cNvContentPartPr/>
                <p14:nvPr/>
              </p14:nvContentPartPr>
              <p14:xfrm>
                <a:off x="2797011" y="4991779"/>
                <a:ext cx="54360" cy="127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62C8379-A132-29DB-99DC-02D1109EC9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90891" y="4985659"/>
                  <a:ext cx="66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88F78E1-1859-F108-CAEB-6179E4F593CC}"/>
                    </a:ext>
                  </a:extLst>
                </p14:cNvPr>
                <p14:cNvContentPartPr/>
                <p14:nvPr/>
              </p14:nvContentPartPr>
              <p14:xfrm>
                <a:off x="2838051" y="5036779"/>
                <a:ext cx="117720" cy="238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88F78E1-1859-F108-CAEB-6179E4F593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31931" y="5030659"/>
                  <a:ext cx="1299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1D02FA3-8AAC-3782-677C-128975F06E2E}"/>
                    </a:ext>
                  </a:extLst>
                </p14:cNvPr>
                <p14:cNvContentPartPr/>
                <p14:nvPr/>
              </p14:nvContentPartPr>
              <p14:xfrm>
                <a:off x="2918331" y="5221819"/>
                <a:ext cx="91440" cy="213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1D02FA3-8AAC-3782-677C-128975F06E2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12211" y="5215699"/>
                  <a:ext cx="1036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FEE4E30-E58D-C2BE-69DC-42CF9BF2EDEF}"/>
                    </a:ext>
                  </a:extLst>
                </p14:cNvPr>
                <p14:cNvContentPartPr/>
                <p14:nvPr/>
              </p14:nvContentPartPr>
              <p14:xfrm>
                <a:off x="3088611" y="5237299"/>
                <a:ext cx="91440" cy="117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FEE4E30-E58D-C2BE-69DC-42CF9BF2EDE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82491" y="5231179"/>
                  <a:ext cx="103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AE5E505-12B9-4486-4969-A65007F8BCB8}"/>
                    </a:ext>
                  </a:extLst>
                </p14:cNvPr>
                <p14:cNvContentPartPr/>
                <p14:nvPr/>
              </p14:nvContentPartPr>
              <p14:xfrm>
                <a:off x="3129291" y="5011939"/>
                <a:ext cx="75960" cy="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AE5E505-12B9-4486-4969-A65007F8BCB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23171" y="5005819"/>
                  <a:ext cx="88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B697459-3647-E48A-56DA-E4E27F06E12C}"/>
                    </a:ext>
                  </a:extLst>
                </p14:cNvPr>
                <p14:cNvContentPartPr/>
                <p14:nvPr/>
              </p14:nvContentPartPr>
              <p14:xfrm>
                <a:off x="3131091" y="4964779"/>
                <a:ext cx="64800" cy="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B697459-3647-E48A-56DA-E4E27F06E12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24971" y="4958659"/>
                  <a:ext cx="77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2E22D29-192D-C828-5D69-23C76AFEB75E}"/>
                    </a:ext>
                  </a:extLst>
                </p14:cNvPr>
                <p14:cNvContentPartPr/>
                <p14:nvPr/>
              </p14:nvContentPartPr>
              <p14:xfrm>
                <a:off x="3352131" y="4846339"/>
                <a:ext cx="168840" cy="151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2E22D29-192D-C828-5D69-23C76AFEB75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46011" y="4840219"/>
                  <a:ext cx="181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E32BC97-1E76-4B3A-F93B-C817AD6DC704}"/>
                    </a:ext>
                  </a:extLst>
                </p14:cNvPr>
                <p14:cNvContentPartPr/>
                <p14:nvPr/>
              </p14:nvContentPartPr>
              <p14:xfrm>
                <a:off x="3488211" y="4932739"/>
                <a:ext cx="92520" cy="31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E32BC97-1E76-4B3A-F93B-C817AD6DC70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82091" y="4926619"/>
                  <a:ext cx="104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B097168-EE9A-F75D-84FE-CBE1585C02CA}"/>
                    </a:ext>
                  </a:extLst>
                </p14:cNvPr>
                <p14:cNvContentPartPr/>
                <p14:nvPr/>
              </p14:nvContentPartPr>
              <p14:xfrm>
                <a:off x="3606291" y="4877659"/>
                <a:ext cx="49680" cy="167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B097168-EE9A-F75D-84FE-CBE1585C02C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00171" y="4871539"/>
                  <a:ext cx="61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B157130-3ACF-B01D-0074-2FC27A8BADD5}"/>
                    </a:ext>
                  </a:extLst>
                </p14:cNvPr>
                <p14:cNvContentPartPr/>
                <p14:nvPr/>
              </p14:nvContentPartPr>
              <p14:xfrm>
                <a:off x="3619251" y="4871899"/>
                <a:ext cx="71640" cy="24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B157130-3ACF-B01D-0074-2FC27A8BAD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13131" y="4865779"/>
                  <a:ext cx="83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1C77952-87A7-CF6C-4432-97DAB425744C}"/>
                    </a:ext>
                  </a:extLst>
                </p14:cNvPr>
                <p14:cNvContentPartPr/>
                <p14:nvPr/>
              </p14:nvContentPartPr>
              <p14:xfrm>
                <a:off x="3230091" y="4798459"/>
                <a:ext cx="92160" cy="240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1C77952-87A7-CF6C-4432-97DAB425744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23971" y="4792339"/>
                  <a:ext cx="104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BCED03A-F882-2B10-6AE3-85669286883C}"/>
                    </a:ext>
                  </a:extLst>
                </p14:cNvPr>
                <p14:cNvContentPartPr/>
                <p14:nvPr/>
              </p14:nvContentPartPr>
              <p14:xfrm>
                <a:off x="3175731" y="4834099"/>
                <a:ext cx="360" cy="3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BCED03A-F882-2B10-6AE3-85669286883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69611" y="4827979"/>
                  <a:ext cx="126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AD2DBA2-7028-CECD-556C-AE820B5BE217}"/>
                    </a:ext>
                  </a:extLst>
                </p14:cNvPr>
                <p14:cNvContentPartPr/>
                <p14:nvPr/>
              </p14:nvContentPartPr>
              <p14:xfrm>
                <a:off x="3259611" y="5030299"/>
                <a:ext cx="10440" cy="7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AD2DBA2-7028-CECD-556C-AE820B5BE21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53491" y="5024179"/>
                  <a:ext cx="2268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93398EE-C545-E117-C826-18D180B9880B}"/>
              </a:ext>
            </a:extLst>
          </p:cNvPr>
          <p:cNvGrpSpPr/>
          <p:nvPr/>
        </p:nvGrpSpPr>
        <p:grpSpPr>
          <a:xfrm>
            <a:off x="5602491" y="2556379"/>
            <a:ext cx="1199520" cy="1487160"/>
            <a:chOff x="5602491" y="2556379"/>
            <a:chExt cx="1199520" cy="148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6283612-DE9C-7284-DA19-7EDC93DC5AF6}"/>
                    </a:ext>
                  </a:extLst>
                </p14:cNvPr>
                <p14:cNvContentPartPr/>
                <p14:nvPr/>
              </p14:nvContentPartPr>
              <p14:xfrm>
                <a:off x="5790051" y="3698659"/>
                <a:ext cx="146160" cy="211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6283612-DE9C-7284-DA19-7EDC93DC5AF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83931" y="3692539"/>
                  <a:ext cx="1584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87C1D8F-98B4-58B2-5C06-EE41960BBD90}"/>
                    </a:ext>
                  </a:extLst>
                </p14:cNvPr>
                <p14:cNvContentPartPr/>
                <p14:nvPr/>
              </p14:nvContentPartPr>
              <p14:xfrm>
                <a:off x="6006051" y="3696859"/>
                <a:ext cx="121680" cy="188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87C1D8F-98B4-58B2-5C06-EE41960BBD9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99931" y="3690739"/>
                  <a:ext cx="133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65A5651-1083-046B-AF5C-DDA06CB099DA}"/>
                    </a:ext>
                  </a:extLst>
                </p14:cNvPr>
                <p14:cNvContentPartPr/>
                <p14:nvPr/>
              </p14:nvContentPartPr>
              <p14:xfrm>
                <a:off x="5602491" y="2556379"/>
                <a:ext cx="1199520" cy="1487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65A5651-1083-046B-AF5C-DDA06CB099D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96371" y="2550259"/>
                  <a:ext cx="1211760" cy="149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FE8ABDE-0445-80FF-508A-F51549619341}"/>
              </a:ext>
            </a:extLst>
          </p:cNvPr>
          <p:cNvGrpSpPr/>
          <p:nvPr/>
        </p:nvGrpSpPr>
        <p:grpSpPr>
          <a:xfrm>
            <a:off x="7526691" y="-74141"/>
            <a:ext cx="3996720" cy="3391200"/>
            <a:chOff x="7526691" y="-74141"/>
            <a:chExt cx="3996720" cy="339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970AF4B-C182-2D47-63B3-09BAD6C67E4B}"/>
                    </a:ext>
                  </a:extLst>
                </p14:cNvPr>
                <p14:cNvContentPartPr/>
                <p14:nvPr/>
              </p14:nvContentPartPr>
              <p14:xfrm>
                <a:off x="7819011" y="344539"/>
                <a:ext cx="175680" cy="227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970AF4B-C182-2D47-63B3-09BAD6C67E4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12891" y="338419"/>
                  <a:ext cx="1879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2DCFCC8-68AA-523E-A575-8DE7E27B34E0}"/>
                    </a:ext>
                  </a:extLst>
                </p14:cNvPr>
                <p14:cNvContentPartPr/>
                <p14:nvPr/>
              </p14:nvContentPartPr>
              <p14:xfrm>
                <a:off x="8018091" y="379819"/>
                <a:ext cx="105840" cy="178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2DCFCC8-68AA-523E-A575-8DE7E27B34E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11971" y="373699"/>
                  <a:ext cx="118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F8178C2-1FD5-B933-3461-08FC765BC534}"/>
                    </a:ext>
                  </a:extLst>
                </p14:cNvPr>
                <p14:cNvContentPartPr/>
                <p14:nvPr/>
              </p14:nvContentPartPr>
              <p14:xfrm>
                <a:off x="8130411" y="337339"/>
                <a:ext cx="96840" cy="213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F8178C2-1FD5-B933-3461-08FC765BC53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24291" y="331219"/>
                  <a:ext cx="109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D30D682-151B-6D42-2410-2EE0A7F24426}"/>
                    </a:ext>
                  </a:extLst>
                </p14:cNvPr>
                <p14:cNvContentPartPr/>
                <p14:nvPr/>
              </p14:nvContentPartPr>
              <p14:xfrm>
                <a:off x="9772371" y="1157059"/>
                <a:ext cx="116640" cy="257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D30D682-151B-6D42-2410-2EE0A7F2442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66251" y="1150939"/>
                  <a:ext cx="128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40AD76-E702-7A0B-F025-A1BC48AED4C4}"/>
                    </a:ext>
                  </a:extLst>
                </p14:cNvPr>
                <p14:cNvContentPartPr/>
                <p14:nvPr/>
              </p14:nvContentPartPr>
              <p14:xfrm>
                <a:off x="9834651" y="1175059"/>
                <a:ext cx="47160" cy="3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40AD76-E702-7A0B-F025-A1BC48AED4C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28531" y="1168939"/>
                  <a:ext cx="594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5356BA7-77CE-37FC-91F5-E24ADD3631D8}"/>
                    </a:ext>
                  </a:extLst>
                </p14:cNvPr>
                <p14:cNvContentPartPr/>
                <p14:nvPr/>
              </p14:nvContentPartPr>
              <p14:xfrm>
                <a:off x="9927171" y="1188379"/>
                <a:ext cx="147960" cy="20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5356BA7-77CE-37FC-91F5-E24ADD3631D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21051" y="1182259"/>
                  <a:ext cx="1602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9CE05A6-E9C5-3991-D355-2F04B9C5E017}"/>
                    </a:ext>
                  </a:extLst>
                </p14:cNvPr>
                <p14:cNvContentPartPr/>
                <p14:nvPr/>
              </p14:nvContentPartPr>
              <p14:xfrm>
                <a:off x="8915931" y="2142379"/>
                <a:ext cx="120240" cy="259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9CE05A6-E9C5-3991-D355-2F04B9C5E01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09811" y="2136259"/>
                  <a:ext cx="1324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1545CA-1C61-103B-F734-E6D1A8F05E26}"/>
                    </a:ext>
                  </a:extLst>
                </p14:cNvPr>
                <p14:cNvContentPartPr/>
                <p14:nvPr/>
              </p14:nvContentPartPr>
              <p14:xfrm>
                <a:off x="9034731" y="2201779"/>
                <a:ext cx="162360" cy="185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1545CA-1C61-103B-F734-E6D1A8F05E2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28611" y="2195659"/>
                  <a:ext cx="174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C36EE96-1C78-2056-0746-C8CA24E29ECC}"/>
                    </a:ext>
                  </a:extLst>
                </p14:cNvPr>
                <p14:cNvContentPartPr/>
                <p14:nvPr/>
              </p14:nvContentPartPr>
              <p14:xfrm>
                <a:off x="7526691" y="2725579"/>
                <a:ext cx="84600" cy="208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C36EE96-1C78-2056-0746-C8CA24E29EC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20571" y="2719459"/>
                  <a:ext cx="96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487CBC3-98D1-BED2-4056-DA43EBC53401}"/>
                    </a:ext>
                  </a:extLst>
                </p14:cNvPr>
                <p14:cNvContentPartPr/>
                <p14:nvPr/>
              </p14:nvContentPartPr>
              <p14:xfrm>
                <a:off x="7588971" y="2770579"/>
                <a:ext cx="62640" cy="3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487CBC3-98D1-BED2-4056-DA43EBC5340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82851" y="2764459"/>
                  <a:ext cx="748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BDC702D-0971-F592-0C1E-4537AB063AB2}"/>
                    </a:ext>
                  </a:extLst>
                </p14:cNvPr>
                <p14:cNvContentPartPr/>
                <p14:nvPr/>
              </p14:nvContentPartPr>
              <p14:xfrm>
                <a:off x="7689411" y="2751499"/>
                <a:ext cx="146520" cy="204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BDC702D-0971-F592-0C1E-4537AB063AB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83291" y="2745379"/>
                  <a:ext cx="1587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3D7EAA2-42D9-5061-AD08-345BF82EB1E2}"/>
                    </a:ext>
                  </a:extLst>
                </p14:cNvPr>
                <p14:cNvContentPartPr/>
                <p14:nvPr/>
              </p14:nvContentPartPr>
              <p14:xfrm>
                <a:off x="7853571" y="1217899"/>
                <a:ext cx="1505880" cy="2099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3D7EAA2-42D9-5061-AD08-345BF82EB1E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47451" y="1211779"/>
                  <a:ext cx="1518120" cy="21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C049F75-23F4-C553-E17E-8E31CEBA3E29}"/>
                    </a:ext>
                  </a:extLst>
                </p14:cNvPr>
                <p14:cNvContentPartPr/>
                <p14:nvPr/>
              </p14:nvContentPartPr>
              <p14:xfrm>
                <a:off x="9732051" y="1436419"/>
                <a:ext cx="1291680" cy="12178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C049F75-23F4-C553-E17E-8E31CEBA3E2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25931" y="1430299"/>
                  <a:ext cx="1303920" cy="12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A4CEF43-5479-E1FA-4377-9D7BFD2C6E88}"/>
                    </a:ext>
                  </a:extLst>
                </p14:cNvPr>
                <p14:cNvContentPartPr/>
                <p14:nvPr/>
              </p14:nvContentPartPr>
              <p14:xfrm>
                <a:off x="9983331" y="-74141"/>
                <a:ext cx="1540080" cy="18471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A4CEF43-5479-E1FA-4377-9D7BFD2C6E8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77211" y="-80261"/>
                  <a:ext cx="1552320" cy="1859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34339AE-EFF1-D0E6-9103-EE9A9DB91CC1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Decision Trees</a:t>
            </a:r>
          </a:p>
        </p:txBody>
      </p:sp>
    </p:spTree>
    <p:extLst>
      <p:ext uri="{BB962C8B-B14F-4D97-AF65-F5344CB8AC3E}">
        <p14:creationId xmlns:p14="http://schemas.microsoft.com/office/powerpoint/2010/main" val="259821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A56A22-3B43-71E0-3622-3DC9D2E0DD2C}"/>
              </a:ext>
            </a:extLst>
          </p:cNvPr>
          <p:cNvSpPr/>
          <p:nvPr/>
        </p:nvSpPr>
        <p:spPr>
          <a:xfrm>
            <a:off x="3089709" y="2824229"/>
            <a:ext cx="3493971" cy="1006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5AF36A6-1B25-6F4B-A277-01F3549AC0AE}"/>
              </a:ext>
            </a:extLst>
          </p:cNvPr>
          <p:cNvSpPr/>
          <p:nvPr/>
        </p:nvSpPr>
        <p:spPr>
          <a:xfrm>
            <a:off x="-231006" y="3070459"/>
            <a:ext cx="2417286" cy="1567346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Leaf Node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D8EE27-FD76-2BB1-1692-57AD70B783F1}"/>
              </a:ext>
            </a:extLst>
          </p:cNvPr>
          <p:cNvSpPr/>
          <p:nvPr/>
        </p:nvSpPr>
        <p:spPr>
          <a:xfrm>
            <a:off x="3328735" y="30704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57A5C0-4DDE-70F9-809A-FC6B3D1149A7}"/>
              </a:ext>
            </a:extLst>
          </p:cNvPr>
          <p:cNvSpPr/>
          <p:nvPr/>
        </p:nvSpPr>
        <p:spPr>
          <a:xfrm>
            <a:off x="5471390" y="30704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80253E-C637-C245-E485-9AC394F1037D}"/>
              </a:ext>
            </a:extLst>
          </p:cNvPr>
          <p:cNvSpPr/>
          <p:nvPr/>
        </p:nvSpPr>
        <p:spPr>
          <a:xfrm>
            <a:off x="5173006" y="30704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652CA6-68EF-5C0D-3230-09838920C30C}"/>
              </a:ext>
            </a:extLst>
          </p:cNvPr>
          <p:cNvSpPr/>
          <p:nvPr/>
        </p:nvSpPr>
        <p:spPr>
          <a:xfrm>
            <a:off x="3647974" y="30496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9C817-293F-E98D-8A2B-0F00B36B9A15}"/>
              </a:ext>
            </a:extLst>
          </p:cNvPr>
          <p:cNvSpPr/>
          <p:nvPr/>
        </p:nvSpPr>
        <p:spPr>
          <a:xfrm>
            <a:off x="4867433" y="30496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83D092-FC24-95DE-9E7B-C2E4346D10F8}"/>
              </a:ext>
            </a:extLst>
          </p:cNvPr>
          <p:cNvSpPr/>
          <p:nvPr/>
        </p:nvSpPr>
        <p:spPr>
          <a:xfrm>
            <a:off x="3964003" y="30496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085064-2995-70BA-62FC-14A7606F6373}"/>
              </a:ext>
            </a:extLst>
          </p:cNvPr>
          <p:cNvSpPr/>
          <p:nvPr/>
        </p:nvSpPr>
        <p:spPr>
          <a:xfrm>
            <a:off x="4562375" y="30496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7D29D2-5858-6A8A-EBBD-7B30ED56DA62}"/>
              </a:ext>
            </a:extLst>
          </p:cNvPr>
          <p:cNvSpPr/>
          <p:nvPr/>
        </p:nvSpPr>
        <p:spPr>
          <a:xfrm>
            <a:off x="4283242" y="30496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1F3F17-C4FE-8BA2-85D0-3AAC5C9F6BA0}"/>
              </a:ext>
            </a:extLst>
          </p:cNvPr>
          <p:cNvSpPr/>
          <p:nvPr/>
        </p:nvSpPr>
        <p:spPr>
          <a:xfrm>
            <a:off x="3335410" y="339611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B7DB40-D394-44D9-F54F-FB1F348BEE06}"/>
              </a:ext>
            </a:extLst>
          </p:cNvPr>
          <p:cNvSpPr/>
          <p:nvPr/>
        </p:nvSpPr>
        <p:spPr>
          <a:xfrm>
            <a:off x="5478065" y="339611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CE54A3-7846-6C2F-7A7C-09C03B43CD2C}"/>
              </a:ext>
            </a:extLst>
          </p:cNvPr>
          <p:cNvSpPr/>
          <p:nvPr/>
        </p:nvSpPr>
        <p:spPr>
          <a:xfrm>
            <a:off x="5179681" y="339611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C5B3BCA-A4D4-BF23-BA0C-0FE82DD59AA2}"/>
              </a:ext>
            </a:extLst>
          </p:cNvPr>
          <p:cNvSpPr/>
          <p:nvPr/>
        </p:nvSpPr>
        <p:spPr>
          <a:xfrm>
            <a:off x="3654649" y="33752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607116-8991-2FD1-3E16-627B1FE0082F}"/>
              </a:ext>
            </a:extLst>
          </p:cNvPr>
          <p:cNvSpPr/>
          <p:nvPr/>
        </p:nvSpPr>
        <p:spPr>
          <a:xfrm>
            <a:off x="4874108" y="33752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A4BA05A-9CE1-3DF6-F52B-CF23A06076E7}"/>
              </a:ext>
            </a:extLst>
          </p:cNvPr>
          <p:cNvSpPr/>
          <p:nvPr/>
        </p:nvSpPr>
        <p:spPr>
          <a:xfrm>
            <a:off x="3970678" y="33752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D1EDF7-B869-CDF6-A044-B024B435EDC8}"/>
              </a:ext>
            </a:extLst>
          </p:cNvPr>
          <p:cNvSpPr/>
          <p:nvPr/>
        </p:nvSpPr>
        <p:spPr>
          <a:xfrm>
            <a:off x="4569050" y="33752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92C935F-8E48-71D1-C518-DDBDB366E438}"/>
              </a:ext>
            </a:extLst>
          </p:cNvPr>
          <p:cNvSpPr/>
          <p:nvPr/>
        </p:nvSpPr>
        <p:spPr>
          <a:xfrm>
            <a:off x="4289917" y="33752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D744CD-88E9-D635-5187-AA5F6EED9BB5}"/>
              </a:ext>
            </a:extLst>
          </p:cNvPr>
          <p:cNvSpPr/>
          <p:nvPr/>
        </p:nvSpPr>
        <p:spPr>
          <a:xfrm>
            <a:off x="7513550" y="2824229"/>
            <a:ext cx="3493971" cy="1006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BB99EF-C24A-8BEE-8782-BFF01C6A3D67}"/>
              </a:ext>
            </a:extLst>
          </p:cNvPr>
          <p:cNvSpPr/>
          <p:nvPr/>
        </p:nvSpPr>
        <p:spPr>
          <a:xfrm>
            <a:off x="7752576" y="30704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F331D46-E3A7-BBFD-1D95-3D1AA74556AA}"/>
              </a:ext>
            </a:extLst>
          </p:cNvPr>
          <p:cNvSpPr/>
          <p:nvPr/>
        </p:nvSpPr>
        <p:spPr>
          <a:xfrm>
            <a:off x="9895231" y="30704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9E7B70-08AD-108D-6EB1-4790A7051182}"/>
              </a:ext>
            </a:extLst>
          </p:cNvPr>
          <p:cNvSpPr/>
          <p:nvPr/>
        </p:nvSpPr>
        <p:spPr>
          <a:xfrm>
            <a:off x="9596847" y="30704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0410877-D341-449B-05E7-FBEDEA786099}"/>
              </a:ext>
            </a:extLst>
          </p:cNvPr>
          <p:cNvSpPr/>
          <p:nvPr/>
        </p:nvSpPr>
        <p:spPr>
          <a:xfrm>
            <a:off x="8071815" y="30496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C308601-2C7E-189D-F5D7-8CF1CA778E79}"/>
              </a:ext>
            </a:extLst>
          </p:cNvPr>
          <p:cNvSpPr/>
          <p:nvPr/>
        </p:nvSpPr>
        <p:spPr>
          <a:xfrm>
            <a:off x="9291274" y="30496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ABFE985-0AA8-04C9-DAFF-E86118AA7664}"/>
              </a:ext>
            </a:extLst>
          </p:cNvPr>
          <p:cNvSpPr/>
          <p:nvPr/>
        </p:nvSpPr>
        <p:spPr>
          <a:xfrm>
            <a:off x="8387844" y="30496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6860259-F571-E157-1A98-AF38A00A4F49}"/>
              </a:ext>
            </a:extLst>
          </p:cNvPr>
          <p:cNvSpPr/>
          <p:nvPr/>
        </p:nvSpPr>
        <p:spPr>
          <a:xfrm>
            <a:off x="8986216" y="30496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6AC6FF9-93A6-C6F1-95A6-BC0A1CDD074B}"/>
              </a:ext>
            </a:extLst>
          </p:cNvPr>
          <p:cNvSpPr/>
          <p:nvPr/>
        </p:nvSpPr>
        <p:spPr>
          <a:xfrm>
            <a:off x="8707083" y="30496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1202FA9-88BA-5ABB-3C7E-18A82CA69645}"/>
              </a:ext>
            </a:extLst>
          </p:cNvPr>
          <p:cNvSpPr/>
          <p:nvPr/>
        </p:nvSpPr>
        <p:spPr>
          <a:xfrm>
            <a:off x="7759251" y="339611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5A64F20-6228-5589-4D6D-8615B2E2456E}"/>
              </a:ext>
            </a:extLst>
          </p:cNvPr>
          <p:cNvSpPr/>
          <p:nvPr/>
        </p:nvSpPr>
        <p:spPr>
          <a:xfrm>
            <a:off x="9901906" y="339611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272C57A-9553-2A3E-D05A-299649E323C4}"/>
              </a:ext>
            </a:extLst>
          </p:cNvPr>
          <p:cNvSpPr/>
          <p:nvPr/>
        </p:nvSpPr>
        <p:spPr>
          <a:xfrm>
            <a:off x="9603522" y="339611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1A2BCBB-C80A-B1D4-B855-E16F7F5E1462}"/>
              </a:ext>
            </a:extLst>
          </p:cNvPr>
          <p:cNvSpPr/>
          <p:nvPr/>
        </p:nvSpPr>
        <p:spPr>
          <a:xfrm>
            <a:off x="8078490" y="33752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53349E7-6ADC-C453-5FD5-6FEC417EF1FF}"/>
              </a:ext>
            </a:extLst>
          </p:cNvPr>
          <p:cNvSpPr/>
          <p:nvPr/>
        </p:nvSpPr>
        <p:spPr>
          <a:xfrm>
            <a:off x="9297949" y="33752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07F9B0C-525A-6301-211B-135FD5C7E697}"/>
              </a:ext>
            </a:extLst>
          </p:cNvPr>
          <p:cNvSpPr/>
          <p:nvPr/>
        </p:nvSpPr>
        <p:spPr>
          <a:xfrm>
            <a:off x="8394519" y="33752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67A0E9B-933D-7BB4-8111-43660A6F67CF}"/>
              </a:ext>
            </a:extLst>
          </p:cNvPr>
          <p:cNvSpPr/>
          <p:nvPr/>
        </p:nvSpPr>
        <p:spPr>
          <a:xfrm>
            <a:off x="8992891" y="33752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AC63F57-68C1-6F0E-4E36-C0FF19A64AE4}"/>
              </a:ext>
            </a:extLst>
          </p:cNvPr>
          <p:cNvSpPr/>
          <p:nvPr/>
        </p:nvSpPr>
        <p:spPr>
          <a:xfrm>
            <a:off x="8713758" y="33752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784CDA8-7EB0-A4E4-55C6-6812F298892E}"/>
              </a:ext>
            </a:extLst>
          </p:cNvPr>
          <p:cNvSpPr/>
          <p:nvPr/>
        </p:nvSpPr>
        <p:spPr>
          <a:xfrm>
            <a:off x="6127513" y="307170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1081EDA-F29F-6035-976B-E0BD074386CA}"/>
              </a:ext>
            </a:extLst>
          </p:cNvPr>
          <p:cNvSpPr/>
          <p:nvPr/>
        </p:nvSpPr>
        <p:spPr>
          <a:xfrm>
            <a:off x="5829129" y="307170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51797D1-D518-1273-C24B-9220617F39A2}"/>
              </a:ext>
            </a:extLst>
          </p:cNvPr>
          <p:cNvSpPr/>
          <p:nvPr/>
        </p:nvSpPr>
        <p:spPr>
          <a:xfrm>
            <a:off x="6134188" y="339735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AB9926B-C78F-F911-3349-659B165C1C38}"/>
              </a:ext>
            </a:extLst>
          </p:cNvPr>
          <p:cNvSpPr/>
          <p:nvPr/>
        </p:nvSpPr>
        <p:spPr>
          <a:xfrm>
            <a:off x="5835804" y="339735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C333D5-6B8A-0EE1-5F1A-863506E71826}"/>
              </a:ext>
            </a:extLst>
          </p:cNvPr>
          <p:cNvSpPr/>
          <p:nvPr/>
        </p:nvSpPr>
        <p:spPr>
          <a:xfrm>
            <a:off x="5146566" y="483686"/>
            <a:ext cx="3493971" cy="1662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BC1FC54-0F16-6BA0-05E0-4C66ECA3F44E}"/>
              </a:ext>
            </a:extLst>
          </p:cNvPr>
          <p:cNvSpPr/>
          <p:nvPr/>
        </p:nvSpPr>
        <p:spPr>
          <a:xfrm>
            <a:off x="5385592" y="7299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A98BEC8-1DE5-5772-262C-3E6F49450D50}"/>
              </a:ext>
            </a:extLst>
          </p:cNvPr>
          <p:cNvSpPr/>
          <p:nvPr/>
        </p:nvSpPr>
        <p:spPr>
          <a:xfrm>
            <a:off x="7528247" y="7299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4E26FD6-47E5-67B3-741D-6B0494D0933C}"/>
              </a:ext>
            </a:extLst>
          </p:cNvPr>
          <p:cNvSpPr/>
          <p:nvPr/>
        </p:nvSpPr>
        <p:spPr>
          <a:xfrm>
            <a:off x="7229863" y="7299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2CB0388-C2A2-1224-9667-F2D8F8485745}"/>
              </a:ext>
            </a:extLst>
          </p:cNvPr>
          <p:cNvSpPr/>
          <p:nvPr/>
        </p:nvSpPr>
        <p:spPr>
          <a:xfrm>
            <a:off x="5704831" y="7090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77C67D5-CEE9-B0EF-A8EB-B06C25A0D8FC}"/>
              </a:ext>
            </a:extLst>
          </p:cNvPr>
          <p:cNvSpPr/>
          <p:nvPr/>
        </p:nvSpPr>
        <p:spPr>
          <a:xfrm>
            <a:off x="6924290" y="7090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66DBB68-903B-EC40-D454-D6DF3E43CC87}"/>
              </a:ext>
            </a:extLst>
          </p:cNvPr>
          <p:cNvSpPr/>
          <p:nvPr/>
        </p:nvSpPr>
        <p:spPr>
          <a:xfrm>
            <a:off x="6020860" y="7090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49B45A1-5297-8803-2C0E-BA8CDC3F16B2}"/>
              </a:ext>
            </a:extLst>
          </p:cNvPr>
          <p:cNvSpPr/>
          <p:nvPr/>
        </p:nvSpPr>
        <p:spPr>
          <a:xfrm>
            <a:off x="6619232" y="7090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8448B16-8BBA-96A6-B5A1-440C66228228}"/>
              </a:ext>
            </a:extLst>
          </p:cNvPr>
          <p:cNvSpPr/>
          <p:nvPr/>
        </p:nvSpPr>
        <p:spPr>
          <a:xfrm>
            <a:off x="6340099" y="7090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0EE76DE-0AA9-2741-78D3-737B06964A86}"/>
              </a:ext>
            </a:extLst>
          </p:cNvPr>
          <p:cNvSpPr/>
          <p:nvPr/>
        </p:nvSpPr>
        <p:spPr>
          <a:xfrm>
            <a:off x="5392267" y="105557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8EBC33D-DF33-4670-DAC0-45F94ECFE098}"/>
              </a:ext>
            </a:extLst>
          </p:cNvPr>
          <p:cNvSpPr/>
          <p:nvPr/>
        </p:nvSpPr>
        <p:spPr>
          <a:xfrm>
            <a:off x="7534922" y="105557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E1079EA-D8A8-C27C-1080-5EA03D3754C9}"/>
              </a:ext>
            </a:extLst>
          </p:cNvPr>
          <p:cNvSpPr/>
          <p:nvPr/>
        </p:nvSpPr>
        <p:spPr>
          <a:xfrm>
            <a:off x="7236538" y="105557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07EAAF7-EF3E-4237-4CA8-678746E28880}"/>
              </a:ext>
            </a:extLst>
          </p:cNvPr>
          <p:cNvSpPr/>
          <p:nvPr/>
        </p:nvSpPr>
        <p:spPr>
          <a:xfrm>
            <a:off x="5711506" y="103471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EF31082-00B3-CFF6-73D7-9528BF2A6FB3}"/>
              </a:ext>
            </a:extLst>
          </p:cNvPr>
          <p:cNvSpPr/>
          <p:nvPr/>
        </p:nvSpPr>
        <p:spPr>
          <a:xfrm>
            <a:off x="6930965" y="103471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151E38A-789B-3664-C26F-B63E259F5643}"/>
              </a:ext>
            </a:extLst>
          </p:cNvPr>
          <p:cNvSpPr/>
          <p:nvPr/>
        </p:nvSpPr>
        <p:spPr>
          <a:xfrm>
            <a:off x="6027535" y="103471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3911FB6-120E-A53B-3950-EA67347EE97D}"/>
              </a:ext>
            </a:extLst>
          </p:cNvPr>
          <p:cNvSpPr/>
          <p:nvPr/>
        </p:nvSpPr>
        <p:spPr>
          <a:xfrm>
            <a:off x="6625907" y="103471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F9C4425-1854-DD19-A1E6-8442870EBFBB}"/>
              </a:ext>
            </a:extLst>
          </p:cNvPr>
          <p:cNvSpPr/>
          <p:nvPr/>
        </p:nvSpPr>
        <p:spPr>
          <a:xfrm>
            <a:off x="6346774" y="103471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D6DDB87-C75B-447C-A9D7-69784A59FC44}"/>
              </a:ext>
            </a:extLst>
          </p:cNvPr>
          <p:cNvSpPr/>
          <p:nvPr/>
        </p:nvSpPr>
        <p:spPr>
          <a:xfrm>
            <a:off x="8152544" y="72991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B89C545-1B01-7888-C95C-477EC103C0B8}"/>
              </a:ext>
            </a:extLst>
          </p:cNvPr>
          <p:cNvSpPr/>
          <p:nvPr/>
        </p:nvSpPr>
        <p:spPr>
          <a:xfrm>
            <a:off x="7854160" y="72991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EDCAAA9-B266-6038-DD1A-E38D43E27B7B}"/>
              </a:ext>
            </a:extLst>
          </p:cNvPr>
          <p:cNvSpPr/>
          <p:nvPr/>
        </p:nvSpPr>
        <p:spPr>
          <a:xfrm>
            <a:off x="8159219" y="105557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D8416D8-8ECB-72E3-8452-8491B30CE9AC}"/>
              </a:ext>
            </a:extLst>
          </p:cNvPr>
          <p:cNvSpPr/>
          <p:nvPr/>
        </p:nvSpPr>
        <p:spPr>
          <a:xfrm>
            <a:off x="7860835" y="105557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985849C9-1DFC-A9BB-7C25-6135A9C71B43}"/>
              </a:ext>
            </a:extLst>
          </p:cNvPr>
          <p:cNvSpPr/>
          <p:nvPr/>
        </p:nvSpPr>
        <p:spPr>
          <a:xfrm>
            <a:off x="5405303" y="13696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5966D35-F7B5-EBC2-CCFA-98FED1F2971D}"/>
              </a:ext>
            </a:extLst>
          </p:cNvPr>
          <p:cNvSpPr/>
          <p:nvPr/>
        </p:nvSpPr>
        <p:spPr>
          <a:xfrm>
            <a:off x="7547958" y="13696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DBAAA1D-6A94-70ED-C1EA-9EE287E4BA02}"/>
              </a:ext>
            </a:extLst>
          </p:cNvPr>
          <p:cNvSpPr/>
          <p:nvPr/>
        </p:nvSpPr>
        <p:spPr>
          <a:xfrm>
            <a:off x="7249574" y="13696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31DE5B6-353A-3694-F555-5DEE08FD5DCA}"/>
              </a:ext>
            </a:extLst>
          </p:cNvPr>
          <p:cNvSpPr/>
          <p:nvPr/>
        </p:nvSpPr>
        <p:spPr>
          <a:xfrm>
            <a:off x="5724542" y="13487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8CA2FF2-3F02-B132-4B05-E05EFC3FE894}"/>
              </a:ext>
            </a:extLst>
          </p:cNvPr>
          <p:cNvSpPr/>
          <p:nvPr/>
        </p:nvSpPr>
        <p:spPr>
          <a:xfrm>
            <a:off x="6944001" y="13487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D80F332-87CA-809F-5555-463E466F1ECF}"/>
              </a:ext>
            </a:extLst>
          </p:cNvPr>
          <p:cNvSpPr/>
          <p:nvPr/>
        </p:nvSpPr>
        <p:spPr>
          <a:xfrm>
            <a:off x="6040571" y="13487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B913898-6EDA-7B0B-6F62-5EB3297974EA}"/>
              </a:ext>
            </a:extLst>
          </p:cNvPr>
          <p:cNvSpPr/>
          <p:nvPr/>
        </p:nvSpPr>
        <p:spPr>
          <a:xfrm>
            <a:off x="6638943" y="13487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DAD963A-95BE-4EE7-DC8B-755EC3BD1D02}"/>
              </a:ext>
            </a:extLst>
          </p:cNvPr>
          <p:cNvSpPr/>
          <p:nvPr/>
        </p:nvSpPr>
        <p:spPr>
          <a:xfrm>
            <a:off x="6359810" y="13487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B3D7D6C-310A-7C91-7EFC-EE2EE5EECB69}"/>
              </a:ext>
            </a:extLst>
          </p:cNvPr>
          <p:cNvSpPr/>
          <p:nvPr/>
        </p:nvSpPr>
        <p:spPr>
          <a:xfrm>
            <a:off x="5411978" y="1695257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4E14FBC-857F-58CE-7703-5A468F79622A}"/>
              </a:ext>
            </a:extLst>
          </p:cNvPr>
          <p:cNvSpPr/>
          <p:nvPr/>
        </p:nvSpPr>
        <p:spPr>
          <a:xfrm>
            <a:off x="7554633" y="1695257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828B3B0-DBDA-E78D-D8FF-0AD4F741A3CE}"/>
              </a:ext>
            </a:extLst>
          </p:cNvPr>
          <p:cNvSpPr/>
          <p:nvPr/>
        </p:nvSpPr>
        <p:spPr>
          <a:xfrm>
            <a:off x="7256249" y="1695257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BB1A828C-279C-8558-EA7D-7F0988C382EE}"/>
              </a:ext>
            </a:extLst>
          </p:cNvPr>
          <p:cNvSpPr/>
          <p:nvPr/>
        </p:nvSpPr>
        <p:spPr>
          <a:xfrm>
            <a:off x="5731217" y="167440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E88919D-8E4F-A11A-82D5-82299315AC0B}"/>
              </a:ext>
            </a:extLst>
          </p:cNvPr>
          <p:cNvSpPr/>
          <p:nvPr/>
        </p:nvSpPr>
        <p:spPr>
          <a:xfrm>
            <a:off x="6950676" y="167440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D0CB036-DE7E-6C7D-9C7A-63E19BA69FC2}"/>
              </a:ext>
            </a:extLst>
          </p:cNvPr>
          <p:cNvSpPr/>
          <p:nvPr/>
        </p:nvSpPr>
        <p:spPr>
          <a:xfrm>
            <a:off x="6047246" y="167440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2AF21D4-51FC-9D48-D4B3-3C67873CF699}"/>
              </a:ext>
            </a:extLst>
          </p:cNvPr>
          <p:cNvSpPr/>
          <p:nvPr/>
        </p:nvSpPr>
        <p:spPr>
          <a:xfrm>
            <a:off x="6645618" y="167440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60C80C8-6CCD-28A3-357E-BDCEE34774D4}"/>
              </a:ext>
            </a:extLst>
          </p:cNvPr>
          <p:cNvSpPr/>
          <p:nvPr/>
        </p:nvSpPr>
        <p:spPr>
          <a:xfrm>
            <a:off x="6366485" y="1674402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6B24969-D11C-956A-FEDD-BDA4A1AEB927}"/>
              </a:ext>
            </a:extLst>
          </p:cNvPr>
          <p:cNvSpPr/>
          <p:nvPr/>
        </p:nvSpPr>
        <p:spPr>
          <a:xfrm>
            <a:off x="8172255" y="136960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0B362CE-9078-DE93-18D0-C4562EE92AB4}"/>
              </a:ext>
            </a:extLst>
          </p:cNvPr>
          <p:cNvSpPr/>
          <p:nvPr/>
        </p:nvSpPr>
        <p:spPr>
          <a:xfrm>
            <a:off x="7873871" y="136960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4BC315A-51AF-B267-430A-3F786E5AE3DB}"/>
              </a:ext>
            </a:extLst>
          </p:cNvPr>
          <p:cNvSpPr/>
          <p:nvPr/>
        </p:nvSpPr>
        <p:spPr>
          <a:xfrm>
            <a:off x="8178930" y="169525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A2B89B3-7676-C471-A08F-C2D297FD79A2}"/>
              </a:ext>
            </a:extLst>
          </p:cNvPr>
          <p:cNvSpPr/>
          <p:nvPr/>
        </p:nvSpPr>
        <p:spPr>
          <a:xfrm>
            <a:off x="7880546" y="1695257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FBB5200-ACFA-3E96-34BB-B353F6413300}"/>
              </a:ext>
            </a:extLst>
          </p:cNvPr>
          <p:cNvCxnSpPr>
            <a:cxnSpLocks/>
            <a:stCxn id="47" idx="2"/>
            <a:endCxn id="4" idx="0"/>
          </p:cNvCxnSpPr>
          <p:nvPr/>
        </p:nvCxnSpPr>
        <p:spPr>
          <a:xfrm flipH="1">
            <a:off x="4836695" y="2146434"/>
            <a:ext cx="2056857" cy="677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8429C89-FFD5-DF67-C878-E283D6200AD2}"/>
              </a:ext>
            </a:extLst>
          </p:cNvPr>
          <p:cNvCxnSpPr>
            <a:cxnSpLocks/>
            <a:stCxn id="47" idx="2"/>
            <a:endCxn id="26" idx="0"/>
          </p:cNvCxnSpPr>
          <p:nvPr/>
        </p:nvCxnSpPr>
        <p:spPr>
          <a:xfrm>
            <a:off x="6893552" y="2146434"/>
            <a:ext cx="2366984" cy="677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36418CF-97A6-463D-D919-7E7F45536258}"/>
              </a:ext>
            </a:extLst>
          </p:cNvPr>
          <p:cNvSpPr/>
          <p:nvPr/>
        </p:nvSpPr>
        <p:spPr>
          <a:xfrm rot="5634502">
            <a:off x="10659094" y="304490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23F3650-7947-6AC5-A3CB-5471ABF4B491}"/>
              </a:ext>
            </a:extLst>
          </p:cNvPr>
          <p:cNvSpPr/>
          <p:nvPr/>
        </p:nvSpPr>
        <p:spPr>
          <a:xfrm rot="5634502">
            <a:off x="10360710" y="304490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164C5AD-292E-E627-E31C-C1A4D3A865B3}"/>
              </a:ext>
            </a:extLst>
          </p:cNvPr>
          <p:cNvSpPr/>
          <p:nvPr/>
        </p:nvSpPr>
        <p:spPr>
          <a:xfrm rot="5634502">
            <a:off x="10665769" y="337055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22CE5F7-893D-088C-44A0-ECBF715A2273}"/>
              </a:ext>
            </a:extLst>
          </p:cNvPr>
          <p:cNvSpPr/>
          <p:nvPr/>
        </p:nvSpPr>
        <p:spPr>
          <a:xfrm rot="5634502">
            <a:off x="10367385" y="337055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16822CB-04EF-5D65-E254-9B0DCC7F298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Decision Trees - Purity</a:t>
            </a:r>
          </a:p>
        </p:txBody>
      </p:sp>
    </p:spTree>
    <p:extLst>
      <p:ext uri="{BB962C8B-B14F-4D97-AF65-F5344CB8AC3E}">
        <p14:creationId xmlns:p14="http://schemas.microsoft.com/office/powerpoint/2010/main" val="3099870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F0B08-5784-7A6F-59FF-80480B814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DFBCF274-6EF7-FFF0-B94D-9A315CBE9A86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Classification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520AF9-60B3-0833-1616-00BD1C972389}"/>
              </a:ext>
            </a:extLst>
          </p:cNvPr>
          <p:cNvSpPr/>
          <p:nvPr/>
        </p:nvSpPr>
        <p:spPr>
          <a:xfrm>
            <a:off x="2204185" y="2612473"/>
            <a:ext cx="3493971" cy="1006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FC1819-8DFE-F23A-F465-0BFD1CD43255}"/>
              </a:ext>
            </a:extLst>
          </p:cNvPr>
          <p:cNvSpPr/>
          <p:nvPr/>
        </p:nvSpPr>
        <p:spPr>
          <a:xfrm>
            <a:off x="2443211" y="285870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09E92A8-BD86-D456-3995-6EB2E0E30632}"/>
              </a:ext>
            </a:extLst>
          </p:cNvPr>
          <p:cNvSpPr/>
          <p:nvPr/>
        </p:nvSpPr>
        <p:spPr>
          <a:xfrm>
            <a:off x="4585866" y="285870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1292B92-0F53-81CB-2ACE-D8B724A1813E}"/>
              </a:ext>
            </a:extLst>
          </p:cNvPr>
          <p:cNvSpPr/>
          <p:nvPr/>
        </p:nvSpPr>
        <p:spPr>
          <a:xfrm>
            <a:off x="4287482" y="285870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683572E-FE4F-ABDE-301A-8413DF37AFC3}"/>
              </a:ext>
            </a:extLst>
          </p:cNvPr>
          <p:cNvSpPr/>
          <p:nvPr/>
        </p:nvSpPr>
        <p:spPr>
          <a:xfrm>
            <a:off x="2762450" y="283784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87FC36D-55B2-D789-3B3D-91573E5256F1}"/>
              </a:ext>
            </a:extLst>
          </p:cNvPr>
          <p:cNvSpPr/>
          <p:nvPr/>
        </p:nvSpPr>
        <p:spPr>
          <a:xfrm>
            <a:off x="3981909" y="283784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FA8DD84-56CB-74A9-F712-D845A86A50A2}"/>
              </a:ext>
            </a:extLst>
          </p:cNvPr>
          <p:cNvSpPr/>
          <p:nvPr/>
        </p:nvSpPr>
        <p:spPr>
          <a:xfrm>
            <a:off x="3078479" y="283784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E88FBDF-D8F9-9766-2CA8-6DF1714A6210}"/>
              </a:ext>
            </a:extLst>
          </p:cNvPr>
          <p:cNvSpPr/>
          <p:nvPr/>
        </p:nvSpPr>
        <p:spPr>
          <a:xfrm>
            <a:off x="3676851" y="283784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165CF0C2-4174-4858-A90F-17E2473935F3}"/>
              </a:ext>
            </a:extLst>
          </p:cNvPr>
          <p:cNvSpPr/>
          <p:nvPr/>
        </p:nvSpPr>
        <p:spPr>
          <a:xfrm>
            <a:off x="3397718" y="283784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2DF4D34-3F64-DCFA-AFDA-ED25E28B4F62}"/>
              </a:ext>
            </a:extLst>
          </p:cNvPr>
          <p:cNvSpPr/>
          <p:nvPr/>
        </p:nvSpPr>
        <p:spPr>
          <a:xfrm>
            <a:off x="2449886" y="31843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C2BEFBF-5EDC-3810-3FDF-7285847BFDCF}"/>
              </a:ext>
            </a:extLst>
          </p:cNvPr>
          <p:cNvSpPr/>
          <p:nvPr/>
        </p:nvSpPr>
        <p:spPr>
          <a:xfrm>
            <a:off x="4592541" y="31843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1AD472E-7A6E-D66B-EC04-35650748C0BD}"/>
              </a:ext>
            </a:extLst>
          </p:cNvPr>
          <p:cNvSpPr/>
          <p:nvPr/>
        </p:nvSpPr>
        <p:spPr>
          <a:xfrm>
            <a:off x="4294157" y="318435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8FE0D8D-B57E-3E74-A24C-9C5AC47D0F4D}"/>
              </a:ext>
            </a:extLst>
          </p:cNvPr>
          <p:cNvSpPr/>
          <p:nvPr/>
        </p:nvSpPr>
        <p:spPr>
          <a:xfrm>
            <a:off x="2769125" y="31635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42059CF6-4BA3-3326-EDDA-E4D0967840EE}"/>
              </a:ext>
            </a:extLst>
          </p:cNvPr>
          <p:cNvSpPr/>
          <p:nvPr/>
        </p:nvSpPr>
        <p:spPr>
          <a:xfrm>
            <a:off x="3988584" y="31635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564C3C5-C9D2-B0E3-1149-A20EBB1DC027}"/>
              </a:ext>
            </a:extLst>
          </p:cNvPr>
          <p:cNvSpPr/>
          <p:nvPr/>
        </p:nvSpPr>
        <p:spPr>
          <a:xfrm>
            <a:off x="3085154" y="31635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99B300F-646D-EFB5-C534-26397202F9B5}"/>
              </a:ext>
            </a:extLst>
          </p:cNvPr>
          <p:cNvSpPr/>
          <p:nvPr/>
        </p:nvSpPr>
        <p:spPr>
          <a:xfrm>
            <a:off x="3683526" y="31635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1830C24-0C30-929A-DB0B-EA23F9BB6B65}"/>
              </a:ext>
            </a:extLst>
          </p:cNvPr>
          <p:cNvSpPr/>
          <p:nvPr/>
        </p:nvSpPr>
        <p:spPr>
          <a:xfrm>
            <a:off x="3404393" y="316350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BD05237-0D9C-E5C0-5CD7-101BC2855F81}"/>
              </a:ext>
            </a:extLst>
          </p:cNvPr>
          <p:cNvSpPr/>
          <p:nvPr/>
        </p:nvSpPr>
        <p:spPr>
          <a:xfrm>
            <a:off x="6628026" y="2612473"/>
            <a:ext cx="3493971" cy="1006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39657F0-E3C5-050E-D41B-C28D0FE563E8}"/>
              </a:ext>
            </a:extLst>
          </p:cNvPr>
          <p:cNvSpPr/>
          <p:nvPr/>
        </p:nvSpPr>
        <p:spPr>
          <a:xfrm>
            <a:off x="6867052" y="285870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B51C59C-F230-C7C5-20F6-0E086C963DE6}"/>
              </a:ext>
            </a:extLst>
          </p:cNvPr>
          <p:cNvSpPr/>
          <p:nvPr/>
        </p:nvSpPr>
        <p:spPr>
          <a:xfrm>
            <a:off x="9009707" y="285870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A927DBA-9E25-CC52-8D37-E40ADEDE3FA2}"/>
              </a:ext>
            </a:extLst>
          </p:cNvPr>
          <p:cNvSpPr/>
          <p:nvPr/>
        </p:nvSpPr>
        <p:spPr>
          <a:xfrm>
            <a:off x="8711323" y="285870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5D7D3A2-6826-4CBF-8D06-AE6ADB733D57}"/>
              </a:ext>
            </a:extLst>
          </p:cNvPr>
          <p:cNvSpPr/>
          <p:nvPr/>
        </p:nvSpPr>
        <p:spPr>
          <a:xfrm>
            <a:off x="7186291" y="283784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CA13EB9-F2CC-42FE-7B5F-236257CED3C4}"/>
              </a:ext>
            </a:extLst>
          </p:cNvPr>
          <p:cNvSpPr/>
          <p:nvPr/>
        </p:nvSpPr>
        <p:spPr>
          <a:xfrm>
            <a:off x="8405750" y="283784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70CF748-70E2-8367-525E-2FB02668A1F4}"/>
              </a:ext>
            </a:extLst>
          </p:cNvPr>
          <p:cNvSpPr/>
          <p:nvPr/>
        </p:nvSpPr>
        <p:spPr>
          <a:xfrm>
            <a:off x="7502320" y="283784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9E457A98-B63A-8928-39F2-2927B3C608BC}"/>
              </a:ext>
            </a:extLst>
          </p:cNvPr>
          <p:cNvSpPr/>
          <p:nvPr/>
        </p:nvSpPr>
        <p:spPr>
          <a:xfrm>
            <a:off x="8100692" y="283784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16CEA47E-EF30-BDD9-DFD7-8E70825D1B0F}"/>
              </a:ext>
            </a:extLst>
          </p:cNvPr>
          <p:cNvSpPr/>
          <p:nvPr/>
        </p:nvSpPr>
        <p:spPr>
          <a:xfrm>
            <a:off x="7821559" y="283784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3CC00D37-69D3-6E89-2B09-2561EC7E0DB0}"/>
              </a:ext>
            </a:extLst>
          </p:cNvPr>
          <p:cNvSpPr/>
          <p:nvPr/>
        </p:nvSpPr>
        <p:spPr>
          <a:xfrm>
            <a:off x="6873727" y="31843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C382320F-661B-D7AA-47C7-1659CFEED2E3}"/>
              </a:ext>
            </a:extLst>
          </p:cNvPr>
          <p:cNvSpPr/>
          <p:nvPr/>
        </p:nvSpPr>
        <p:spPr>
          <a:xfrm>
            <a:off x="9016382" y="31843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20DDA27D-44F3-A82B-4BF0-0A662CBA47F5}"/>
              </a:ext>
            </a:extLst>
          </p:cNvPr>
          <p:cNvSpPr/>
          <p:nvPr/>
        </p:nvSpPr>
        <p:spPr>
          <a:xfrm>
            <a:off x="8717998" y="318435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69E59039-6BE6-8EFE-CA6A-0FCABB57EFD4}"/>
              </a:ext>
            </a:extLst>
          </p:cNvPr>
          <p:cNvSpPr/>
          <p:nvPr/>
        </p:nvSpPr>
        <p:spPr>
          <a:xfrm>
            <a:off x="7192966" y="31635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009878A5-9437-8403-4FBE-43BDE1A8E1B2}"/>
              </a:ext>
            </a:extLst>
          </p:cNvPr>
          <p:cNvSpPr/>
          <p:nvPr/>
        </p:nvSpPr>
        <p:spPr>
          <a:xfrm>
            <a:off x="8412425" y="31635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1749CAC0-34AB-7D87-A490-0429602286E2}"/>
              </a:ext>
            </a:extLst>
          </p:cNvPr>
          <p:cNvSpPr/>
          <p:nvPr/>
        </p:nvSpPr>
        <p:spPr>
          <a:xfrm>
            <a:off x="7508995" y="31635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FCA3C11A-46C6-FDF8-8F88-F260C8832D29}"/>
              </a:ext>
            </a:extLst>
          </p:cNvPr>
          <p:cNvSpPr/>
          <p:nvPr/>
        </p:nvSpPr>
        <p:spPr>
          <a:xfrm>
            <a:off x="8107367" y="31635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BAF5EDA6-5B3F-9BA9-A46B-6F581674F27B}"/>
              </a:ext>
            </a:extLst>
          </p:cNvPr>
          <p:cNvSpPr/>
          <p:nvPr/>
        </p:nvSpPr>
        <p:spPr>
          <a:xfrm>
            <a:off x="7828234" y="316350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FC0D6BCE-1811-9569-0676-964759354107}"/>
              </a:ext>
            </a:extLst>
          </p:cNvPr>
          <p:cNvSpPr/>
          <p:nvPr/>
        </p:nvSpPr>
        <p:spPr>
          <a:xfrm>
            <a:off x="5241989" y="285994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49B7F04A-9395-2730-1D43-C35B27C72E66}"/>
              </a:ext>
            </a:extLst>
          </p:cNvPr>
          <p:cNvSpPr/>
          <p:nvPr/>
        </p:nvSpPr>
        <p:spPr>
          <a:xfrm>
            <a:off x="4943605" y="285994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974E78F-742B-2EC1-8457-364BBA14B221}"/>
              </a:ext>
            </a:extLst>
          </p:cNvPr>
          <p:cNvSpPr/>
          <p:nvPr/>
        </p:nvSpPr>
        <p:spPr>
          <a:xfrm>
            <a:off x="5248664" y="318560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500A5BC-B8DF-9E03-A475-7C0F824D467F}"/>
              </a:ext>
            </a:extLst>
          </p:cNvPr>
          <p:cNvSpPr/>
          <p:nvPr/>
        </p:nvSpPr>
        <p:spPr>
          <a:xfrm>
            <a:off x="4950280" y="318560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35E622E-618F-683B-AD76-DA16010E8CC1}"/>
              </a:ext>
            </a:extLst>
          </p:cNvPr>
          <p:cNvSpPr/>
          <p:nvPr/>
        </p:nvSpPr>
        <p:spPr>
          <a:xfrm>
            <a:off x="4261042" y="271930"/>
            <a:ext cx="3493971" cy="1662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9F8F7542-A0FF-45E7-3BBA-5B517EFEC571}"/>
              </a:ext>
            </a:extLst>
          </p:cNvPr>
          <p:cNvSpPr/>
          <p:nvPr/>
        </p:nvSpPr>
        <p:spPr>
          <a:xfrm>
            <a:off x="4500068" y="5181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25C7F686-05F7-F0FF-0839-05F895E1F107}"/>
              </a:ext>
            </a:extLst>
          </p:cNvPr>
          <p:cNvSpPr/>
          <p:nvPr/>
        </p:nvSpPr>
        <p:spPr>
          <a:xfrm>
            <a:off x="6642723" y="5181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56499906-BB41-97B1-EA0C-A11C4B184D9F}"/>
              </a:ext>
            </a:extLst>
          </p:cNvPr>
          <p:cNvSpPr/>
          <p:nvPr/>
        </p:nvSpPr>
        <p:spPr>
          <a:xfrm>
            <a:off x="6344339" y="518160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C6319C9D-FF28-EEEE-AC07-0369221C7B70}"/>
              </a:ext>
            </a:extLst>
          </p:cNvPr>
          <p:cNvSpPr/>
          <p:nvPr/>
        </p:nvSpPr>
        <p:spPr>
          <a:xfrm>
            <a:off x="4819307" y="49730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B53794A1-3225-F2C9-5ACC-FA825FD9698C}"/>
              </a:ext>
            </a:extLst>
          </p:cNvPr>
          <p:cNvSpPr/>
          <p:nvPr/>
        </p:nvSpPr>
        <p:spPr>
          <a:xfrm>
            <a:off x="6038766" y="49730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A54A2C5B-4761-AACF-2E5E-B96CFD1A587F}"/>
              </a:ext>
            </a:extLst>
          </p:cNvPr>
          <p:cNvSpPr/>
          <p:nvPr/>
        </p:nvSpPr>
        <p:spPr>
          <a:xfrm>
            <a:off x="5135336" y="49730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4EFFB442-A637-BA36-4FC4-33522BD9B4AC}"/>
              </a:ext>
            </a:extLst>
          </p:cNvPr>
          <p:cNvSpPr/>
          <p:nvPr/>
        </p:nvSpPr>
        <p:spPr>
          <a:xfrm>
            <a:off x="5733708" y="49730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3BF0ED7-21A9-FF97-190E-27D0ABAE2C63}"/>
              </a:ext>
            </a:extLst>
          </p:cNvPr>
          <p:cNvSpPr/>
          <p:nvPr/>
        </p:nvSpPr>
        <p:spPr>
          <a:xfrm>
            <a:off x="5454575" y="49730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8033D81-6256-5F64-36DE-230F24AE2265}"/>
              </a:ext>
            </a:extLst>
          </p:cNvPr>
          <p:cNvSpPr/>
          <p:nvPr/>
        </p:nvSpPr>
        <p:spPr>
          <a:xfrm>
            <a:off x="4506743" y="8438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7047B8BD-1868-5F69-0E36-F3491DC34F12}"/>
              </a:ext>
            </a:extLst>
          </p:cNvPr>
          <p:cNvSpPr/>
          <p:nvPr/>
        </p:nvSpPr>
        <p:spPr>
          <a:xfrm>
            <a:off x="6649398" y="8438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C934FA0F-13C2-6083-72CB-02040A1B5C2D}"/>
              </a:ext>
            </a:extLst>
          </p:cNvPr>
          <p:cNvSpPr/>
          <p:nvPr/>
        </p:nvSpPr>
        <p:spPr>
          <a:xfrm>
            <a:off x="6351014" y="843816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9F457CD3-E844-5E63-F53C-F2E069569C2B}"/>
              </a:ext>
            </a:extLst>
          </p:cNvPr>
          <p:cNvSpPr/>
          <p:nvPr/>
        </p:nvSpPr>
        <p:spPr>
          <a:xfrm>
            <a:off x="4825982" y="8229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E8BEE7F9-C57E-6C1F-6742-688385C64887}"/>
              </a:ext>
            </a:extLst>
          </p:cNvPr>
          <p:cNvSpPr/>
          <p:nvPr/>
        </p:nvSpPr>
        <p:spPr>
          <a:xfrm>
            <a:off x="6045441" y="8229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D02EE1B7-2813-CA66-703D-E11658307988}"/>
              </a:ext>
            </a:extLst>
          </p:cNvPr>
          <p:cNvSpPr/>
          <p:nvPr/>
        </p:nvSpPr>
        <p:spPr>
          <a:xfrm>
            <a:off x="5142011" y="8229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8A18A30E-BEB0-7213-65E5-E5E3306453B4}"/>
              </a:ext>
            </a:extLst>
          </p:cNvPr>
          <p:cNvSpPr/>
          <p:nvPr/>
        </p:nvSpPr>
        <p:spPr>
          <a:xfrm>
            <a:off x="5740383" y="8229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4805BC76-82E7-7CE3-E67A-14258390EF37}"/>
              </a:ext>
            </a:extLst>
          </p:cNvPr>
          <p:cNvSpPr/>
          <p:nvPr/>
        </p:nvSpPr>
        <p:spPr>
          <a:xfrm>
            <a:off x="5461250" y="82296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6DE3AB6F-6662-0B27-5633-1A1444B56BB5}"/>
              </a:ext>
            </a:extLst>
          </p:cNvPr>
          <p:cNvSpPr/>
          <p:nvPr/>
        </p:nvSpPr>
        <p:spPr>
          <a:xfrm>
            <a:off x="7267020" y="5181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67C5FD15-3A03-D2E9-1638-D69B27028850}"/>
              </a:ext>
            </a:extLst>
          </p:cNvPr>
          <p:cNvSpPr/>
          <p:nvPr/>
        </p:nvSpPr>
        <p:spPr>
          <a:xfrm>
            <a:off x="6968636" y="51816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35A95992-36D4-C782-93E9-2A03D5BA2251}"/>
              </a:ext>
            </a:extLst>
          </p:cNvPr>
          <p:cNvSpPr/>
          <p:nvPr/>
        </p:nvSpPr>
        <p:spPr>
          <a:xfrm>
            <a:off x="7273695" y="84381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83AF1839-96CB-C165-6DAF-417B464C5D78}"/>
              </a:ext>
            </a:extLst>
          </p:cNvPr>
          <p:cNvSpPr/>
          <p:nvPr/>
        </p:nvSpPr>
        <p:spPr>
          <a:xfrm>
            <a:off x="6975311" y="84381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19605402-7E69-7919-B05E-738382DB6EEA}"/>
              </a:ext>
            </a:extLst>
          </p:cNvPr>
          <p:cNvSpPr/>
          <p:nvPr/>
        </p:nvSpPr>
        <p:spPr>
          <a:xfrm>
            <a:off x="4519779" y="115784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075C0824-A4A1-C4BF-1DE7-2F2D6ECDEC8C}"/>
              </a:ext>
            </a:extLst>
          </p:cNvPr>
          <p:cNvSpPr/>
          <p:nvPr/>
        </p:nvSpPr>
        <p:spPr>
          <a:xfrm>
            <a:off x="6662434" y="115784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478BE39-4192-F04A-57BA-2E6CB69CF228}"/>
              </a:ext>
            </a:extLst>
          </p:cNvPr>
          <p:cNvSpPr/>
          <p:nvPr/>
        </p:nvSpPr>
        <p:spPr>
          <a:xfrm>
            <a:off x="6364050" y="1157845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FBCF2BBC-53F1-A318-E263-70B2EFBE9398}"/>
              </a:ext>
            </a:extLst>
          </p:cNvPr>
          <p:cNvSpPr/>
          <p:nvPr/>
        </p:nvSpPr>
        <p:spPr>
          <a:xfrm>
            <a:off x="4839018" y="113699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3CE08574-EC86-F45E-5C6B-E0C72B3F4F3F}"/>
              </a:ext>
            </a:extLst>
          </p:cNvPr>
          <p:cNvSpPr/>
          <p:nvPr/>
        </p:nvSpPr>
        <p:spPr>
          <a:xfrm>
            <a:off x="6058477" y="113699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3D4CE156-EB16-7700-3608-7B7C70CF3412}"/>
              </a:ext>
            </a:extLst>
          </p:cNvPr>
          <p:cNvSpPr/>
          <p:nvPr/>
        </p:nvSpPr>
        <p:spPr>
          <a:xfrm>
            <a:off x="5155047" y="113699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B953F94-74A6-08AC-7B15-4BD9B702B4BB}"/>
              </a:ext>
            </a:extLst>
          </p:cNvPr>
          <p:cNvSpPr/>
          <p:nvPr/>
        </p:nvSpPr>
        <p:spPr>
          <a:xfrm>
            <a:off x="5753419" y="113699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AF7BB1FA-B005-E107-7710-7C99A64B8C68}"/>
              </a:ext>
            </a:extLst>
          </p:cNvPr>
          <p:cNvSpPr/>
          <p:nvPr/>
        </p:nvSpPr>
        <p:spPr>
          <a:xfrm>
            <a:off x="5474286" y="113699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7150802E-C976-B50A-9AC7-FE7D050C8B2E}"/>
              </a:ext>
            </a:extLst>
          </p:cNvPr>
          <p:cNvSpPr/>
          <p:nvPr/>
        </p:nvSpPr>
        <p:spPr>
          <a:xfrm>
            <a:off x="4526454" y="14835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8C61EB73-3702-94C2-A43C-A014EA953D60}"/>
              </a:ext>
            </a:extLst>
          </p:cNvPr>
          <p:cNvSpPr/>
          <p:nvPr/>
        </p:nvSpPr>
        <p:spPr>
          <a:xfrm>
            <a:off x="6669109" y="14835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A28000E-F511-E8FB-6FC5-8AA4C62E3BC3}"/>
              </a:ext>
            </a:extLst>
          </p:cNvPr>
          <p:cNvSpPr/>
          <p:nvPr/>
        </p:nvSpPr>
        <p:spPr>
          <a:xfrm>
            <a:off x="6370725" y="1483501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BD278DDC-83C1-522D-8595-BE7EF85274C6}"/>
              </a:ext>
            </a:extLst>
          </p:cNvPr>
          <p:cNvSpPr/>
          <p:nvPr/>
        </p:nvSpPr>
        <p:spPr>
          <a:xfrm>
            <a:off x="4845693" y="14626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2B6A800C-D8C0-8AF6-112D-3D5FDBA6ABBA}"/>
              </a:ext>
            </a:extLst>
          </p:cNvPr>
          <p:cNvSpPr/>
          <p:nvPr/>
        </p:nvSpPr>
        <p:spPr>
          <a:xfrm>
            <a:off x="6065152" y="14626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6229CD9-00A4-33AE-3FFF-3FC781D2CBAB}"/>
              </a:ext>
            </a:extLst>
          </p:cNvPr>
          <p:cNvSpPr/>
          <p:nvPr/>
        </p:nvSpPr>
        <p:spPr>
          <a:xfrm>
            <a:off x="5161722" y="14626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CF5E8FC6-E2C0-502B-B34E-C1DAD1DE0A6B}"/>
              </a:ext>
            </a:extLst>
          </p:cNvPr>
          <p:cNvSpPr/>
          <p:nvPr/>
        </p:nvSpPr>
        <p:spPr>
          <a:xfrm>
            <a:off x="5760094" y="14626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F0DC8252-64AD-B0EF-AC99-D31A8EA6D698}"/>
              </a:ext>
            </a:extLst>
          </p:cNvPr>
          <p:cNvSpPr/>
          <p:nvPr/>
        </p:nvSpPr>
        <p:spPr>
          <a:xfrm>
            <a:off x="5480961" y="146264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4EB7AB1B-475A-216A-6BB4-C2902AAFF1CE}"/>
              </a:ext>
            </a:extLst>
          </p:cNvPr>
          <p:cNvSpPr/>
          <p:nvPr/>
        </p:nvSpPr>
        <p:spPr>
          <a:xfrm>
            <a:off x="7286731" y="115784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11CBE00-0BD7-214B-AB73-C43FF85162E0}"/>
              </a:ext>
            </a:extLst>
          </p:cNvPr>
          <p:cNvSpPr/>
          <p:nvPr/>
        </p:nvSpPr>
        <p:spPr>
          <a:xfrm>
            <a:off x="6988347" y="1157845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186C6F38-1AF4-C007-F9C6-9B41A70DFADB}"/>
              </a:ext>
            </a:extLst>
          </p:cNvPr>
          <p:cNvSpPr/>
          <p:nvPr/>
        </p:nvSpPr>
        <p:spPr>
          <a:xfrm>
            <a:off x="7293406" y="148350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9728929-F706-E297-C467-560925A84FD1}"/>
              </a:ext>
            </a:extLst>
          </p:cNvPr>
          <p:cNvSpPr/>
          <p:nvPr/>
        </p:nvSpPr>
        <p:spPr>
          <a:xfrm>
            <a:off x="6995022" y="1483501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E013F544-3A14-29FF-5BDD-AE9889EBD1EE}"/>
              </a:ext>
            </a:extLst>
          </p:cNvPr>
          <p:cNvCxnSpPr>
            <a:cxnSpLocks/>
            <a:stCxn id="127" idx="2"/>
            <a:endCxn id="2" idx="0"/>
          </p:cNvCxnSpPr>
          <p:nvPr/>
        </p:nvCxnSpPr>
        <p:spPr>
          <a:xfrm flipH="1">
            <a:off x="3951171" y="1934678"/>
            <a:ext cx="2056857" cy="677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D3028B7E-E69F-2AA9-E481-0C1086C944F8}"/>
              </a:ext>
            </a:extLst>
          </p:cNvPr>
          <p:cNvCxnSpPr>
            <a:cxnSpLocks/>
            <a:stCxn id="127" idx="2"/>
            <a:endCxn id="106" idx="0"/>
          </p:cNvCxnSpPr>
          <p:nvPr/>
        </p:nvCxnSpPr>
        <p:spPr>
          <a:xfrm>
            <a:off x="6008028" y="1934678"/>
            <a:ext cx="2366984" cy="677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33B2CCB4-1C29-9CBC-A51F-5AB39E49386A}"/>
              </a:ext>
            </a:extLst>
          </p:cNvPr>
          <p:cNvSpPr/>
          <p:nvPr/>
        </p:nvSpPr>
        <p:spPr>
          <a:xfrm rot="5634502">
            <a:off x="9773570" y="283314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CEFD2F17-224A-86E2-CD9A-623B77A24C19}"/>
              </a:ext>
            </a:extLst>
          </p:cNvPr>
          <p:cNvSpPr/>
          <p:nvPr/>
        </p:nvSpPr>
        <p:spPr>
          <a:xfrm rot="5634502">
            <a:off x="9475186" y="283314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7C224574-CD78-3E1B-5488-F679E5B4E7F7}"/>
              </a:ext>
            </a:extLst>
          </p:cNvPr>
          <p:cNvSpPr/>
          <p:nvPr/>
        </p:nvSpPr>
        <p:spPr>
          <a:xfrm rot="5634502">
            <a:off x="9780245" y="315880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ABC14C4E-16D6-A8D8-9417-01B9EA81C385}"/>
              </a:ext>
            </a:extLst>
          </p:cNvPr>
          <p:cNvSpPr/>
          <p:nvPr/>
        </p:nvSpPr>
        <p:spPr>
          <a:xfrm rot="5634502">
            <a:off x="9481861" y="315880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E035A35-77B1-4541-1E1C-B022C13A393D}"/>
                  </a:ext>
                </a:extLst>
              </p14:cNvPr>
              <p14:cNvContentPartPr/>
              <p14:nvPr/>
            </p14:nvContentPartPr>
            <p14:xfrm>
              <a:off x="1822339" y="6486859"/>
              <a:ext cx="38160" cy="3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E035A35-77B1-4541-1E1C-B022C13A39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6219" y="6480739"/>
                <a:ext cx="504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8770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20DBB03-51C0-6BE7-0AF2-F9BE7D370A61}"/>
              </a:ext>
            </a:extLst>
          </p:cNvPr>
          <p:cNvGrpSpPr/>
          <p:nvPr/>
        </p:nvGrpSpPr>
        <p:grpSpPr>
          <a:xfrm>
            <a:off x="3661219" y="1855099"/>
            <a:ext cx="1662120" cy="812520"/>
            <a:chOff x="3661219" y="1855099"/>
            <a:chExt cx="1662120" cy="81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79CE2E3-30EC-3E89-7E6D-6FFF45167C71}"/>
                    </a:ext>
                  </a:extLst>
                </p14:cNvPr>
                <p14:cNvContentPartPr/>
                <p14:nvPr/>
              </p14:nvContentPartPr>
              <p14:xfrm>
                <a:off x="3661219" y="1977499"/>
                <a:ext cx="357840" cy="227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79CE2E3-30EC-3E89-7E6D-6FFF45167C7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50779" y="1966699"/>
                  <a:ext cx="3790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39B266F-7605-741C-5CF8-6C25674AA370}"/>
                    </a:ext>
                  </a:extLst>
                </p14:cNvPr>
                <p14:cNvContentPartPr/>
                <p14:nvPr/>
              </p14:nvContentPartPr>
              <p14:xfrm>
                <a:off x="4236139" y="1922059"/>
                <a:ext cx="257400" cy="185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39B266F-7605-741C-5CF8-6C25674AA37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25699" y="1911619"/>
                  <a:ext cx="278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9E2C10-A868-C582-652D-4C21A55F847B}"/>
                    </a:ext>
                  </a:extLst>
                </p14:cNvPr>
                <p14:cNvContentPartPr/>
                <p14:nvPr/>
              </p14:nvContentPartPr>
              <p14:xfrm>
                <a:off x="4025179" y="2199259"/>
                <a:ext cx="271800" cy="178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9E2C10-A868-C582-652D-4C21A55F84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4739" y="2188819"/>
                  <a:ext cx="293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7FF5801-C20E-D11A-F132-05C42E1429F6}"/>
                    </a:ext>
                  </a:extLst>
                </p14:cNvPr>
                <p14:cNvContentPartPr/>
                <p14:nvPr/>
              </p14:nvContentPartPr>
              <p14:xfrm>
                <a:off x="4183219" y="2395819"/>
                <a:ext cx="327960" cy="143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7FF5801-C20E-D11A-F132-05C42E1429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72779" y="2385019"/>
                  <a:ext cx="349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E0E40A-1534-3D1E-3060-8737CEC37884}"/>
                    </a:ext>
                  </a:extLst>
                </p14:cNvPr>
                <p14:cNvContentPartPr/>
                <p14:nvPr/>
              </p14:nvContentPartPr>
              <p14:xfrm>
                <a:off x="4725739" y="1855099"/>
                <a:ext cx="498600" cy="245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E0E40A-1534-3D1E-3060-8737CEC3788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15299" y="1844659"/>
                  <a:ext cx="5198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D93774E-264F-4FED-1C6D-78FA143ED1F3}"/>
                    </a:ext>
                  </a:extLst>
                </p14:cNvPr>
                <p14:cNvContentPartPr/>
                <p14:nvPr/>
              </p14:nvContentPartPr>
              <p14:xfrm>
                <a:off x="4947859" y="2188459"/>
                <a:ext cx="375480" cy="153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D93774E-264F-4FED-1C6D-78FA143ED1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37419" y="2177659"/>
                  <a:ext cx="396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8AEFED-758C-15AF-BA40-EA73A1811F06}"/>
                    </a:ext>
                  </a:extLst>
                </p14:cNvPr>
                <p14:cNvContentPartPr/>
                <p14:nvPr/>
              </p14:nvContentPartPr>
              <p14:xfrm>
                <a:off x="4505779" y="2477179"/>
                <a:ext cx="342000" cy="190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8AEFED-758C-15AF-BA40-EA73A1811F0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94979" y="2466739"/>
                  <a:ext cx="36324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9FDCF03-AEC7-8170-2CD0-071D67A15580}"/>
                  </a:ext>
                </a:extLst>
              </p14:cNvPr>
              <p14:cNvContentPartPr/>
              <p14:nvPr/>
            </p14:nvContentPartPr>
            <p14:xfrm>
              <a:off x="6553099" y="1239859"/>
              <a:ext cx="1214280" cy="2056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9FDCF03-AEC7-8170-2CD0-071D67A155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42659" y="1229059"/>
                <a:ext cx="1235520" cy="207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6E8A9E7-FDD6-FF30-3948-2BCA6F5EF53F}"/>
              </a:ext>
            </a:extLst>
          </p:cNvPr>
          <p:cNvGrpSpPr/>
          <p:nvPr/>
        </p:nvGrpSpPr>
        <p:grpSpPr>
          <a:xfrm>
            <a:off x="6294259" y="1234819"/>
            <a:ext cx="1933560" cy="2258640"/>
            <a:chOff x="6294259" y="1234819"/>
            <a:chExt cx="1933560" cy="225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40CFC9-B625-D1E6-3676-1D05C9E1D125}"/>
                    </a:ext>
                  </a:extLst>
                </p14:cNvPr>
                <p14:cNvContentPartPr/>
                <p14:nvPr/>
              </p14:nvContentPartPr>
              <p14:xfrm>
                <a:off x="6946939" y="1823779"/>
                <a:ext cx="340560" cy="155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40CFC9-B625-D1E6-3676-1D05C9E1D1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36499" y="1813339"/>
                  <a:ext cx="361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278131-F98E-43A5-A95D-26F6B83D2A73}"/>
                    </a:ext>
                  </a:extLst>
                </p14:cNvPr>
                <p14:cNvContentPartPr/>
                <p14:nvPr/>
              </p14:nvContentPartPr>
              <p14:xfrm>
                <a:off x="6748939" y="1829539"/>
                <a:ext cx="262800" cy="156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278131-F98E-43A5-A95D-26F6B83D2A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8139" y="1818739"/>
                  <a:ext cx="284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7A13DD-0AE1-F1B2-B182-F1D560E6F6BE}"/>
                    </a:ext>
                  </a:extLst>
                </p14:cNvPr>
                <p14:cNvContentPartPr/>
                <p14:nvPr/>
              </p14:nvContentPartPr>
              <p14:xfrm>
                <a:off x="6821659" y="1992979"/>
                <a:ext cx="321120" cy="147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7A13DD-0AE1-F1B2-B182-F1D560E6F6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10859" y="1982179"/>
                  <a:ext cx="342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3D6567B-06CC-9CA7-24B2-89D0175B0096}"/>
                    </a:ext>
                  </a:extLst>
                </p14:cNvPr>
                <p14:cNvContentPartPr/>
                <p14:nvPr/>
              </p14:nvContentPartPr>
              <p14:xfrm>
                <a:off x="7670539" y="1850779"/>
                <a:ext cx="451080" cy="151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3D6567B-06CC-9CA7-24B2-89D0175B009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60099" y="1839979"/>
                  <a:ext cx="4723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0FDC0F2-95A1-62B6-1738-282B8AA91B63}"/>
                    </a:ext>
                  </a:extLst>
                </p14:cNvPr>
                <p14:cNvContentPartPr/>
                <p14:nvPr/>
              </p14:nvContentPartPr>
              <p14:xfrm>
                <a:off x="7914619" y="1931419"/>
                <a:ext cx="313200" cy="140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0FDC0F2-95A1-62B6-1738-282B8AA91B6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04179" y="1920979"/>
                  <a:ext cx="334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08FF4C-5047-86E9-E198-42300E1D0D5F}"/>
                    </a:ext>
                  </a:extLst>
                </p14:cNvPr>
                <p14:cNvContentPartPr/>
                <p14:nvPr/>
              </p14:nvContentPartPr>
              <p14:xfrm>
                <a:off x="7727419" y="2090539"/>
                <a:ext cx="286920" cy="13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08FF4C-5047-86E9-E198-42300E1D0D5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16619" y="2079739"/>
                  <a:ext cx="308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D9EBAC7-F87A-D58A-80EA-DFAD24C8DE25}"/>
                    </a:ext>
                  </a:extLst>
                </p14:cNvPr>
                <p14:cNvContentPartPr/>
                <p14:nvPr/>
              </p14:nvContentPartPr>
              <p14:xfrm>
                <a:off x="7771699" y="1234819"/>
                <a:ext cx="351720" cy="27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D9EBAC7-F87A-D58A-80EA-DFAD24C8DE2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60899" y="1224019"/>
                  <a:ext cx="3729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5B67FC-C4C4-065D-C6C7-0E8FBB3904FE}"/>
                    </a:ext>
                  </a:extLst>
                </p14:cNvPr>
                <p14:cNvContentPartPr/>
                <p14:nvPr/>
              </p14:nvContentPartPr>
              <p14:xfrm>
                <a:off x="6294259" y="1473139"/>
                <a:ext cx="1865520" cy="2020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5B67FC-C4C4-065D-C6C7-0E8FBB3904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83819" y="1462699"/>
                  <a:ext cx="1886760" cy="2041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C0EC3391-5DD1-420A-071C-9A3368802313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05128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5793C-03A5-2EDD-EBEE-76E05FB3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F8CB6F5B-A608-01DD-B160-54E1F7950DCB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Support Vector Machines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269660BA-CB0C-CC02-E304-07224B6D7E6A}"/>
              </a:ext>
            </a:extLst>
          </p:cNvPr>
          <p:cNvSpPr/>
          <p:nvPr/>
        </p:nvSpPr>
        <p:spPr>
          <a:xfrm>
            <a:off x="4217997" y="210632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4DF97117-B495-882A-CD9E-C50EBEDEE297}"/>
              </a:ext>
            </a:extLst>
          </p:cNvPr>
          <p:cNvSpPr/>
          <p:nvPr/>
        </p:nvSpPr>
        <p:spPr>
          <a:xfrm>
            <a:off x="6360652" y="210632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69ADEBCD-186A-B1CE-87CB-1D412AE33388}"/>
              </a:ext>
            </a:extLst>
          </p:cNvPr>
          <p:cNvSpPr/>
          <p:nvPr/>
        </p:nvSpPr>
        <p:spPr>
          <a:xfrm>
            <a:off x="6062268" y="210632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3BB8BEEB-026B-6259-72C2-ED133C330166}"/>
              </a:ext>
            </a:extLst>
          </p:cNvPr>
          <p:cNvSpPr/>
          <p:nvPr/>
        </p:nvSpPr>
        <p:spPr>
          <a:xfrm>
            <a:off x="4537236" y="208547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540EA34C-67A5-C714-C280-9DEBDC48E470}"/>
              </a:ext>
            </a:extLst>
          </p:cNvPr>
          <p:cNvSpPr/>
          <p:nvPr/>
        </p:nvSpPr>
        <p:spPr>
          <a:xfrm>
            <a:off x="5756695" y="208547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5B91FFC-94DE-C00B-5253-B55A2A18B976}"/>
              </a:ext>
            </a:extLst>
          </p:cNvPr>
          <p:cNvSpPr/>
          <p:nvPr/>
        </p:nvSpPr>
        <p:spPr>
          <a:xfrm>
            <a:off x="4853265" y="208547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B865B16-5CD0-B3A9-8D5E-6076610A345B}"/>
              </a:ext>
            </a:extLst>
          </p:cNvPr>
          <p:cNvSpPr/>
          <p:nvPr/>
        </p:nvSpPr>
        <p:spPr>
          <a:xfrm>
            <a:off x="5451637" y="208547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2AC497A-A9EA-7B23-11E0-09237BB490B8}"/>
              </a:ext>
            </a:extLst>
          </p:cNvPr>
          <p:cNvSpPr/>
          <p:nvPr/>
        </p:nvSpPr>
        <p:spPr>
          <a:xfrm>
            <a:off x="5172504" y="2085473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110F767-6682-4D09-B955-D3BDD2A0129A}"/>
              </a:ext>
            </a:extLst>
          </p:cNvPr>
          <p:cNvSpPr/>
          <p:nvPr/>
        </p:nvSpPr>
        <p:spPr>
          <a:xfrm>
            <a:off x="4224672" y="243198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CF242F2F-35E5-0D08-2EAF-3D7C94216FBE}"/>
              </a:ext>
            </a:extLst>
          </p:cNvPr>
          <p:cNvSpPr/>
          <p:nvPr/>
        </p:nvSpPr>
        <p:spPr>
          <a:xfrm>
            <a:off x="6367327" y="243198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58214266-1D21-0E5F-4B42-5C1D907FC75E}"/>
              </a:ext>
            </a:extLst>
          </p:cNvPr>
          <p:cNvSpPr/>
          <p:nvPr/>
        </p:nvSpPr>
        <p:spPr>
          <a:xfrm>
            <a:off x="6068943" y="2431984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22B435FF-10F3-7975-9214-C6BB6AA16DAE}"/>
              </a:ext>
            </a:extLst>
          </p:cNvPr>
          <p:cNvSpPr/>
          <p:nvPr/>
        </p:nvSpPr>
        <p:spPr>
          <a:xfrm>
            <a:off x="4543911" y="241112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CDFF01BD-2FE0-B354-D742-2B951ACCF2A3}"/>
              </a:ext>
            </a:extLst>
          </p:cNvPr>
          <p:cNvSpPr/>
          <p:nvPr/>
        </p:nvSpPr>
        <p:spPr>
          <a:xfrm>
            <a:off x="5763370" y="241112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ACE94B54-917D-EC6C-67A4-8D524984FCD9}"/>
              </a:ext>
            </a:extLst>
          </p:cNvPr>
          <p:cNvSpPr/>
          <p:nvPr/>
        </p:nvSpPr>
        <p:spPr>
          <a:xfrm>
            <a:off x="4859940" y="241112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D528E120-EE5D-12EE-E43E-211310B991F9}"/>
              </a:ext>
            </a:extLst>
          </p:cNvPr>
          <p:cNvSpPr/>
          <p:nvPr/>
        </p:nvSpPr>
        <p:spPr>
          <a:xfrm>
            <a:off x="5458312" y="241112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C499C9A-6E3E-AB85-A290-463DD4815D55}"/>
              </a:ext>
            </a:extLst>
          </p:cNvPr>
          <p:cNvSpPr/>
          <p:nvPr/>
        </p:nvSpPr>
        <p:spPr>
          <a:xfrm>
            <a:off x="5179179" y="2411129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EA11D40-F38D-DDF3-AAA1-790B611A2155}"/>
              </a:ext>
            </a:extLst>
          </p:cNvPr>
          <p:cNvSpPr/>
          <p:nvPr/>
        </p:nvSpPr>
        <p:spPr>
          <a:xfrm>
            <a:off x="7600967" y="256834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251F3856-78D6-38C5-66A2-46CC7CF01E71}"/>
              </a:ext>
            </a:extLst>
          </p:cNvPr>
          <p:cNvSpPr/>
          <p:nvPr/>
        </p:nvSpPr>
        <p:spPr>
          <a:xfrm>
            <a:off x="7302583" y="2568340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9215C931-E733-DCA9-BD17-1F4A38E3F5B8}"/>
              </a:ext>
            </a:extLst>
          </p:cNvPr>
          <p:cNvSpPr/>
          <p:nvPr/>
        </p:nvSpPr>
        <p:spPr>
          <a:xfrm>
            <a:off x="7607642" y="289399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53380587-CC78-09FA-FB73-AB113372125F}"/>
              </a:ext>
            </a:extLst>
          </p:cNvPr>
          <p:cNvSpPr/>
          <p:nvPr/>
        </p:nvSpPr>
        <p:spPr>
          <a:xfrm>
            <a:off x="7309258" y="2893996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49BE0D5E-D6CD-9219-CB19-3464B479D2C7}"/>
              </a:ext>
            </a:extLst>
          </p:cNvPr>
          <p:cNvSpPr/>
          <p:nvPr/>
        </p:nvSpPr>
        <p:spPr>
          <a:xfrm>
            <a:off x="7309258" y="327659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AA084131-B5F3-80DD-C823-D2B55562C067}"/>
              </a:ext>
            </a:extLst>
          </p:cNvPr>
          <p:cNvSpPr/>
          <p:nvPr/>
        </p:nvSpPr>
        <p:spPr>
          <a:xfrm>
            <a:off x="9451913" y="327659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488552F9-9444-DB2B-5524-5FAB75132FF6}"/>
              </a:ext>
            </a:extLst>
          </p:cNvPr>
          <p:cNvSpPr/>
          <p:nvPr/>
        </p:nvSpPr>
        <p:spPr>
          <a:xfrm>
            <a:off x="9153529" y="3276598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10A0E250-757C-1A4D-D703-8553B19E0F64}"/>
              </a:ext>
            </a:extLst>
          </p:cNvPr>
          <p:cNvSpPr/>
          <p:nvPr/>
        </p:nvSpPr>
        <p:spPr>
          <a:xfrm>
            <a:off x="7628497" y="325574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FA08EA9-C2A5-DF98-FCE3-E1ACC0D63E21}"/>
              </a:ext>
            </a:extLst>
          </p:cNvPr>
          <p:cNvSpPr/>
          <p:nvPr/>
        </p:nvSpPr>
        <p:spPr>
          <a:xfrm>
            <a:off x="8847956" y="325574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1C3B39D1-CF81-6409-467C-0CD4DC174BB2}"/>
              </a:ext>
            </a:extLst>
          </p:cNvPr>
          <p:cNvSpPr/>
          <p:nvPr/>
        </p:nvSpPr>
        <p:spPr>
          <a:xfrm>
            <a:off x="7944526" y="325574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CB73DC86-B7BA-4840-557A-6D9CD514627A}"/>
              </a:ext>
            </a:extLst>
          </p:cNvPr>
          <p:cNvSpPr/>
          <p:nvPr/>
        </p:nvSpPr>
        <p:spPr>
          <a:xfrm>
            <a:off x="8542898" y="325574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623FA5E7-9C9C-A1DC-1BFE-C56A9BF59FC5}"/>
              </a:ext>
            </a:extLst>
          </p:cNvPr>
          <p:cNvSpPr/>
          <p:nvPr/>
        </p:nvSpPr>
        <p:spPr>
          <a:xfrm>
            <a:off x="8263765" y="3255743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EEA2BE10-37C5-D776-2192-5E3E6C28FE00}"/>
              </a:ext>
            </a:extLst>
          </p:cNvPr>
          <p:cNvSpPr/>
          <p:nvPr/>
        </p:nvSpPr>
        <p:spPr>
          <a:xfrm>
            <a:off x="7315933" y="360225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405A26E3-8504-7713-21C6-7AAE6116618F}"/>
              </a:ext>
            </a:extLst>
          </p:cNvPr>
          <p:cNvSpPr/>
          <p:nvPr/>
        </p:nvSpPr>
        <p:spPr>
          <a:xfrm>
            <a:off x="9458588" y="360225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25F60AF9-2A2E-AB98-6C7E-A2BFDF0411D1}"/>
              </a:ext>
            </a:extLst>
          </p:cNvPr>
          <p:cNvSpPr/>
          <p:nvPr/>
        </p:nvSpPr>
        <p:spPr>
          <a:xfrm>
            <a:off x="9160204" y="3602254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DFD0362B-B5AD-29CD-A532-AEF46578CE1E}"/>
              </a:ext>
            </a:extLst>
          </p:cNvPr>
          <p:cNvSpPr/>
          <p:nvPr/>
        </p:nvSpPr>
        <p:spPr>
          <a:xfrm>
            <a:off x="7635172" y="358139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A692F6CA-B5B1-1B93-0D34-2A3B9EBDE002}"/>
              </a:ext>
            </a:extLst>
          </p:cNvPr>
          <p:cNvSpPr/>
          <p:nvPr/>
        </p:nvSpPr>
        <p:spPr>
          <a:xfrm>
            <a:off x="8854631" y="358139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36F08973-231A-0EBE-FF61-1F3290A64470}"/>
              </a:ext>
            </a:extLst>
          </p:cNvPr>
          <p:cNvSpPr/>
          <p:nvPr/>
        </p:nvSpPr>
        <p:spPr>
          <a:xfrm>
            <a:off x="7951201" y="358139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482C28B3-FB28-FBD2-5711-044AC8D9AE08}"/>
              </a:ext>
            </a:extLst>
          </p:cNvPr>
          <p:cNvSpPr/>
          <p:nvPr/>
        </p:nvSpPr>
        <p:spPr>
          <a:xfrm>
            <a:off x="8549573" y="358139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8F0FE024-91BA-131C-FAEC-8E0BC62D5C92}"/>
              </a:ext>
            </a:extLst>
          </p:cNvPr>
          <p:cNvSpPr/>
          <p:nvPr/>
        </p:nvSpPr>
        <p:spPr>
          <a:xfrm>
            <a:off x="8270440" y="3581399"/>
            <a:ext cx="279133" cy="28875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420E02D2-E9B9-4731-0161-6F96BF96556B}"/>
              </a:ext>
            </a:extLst>
          </p:cNvPr>
          <p:cNvSpPr/>
          <p:nvPr/>
        </p:nvSpPr>
        <p:spPr>
          <a:xfrm>
            <a:off x="4502675" y="165474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D4B816DD-40EF-2649-1BC2-88BC42ACA7A6}"/>
              </a:ext>
            </a:extLst>
          </p:cNvPr>
          <p:cNvSpPr/>
          <p:nvPr/>
        </p:nvSpPr>
        <p:spPr>
          <a:xfrm>
            <a:off x="4149950" y="1654742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35CF276E-E989-3722-B0DC-365952AD3ADB}"/>
              </a:ext>
            </a:extLst>
          </p:cNvPr>
          <p:cNvSpPr/>
          <p:nvPr/>
        </p:nvSpPr>
        <p:spPr>
          <a:xfrm>
            <a:off x="5211466" y="164311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541A37B3-08B0-A5B1-CBB1-56852BEEC763}"/>
              </a:ext>
            </a:extLst>
          </p:cNvPr>
          <p:cNvSpPr/>
          <p:nvPr/>
        </p:nvSpPr>
        <p:spPr>
          <a:xfrm>
            <a:off x="4913082" y="1643118"/>
            <a:ext cx="279133" cy="28875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68F8C6-5224-161A-20F9-E2FB4EB46A74}"/>
                  </a:ext>
                </a:extLst>
              </p14:cNvPr>
              <p14:cNvContentPartPr/>
              <p14:nvPr/>
            </p14:nvContentPartPr>
            <p14:xfrm>
              <a:off x="339499" y="231859"/>
              <a:ext cx="110520" cy="166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68F8C6-5224-161A-20F9-E2FB4EB46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9059" y="221419"/>
                <a:ext cx="13176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68ED358-733C-E6B2-14BB-598837B2F825}"/>
                  </a:ext>
                </a:extLst>
              </p14:cNvPr>
              <p14:cNvContentPartPr/>
              <p14:nvPr/>
            </p14:nvContentPartPr>
            <p14:xfrm>
              <a:off x="4918699" y="796339"/>
              <a:ext cx="3178800" cy="4561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68ED358-733C-E6B2-14BB-598837B2F8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8259" y="785539"/>
                <a:ext cx="3200040" cy="45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7E828B6-67F5-6729-3461-AF942321A8B2}"/>
                  </a:ext>
                </a:extLst>
              </p14:cNvPr>
              <p14:cNvContentPartPr/>
              <p14:nvPr/>
            </p14:nvContentPartPr>
            <p14:xfrm>
              <a:off x="4789819" y="4323619"/>
              <a:ext cx="811080" cy="399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7E828B6-67F5-6729-3461-AF942321A8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9379" y="4312819"/>
                <a:ext cx="83232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E571AF1-5C33-DAF0-50BE-DA665F1F2CF8}"/>
                  </a:ext>
                </a:extLst>
              </p14:cNvPr>
              <p14:cNvContentPartPr/>
              <p14:nvPr/>
            </p14:nvContentPartPr>
            <p14:xfrm>
              <a:off x="7682059" y="677539"/>
              <a:ext cx="406800" cy="368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E571AF1-5C33-DAF0-50BE-DA665F1F2CF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71259" y="667099"/>
                <a:ext cx="428040" cy="38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09B4C24A-FDC1-F76A-540A-3BB5D4945D9F}"/>
              </a:ext>
            </a:extLst>
          </p:cNvPr>
          <p:cNvGrpSpPr/>
          <p:nvPr/>
        </p:nvGrpSpPr>
        <p:grpSpPr>
          <a:xfrm>
            <a:off x="4417579" y="961219"/>
            <a:ext cx="4424040" cy="4514400"/>
            <a:chOff x="4417579" y="961219"/>
            <a:chExt cx="4424040" cy="45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9C25D5F-D754-80F1-1A95-CC859C32E3ED}"/>
                    </a:ext>
                  </a:extLst>
                </p14:cNvPr>
                <p14:cNvContentPartPr/>
                <p14:nvPr/>
              </p14:nvContentPartPr>
              <p14:xfrm>
                <a:off x="5339899" y="5227579"/>
                <a:ext cx="86040" cy="88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9C25D5F-D754-80F1-1A95-CC859C32E3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29099" y="5217139"/>
                  <a:ext cx="1072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AC38FE7-E730-C77C-D3E5-D021AF828B84}"/>
                    </a:ext>
                  </a:extLst>
                </p14:cNvPr>
                <p14:cNvContentPartPr/>
                <p14:nvPr/>
              </p14:nvContentPartPr>
              <p14:xfrm>
                <a:off x="5181859" y="5443579"/>
                <a:ext cx="50400" cy="32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AC38FE7-E730-C77C-D3E5-D021AF828B8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71059" y="5433139"/>
                  <a:ext cx="71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EEA3B56-B269-B31C-3940-2544F6EBE3FA}"/>
                    </a:ext>
                  </a:extLst>
                </p14:cNvPr>
                <p14:cNvContentPartPr/>
                <p14:nvPr/>
              </p14:nvContentPartPr>
              <p14:xfrm>
                <a:off x="4543939" y="4676779"/>
                <a:ext cx="92880" cy="98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EEA3B56-B269-B31C-3940-2544F6EBE3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33499" y="4666339"/>
                  <a:ext cx="114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CBD3F98-1B6C-AA13-E712-120EE983B494}"/>
                    </a:ext>
                  </a:extLst>
                </p14:cNvPr>
                <p14:cNvContentPartPr/>
                <p14:nvPr/>
              </p14:nvContentPartPr>
              <p14:xfrm>
                <a:off x="4417579" y="4904299"/>
                <a:ext cx="96120" cy="892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CBD3F98-1B6C-AA13-E712-120EE983B49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07139" y="4893859"/>
                  <a:ext cx="117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56D65C-F24C-A45A-18EC-675F37E7C7E8}"/>
                    </a:ext>
                  </a:extLst>
                </p14:cNvPr>
                <p14:cNvContentPartPr/>
                <p14:nvPr/>
              </p14:nvContentPartPr>
              <p14:xfrm>
                <a:off x="6108139" y="4362859"/>
                <a:ext cx="126360" cy="156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56D65C-F24C-A45A-18EC-675F37E7C7E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97699" y="4352059"/>
                  <a:ext cx="147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7E9310-8FA1-1EC0-7898-759EC7DF92BF}"/>
                    </a:ext>
                  </a:extLst>
                </p14:cNvPr>
                <p14:cNvContentPartPr/>
                <p14:nvPr/>
              </p14:nvContentPartPr>
              <p14:xfrm>
                <a:off x="5880979" y="4644379"/>
                <a:ext cx="119520" cy="118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7E9310-8FA1-1EC0-7898-759EC7DF92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70179" y="4633579"/>
                  <a:ext cx="140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7D9C50D-A901-3910-49D3-5F15D51C7ECF}"/>
                    </a:ext>
                  </a:extLst>
                </p14:cNvPr>
                <p14:cNvContentPartPr/>
                <p14:nvPr/>
              </p14:nvContentPartPr>
              <p14:xfrm>
                <a:off x="5655619" y="4910059"/>
                <a:ext cx="92880" cy="117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7D9C50D-A901-3910-49D3-5F15D51C7EC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45179" y="4899259"/>
                  <a:ext cx="114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19AC9D6-1D57-9D66-3F7E-AE3D539B232B}"/>
                    </a:ext>
                  </a:extLst>
                </p14:cNvPr>
                <p14:cNvContentPartPr/>
                <p14:nvPr/>
              </p14:nvContentPartPr>
              <p14:xfrm>
                <a:off x="6105259" y="2750059"/>
                <a:ext cx="194040" cy="221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19AC9D6-1D57-9D66-3F7E-AE3D539B23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94459" y="2739619"/>
                  <a:ext cx="215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1DBE605-0B93-E1B5-45A5-92663BC1AB43}"/>
                    </a:ext>
                  </a:extLst>
                </p14:cNvPr>
                <p14:cNvContentPartPr/>
                <p14:nvPr/>
              </p14:nvContentPartPr>
              <p14:xfrm>
                <a:off x="5839579" y="3165499"/>
                <a:ext cx="123480" cy="2016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1DBE605-0B93-E1B5-45A5-92663BC1AB4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29139" y="3155059"/>
                  <a:ext cx="144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A3EE179-5FDA-1A3D-9439-1D7DE9AAF88F}"/>
                    </a:ext>
                  </a:extLst>
                </p14:cNvPr>
                <p14:cNvContentPartPr/>
                <p14:nvPr/>
              </p14:nvContentPartPr>
              <p14:xfrm>
                <a:off x="5520259" y="3542059"/>
                <a:ext cx="212400" cy="187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A3EE179-5FDA-1A3D-9439-1D7DE9AAF8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514139" y="3535939"/>
                  <a:ext cx="224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4FE8ADB-FB62-5A90-0A2E-31184EA37C75}"/>
                    </a:ext>
                  </a:extLst>
                </p14:cNvPr>
                <p14:cNvContentPartPr/>
                <p14:nvPr/>
              </p14:nvContentPartPr>
              <p14:xfrm>
                <a:off x="5134339" y="4030579"/>
                <a:ext cx="151200" cy="2131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4FE8ADB-FB62-5A90-0A2E-31184EA37C7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28219" y="4024459"/>
                  <a:ext cx="163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2E18A80-9C97-BC34-D730-8FA0059A6939}"/>
                    </a:ext>
                  </a:extLst>
                </p14:cNvPr>
                <p14:cNvContentPartPr/>
                <p14:nvPr/>
              </p14:nvContentPartPr>
              <p14:xfrm>
                <a:off x="7437259" y="2414899"/>
                <a:ext cx="162720" cy="82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2E18A80-9C97-BC34-D730-8FA0059A693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26459" y="2404099"/>
                  <a:ext cx="183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D7F85C-8F9D-4FA3-C808-7FB7AFA3DA51}"/>
                    </a:ext>
                  </a:extLst>
                </p14:cNvPr>
                <p14:cNvContentPartPr/>
                <p14:nvPr/>
              </p14:nvContentPartPr>
              <p14:xfrm>
                <a:off x="8487019" y="1150219"/>
                <a:ext cx="78120" cy="72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D7F85C-8F9D-4FA3-C808-7FB7AFA3DA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76219" y="1139779"/>
                  <a:ext cx="99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2F3BEF-D5E6-8A61-8DFB-61021F214752}"/>
                    </a:ext>
                  </a:extLst>
                </p14:cNvPr>
                <p14:cNvContentPartPr/>
                <p14:nvPr/>
              </p14:nvContentPartPr>
              <p14:xfrm>
                <a:off x="7480529" y="2177177"/>
                <a:ext cx="141609" cy="144482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2F3BEF-D5E6-8A61-8DFB-61021F2147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69747" y="2166728"/>
                  <a:ext cx="162814" cy="165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512A86-E7DB-99CF-B8BA-D696091BC79D}"/>
                    </a:ext>
                  </a:extLst>
                </p14:cNvPr>
                <p14:cNvContentPartPr/>
                <p14:nvPr/>
              </p14:nvContentPartPr>
              <p14:xfrm>
                <a:off x="7657849" y="1911198"/>
                <a:ext cx="166647" cy="173625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512A86-E7DB-99CF-B8BA-D696091BC7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47051" y="1900414"/>
                  <a:ext cx="187883" cy="1948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32F9D8D-2574-17BE-A70D-7D4AB6271F11}"/>
                    </a:ext>
                  </a:extLst>
                </p14:cNvPr>
                <p14:cNvContentPartPr/>
                <p14:nvPr/>
              </p14:nvContentPartPr>
              <p14:xfrm>
                <a:off x="7823675" y="1582829"/>
                <a:ext cx="202357" cy="188812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32F9D8D-2574-17BE-A70D-7D4AB6271F1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12873" y="1572019"/>
                  <a:ext cx="223601" cy="2100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9A63F5E-90A7-F18F-C165-3B09BC8EB01D}"/>
                    </a:ext>
                  </a:extLst>
                </p14:cNvPr>
                <p14:cNvContentPartPr/>
                <p14:nvPr/>
              </p14:nvContentPartPr>
              <p14:xfrm>
                <a:off x="8035473" y="1164979"/>
                <a:ext cx="354639" cy="3287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9A63F5E-90A7-F18F-C165-3B09BC8EB0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24672" y="1154536"/>
                  <a:ext cx="375881" cy="350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EBE9825-A4B6-9D86-1D85-E4E4542500A5}"/>
                    </a:ext>
                  </a:extLst>
                </p14:cNvPr>
                <p14:cNvContentPartPr/>
                <p14:nvPr/>
              </p14:nvContentPartPr>
              <p14:xfrm>
                <a:off x="6875920" y="1918996"/>
                <a:ext cx="680545" cy="401021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EBE9825-A4B6-9D86-1D85-E4E4542500A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65118" y="1908197"/>
                  <a:ext cx="701790" cy="4222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440F1E3-E622-6DF6-6754-FF95B205D5CB}"/>
                    </a:ext>
                  </a:extLst>
                </p14:cNvPr>
                <p14:cNvContentPartPr/>
                <p14:nvPr/>
              </p14:nvContentPartPr>
              <p14:xfrm>
                <a:off x="7386534" y="1827053"/>
                <a:ext cx="343967" cy="119855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440F1E3-E622-6DF6-6754-FF95B205D5C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75729" y="1816584"/>
                  <a:ext cx="365217" cy="141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DEE1463-3025-D884-2211-F67C51B190F7}"/>
                    </a:ext>
                  </a:extLst>
                </p14:cNvPr>
                <p14:cNvContentPartPr/>
                <p14:nvPr/>
              </p14:nvContentPartPr>
              <p14:xfrm>
                <a:off x="7670983" y="1738393"/>
                <a:ext cx="196200" cy="110825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DEE1463-3025-D884-2211-F67C51B190F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60183" y="1727924"/>
                  <a:ext cx="217440" cy="1321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7EAD813-BF29-323B-846F-4FB11EFB89DA}"/>
                    </a:ext>
                  </a:extLst>
                </p14:cNvPr>
                <p14:cNvContentPartPr/>
                <p14:nvPr/>
              </p14:nvContentPartPr>
              <p14:xfrm>
                <a:off x="7786323" y="1652607"/>
                <a:ext cx="197021" cy="8907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7EAD813-BF29-323B-846F-4FB11EFB89D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75878" y="1642192"/>
                  <a:ext cx="218272" cy="1102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2652222-A155-8882-334F-000D584B5EBD}"/>
                    </a:ext>
                  </a:extLst>
                </p14:cNvPr>
                <p14:cNvContentPartPr/>
                <p14:nvPr/>
              </p14:nvContentPartPr>
              <p14:xfrm>
                <a:off x="8019876" y="1620591"/>
                <a:ext cx="313592" cy="196201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2652222-A155-8882-334F-000D584B5EB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09435" y="1609771"/>
                  <a:ext cx="334834" cy="2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7A22625-0A5B-1780-219D-4C7A61E17D5E}"/>
                    </a:ext>
                  </a:extLst>
                </p14:cNvPr>
                <p14:cNvContentPartPr/>
                <p14:nvPr/>
              </p14:nvContentPartPr>
              <p14:xfrm>
                <a:off x="8219770" y="1585702"/>
                <a:ext cx="228627" cy="61159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7A22625-0A5B-1780-219D-4C7A61E17D5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08969" y="1574909"/>
                  <a:ext cx="249870" cy="823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9FE6AEC-DFB1-B3D0-9552-8382BF3B0117}"/>
                    </a:ext>
                  </a:extLst>
                </p14:cNvPr>
                <p14:cNvContentPartPr/>
                <p14:nvPr/>
              </p14:nvContentPartPr>
              <p14:xfrm>
                <a:off x="8199247" y="1468310"/>
                <a:ext cx="2463" cy="6978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9FE6AEC-DFB1-B3D0-9552-8382BF3B01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89043" y="1458192"/>
                  <a:ext cx="23223" cy="275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FA5B6E8-563F-DC92-FC69-B2A396368052}"/>
                    </a:ext>
                  </a:extLst>
                </p14:cNvPr>
                <p14:cNvContentPartPr/>
                <p14:nvPr/>
              </p14:nvContentPartPr>
              <p14:xfrm>
                <a:off x="8319512" y="1467489"/>
                <a:ext cx="522107" cy="103436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FA5B6E8-563F-DC92-FC69-B2A39636805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08710" y="1457037"/>
                  <a:ext cx="543351" cy="1247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5296F49-B18A-BF14-BA77-740526C0F301}"/>
                    </a:ext>
                  </a:extLst>
                </p14:cNvPr>
                <p14:cNvContentPartPr/>
                <p14:nvPr/>
              </p14:nvContentPartPr>
              <p14:xfrm>
                <a:off x="7343659" y="961219"/>
                <a:ext cx="61200" cy="189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5296F49-B18A-BF14-BA77-740526C0F30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33219" y="950419"/>
                  <a:ext cx="82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57600CF-A784-E4BC-62A9-E710B2A031AA}"/>
                    </a:ext>
                  </a:extLst>
                </p14:cNvPr>
                <p14:cNvContentPartPr/>
                <p14:nvPr/>
              </p14:nvContentPartPr>
              <p14:xfrm>
                <a:off x="7093099" y="1247059"/>
                <a:ext cx="134280" cy="206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57600CF-A784-E4BC-62A9-E710B2A031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82299" y="1236619"/>
                  <a:ext cx="155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F2EA7DC-12FA-0217-52F3-94E89C7E38B7}"/>
                    </a:ext>
                  </a:extLst>
                </p14:cNvPr>
                <p14:cNvContentPartPr/>
                <p14:nvPr/>
              </p14:nvContentPartPr>
              <p14:xfrm>
                <a:off x="6886459" y="1573219"/>
                <a:ext cx="84960" cy="240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F2EA7DC-12FA-0217-52F3-94E89C7E38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75659" y="1562779"/>
                  <a:ext cx="1062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56C76DF-D64A-F78D-CB96-50838DA2256B}"/>
                    </a:ext>
                  </a:extLst>
                </p14:cNvPr>
                <p14:cNvContentPartPr/>
                <p14:nvPr/>
              </p14:nvContentPartPr>
              <p14:xfrm>
                <a:off x="6795739" y="1948339"/>
                <a:ext cx="46440" cy="145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56C76DF-D64A-F78D-CB96-50838DA2256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5299" y="1937899"/>
                  <a:ext cx="67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5043A54-9D79-5B70-1AD5-0BECF18FB99A}"/>
                    </a:ext>
                  </a:extLst>
                </p14:cNvPr>
                <p14:cNvContentPartPr/>
                <p14:nvPr/>
              </p14:nvContentPartPr>
              <p14:xfrm>
                <a:off x="6453379" y="2280259"/>
                <a:ext cx="228600" cy="275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5043A54-9D79-5B70-1AD5-0BECF18FB99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42939" y="2269459"/>
                  <a:ext cx="249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F30910C-59EA-774B-D54C-AAE921CA3C4C}"/>
                    </a:ext>
                  </a:extLst>
                </p14:cNvPr>
                <p14:cNvContentPartPr/>
                <p14:nvPr/>
              </p14:nvContentPartPr>
              <p14:xfrm>
                <a:off x="7439059" y="996499"/>
                <a:ext cx="623880" cy="5148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F30910C-59EA-774B-D54C-AAE921CA3C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28619" y="985699"/>
                  <a:ext cx="6451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8704813-308D-A223-C175-4FACBA357809}"/>
                    </a:ext>
                  </a:extLst>
                </p14:cNvPr>
                <p14:cNvContentPartPr/>
                <p14:nvPr/>
              </p14:nvContentPartPr>
              <p14:xfrm>
                <a:off x="7187419" y="2781379"/>
                <a:ext cx="147960" cy="134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8704813-308D-A223-C175-4FACBA3578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76619" y="2770579"/>
                  <a:ext cx="1692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498D085-4B78-B5BF-FAB8-4E648ECD4572}"/>
                    </a:ext>
                  </a:extLst>
                </p14:cNvPr>
                <p14:cNvContentPartPr/>
                <p14:nvPr/>
              </p14:nvContentPartPr>
              <p14:xfrm>
                <a:off x="6967099" y="2998819"/>
                <a:ext cx="12420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498D085-4B78-B5BF-FAB8-4E648ECD457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56299" y="2988019"/>
                  <a:ext cx="1454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8E23C89-4833-A217-8BEC-0FE9CE5BB42E}"/>
                    </a:ext>
                  </a:extLst>
                </p14:cNvPr>
                <p14:cNvContentPartPr/>
                <p14:nvPr/>
              </p14:nvContentPartPr>
              <p14:xfrm>
                <a:off x="6928579" y="3240379"/>
                <a:ext cx="35640" cy="121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8E23C89-4833-A217-8BEC-0FE9CE5BB42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18139" y="3229939"/>
                  <a:ext cx="56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09B8403-7BC2-D978-51BF-9354A570A360}"/>
                    </a:ext>
                  </a:extLst>
                </p14:cNvPr>
                <p14:cNvContentPartPr/>
                <p14:nvPr/>
              </p14:nvContentPartPr>
              <p14:xfrm>
                <a:off x="6471379" y="3479059"/>
                <a:ext cx="333000" cy="423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09B8403-7BC2-D978-51BF-9354A570A36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60579" y="3468259"/>
                  <a:ext cx="3542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92A3EA1-299E-0CD8-1ACB-FFAC32707561}"/>
                    </a:ext>
                  </a:extLst>
                </p14:cNvPr>
                <p14:cNvContentPartPr/>
                <p14:nvPr/>
              </p14:nvContentPartPr>
              <p14:xfrm>
                <a:off x="6322699" y="4050379"/>
                <a:ext cx="102600" cy="140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92A3EA1-299E-0CD8-1ACB-FFAC3270756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11899" y="4039939"/>
                  <a:ext cx="123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2A862A5-2442-DE8E-0F6E-7A68513BBE2B}"/>
                    </a:ext>
                  </a:extLst>
                </p14:cNvPr>
                <p14:cNvContentPartPr/>
                <p14:nvPr/>
              </p14:nvContentPartPr>
              <p14:xfrm>
                <a:off x="7222699" y="2609659"/>
                <a:ext cx="415440" cy="251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2A862A5-2442-DE8E-0F6E-7A68513BBE2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12259" y="2599219"/>
                  <a:ext cx="436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AC0C6EA-4459-3711-57A4-1815BBAFDB87}"/>
                    </a:ext>
                  </a:extLst>
                </p14:cNvPr>
                <p14:cNvContentPartPr/>
                <p14:nvPr/>
              </p14:nvContentPartPr>
              <p14:xfrm>
                <a:off x="6318379" y="2471059"/>
                <a:ext cx="416520" cy="235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AC0C6EA-4459-3711-57A4-1815BBAFDB8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07939" y="2460259"/>
                  <a:ext cx="4377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36805E2-9192-D80A-2D9D-3681AB77E737}"/>
                    </a:ext>
                  </a:extLst>
                </p14:cNvPr>
                <p14:cNvContentPartPr/>
                <p14:nvPr/>
              </p14:nvContentPartPr>
              <p14:xfrm>
                <a:off x="7383979" y="2773459"/>
                <a:ext cx="360" cy="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36805E2-9192-D80A-2D9D-3681AB77E7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73539" y="2763019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2B7E3B6-D002-1517-1E8D-B68BD7E480A5}"/>
                    </a:ext>
                  </a:extLst>
                </p14:cNvPr>
                <p14:cNvContentPartPr/>
                <p14:nvPr/>
              </p14:nvContentPartPr>
              <p14:xfrm>
                <a:off x="6609979" y="2646739"/>
                <a:ext cx="40680" cy="3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2B7E3B6-D002-1517-1E8D-B68BD7E480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99179" y="2635939"/>
                  <a:ext cx="61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BD28C94-F202-D9F6-5B43-2C04ABEE730F}"/>
                    </a:ext>
                  </a:extLst>
                </p14:cNvPr>
                <p14:cNvContentPartPr/>
                <p14:nvPr/>
              </p14:nvContentPartPr>
              <p14:xfrm>
                <a:off x="6818779" y="3308419"/>
                <a:ext cx="324360" cy="186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BD28C94-F202-D9F6-5B43-2C04ABEE730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07979" y="3297979"/>
                  <a:ext cx="3456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21ACF12-1A25-DD82-FC62-7CCC6AEBBF2C}"/>
                    </a:ext>
                  </a:extLst>
                </p14:cNvPr>
                <p14:cNvContentPartPr/>
                <p14:nvPr/>
              </p14:nvContentPartPr>
              <p14:xfrm>
                <a:off x="6065299" y="4004299"/>
                <a:ext cx="378000" cy="217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21ACF12-1A25-DD82-FC62-7CCC6AEBBF2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54499" y="3993859"/>
                  <a:ext cx="399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335D9AB-B5FB-6879-1156-99A4DA336501}"/>
                    </a:ext>
                  </a:extLst>
                </p14:cNvPr>
                <p14:cNvContentPartPr/>
                <p14:nvPr/>
              </p14:nvContentPartPr>
              <p14:xfrm>
                <a:off x="5356459" y="3506059"/>
                <a:ext cx="279720" cy="153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335D9AB-B5FB-6879-1156-99A4DA3365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45659" y="3495259"/>
                  <a:ext cx="300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81815FA-7E88-BAF3-8E0C-05D3CD24ED6B}"/>
                    </a:ext>
                  </a:extLst>
                </p14:cNvPr>
                <p14:cNvContentPartPr/>
                <p14:nvPr/>
              </p14:nvContentPartPr>
              <p14:xfrm>
                <a:off x="6648139" y="1544779"/>
                <a:ext cx="393120" cy="2959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81815FA-7E88-BAF3-8E0C-05D3CD24ED6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637699" y="1534339"/>
                  <a:ext cx="4143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4978FFB-6960-CE02-4052-ED5641303F0B}"/>
                    </a:ext>
                  </a:extLst>
                </p14:cNvPr>
                <p14:cNvContentPartPr/>
                <p14:nvPr/>
              </p14:nvContentPartPr>
              <p14:xfrm>
                <a:off x="5266459" y="4554379"/>
                <a:ext cx="17640" cy="1872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4978FFB-6960-CE02-4052-ED5641303F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56019" y="4543939"/>
                  <a:ext cx="38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6AEE3E8-6CA3-5BCD-780E-47C22C155803}"/>
                    </a:ext>
                  </a:extLst>
                </p14:cNvPr>
                <p14:cNvContentPartPr/>
                <p14:nvPr/>
              </p14:nvContentPartPr>
              <p14:xfrm>
                <a:off x="4794859" y="2778859"/>
                <a:ext cx="1925640" cy="25880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6AEE3E8-6CA3-5BCD-780E-47C22C15580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84059" y="2768419"/>
                  <a:ext cx="1946880" cy="260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1A80C1F-B41C-AEE0-D380-A6B02EF364F0}"/>
              </a:ext>
            </a:extLst>
          </p:cNvPr>
          <p:cNvGrpSpPr/>
          <p:nvPr/>
        </p:nvGrpSpPr>
        <p:grpSpPr>
          <a:xfrm>
            <a:off x="8072659" y="484939"/>
            <a:ext cx="2126160" cy="306360"/>
            <a:chOff x="8072659" y="484939"/>
            <a:chExt cx="212616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3BF9CA2-5ECF-E372-8AE5-D9D874AE61D6}"/>
                    </a:ext>
                  </a:extLst>
                </p14:cNvPr>
                <p14:cNvContentPartPr/>
                <p14:nvPr/>
              </p14:nvContentPartPr>
              <p14:xfrm>
                <a:off x="8258059" y="484939"/>
                <a:ext cx="122400" cy="306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3BF9CA2-5ECF-E372-8AE5-D9D874AE61D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47259" y="474499"/>
                  <a:ext cx="1436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9D4FA9D-5772-D7B9-F87B-3E69C4608DAB}"/>
                    </a:ext>
                  </a:extLst>
                </p14:cNvPr>
                <p14:cNvContentPartPr/>
                <p14:nvPr/>
              </p14:nvContentPartPr>
              <p14:xfrm>
                <a:off x="8072659" y="484939"/>
                <a:ext cx="454680" cy="228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9D4FA9D-5772-D7B9-F87B-3E69C4608DA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61859" y="474499"/>
                  <a:ext cx="475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8CAE202-349A-962D-CC9A-A43F04A4FD0C}"/>
                    </a:ext>
                  </a:extLst>
                </p14:cNvPr>
                <p14:cNvContentPartPr/>
                <p14:nvPr/>
              </p14:nvContentPartPr>
              <p14:xfrm>
                <a:off x="8485579" y="557299"/>
                <a:ext cx="377280" cy="201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8CAE202-349A-962D-CC9A-A43F04A4FD0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75139" y="546859"/>
                  <a:ext cx="398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DC2E4C4-ED06-65BB-82D6-0AB7C19D63A8}"/>
                    </a:ext>
                  </a:extLst>
                </p14:cNvPr>
                <p14:cNvContentPartPr/>
                <p14:nvPr/>
              </p14:nvContentPartPr>
              <p14:xfrm>
                <a:off x="8788699" y="549379"/>
                <a:ext cx="216720" cy="1774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DC2E4C4-ED06-65BB-82D6-0AB7C19D63A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78259" y="538939"/>
                  <a:ext cx="237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12D4A5A-C52D-BF30-EA57-D9E59C050561}"/>
                    </a:ext>
                  </a:extLst>
                </p14:cNvPr>
                <p14:cNvContentPartPr/>
                <p14:nvPr/>
              </p14:nvContentPartPr>
              <p14:xfrm>
                <a:off x="8772859" y="527419"/>
                <a:ext cx="256320" cy="101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12D4A5A-C52D-BF30-EA57-D9E59C05056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62059" y="516619"/>
                  <a:ext cx="2775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AB1BF1D-1581-5389-E6C0-D0116362345D}"/>
                    </a:ext>
                  </a:extLst>
                </p14:cNvPr>
                <p14:cNvContentPartPr/>
                <p14:nvPr/>
              </p14:nvContentPartPr>
              <p14:xfrm>
                <a:off x="9006139" y="484939"/>
                <a:ext cx="443880" cy="84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AB1BF1D-1581-5389-E6C0-D0116362345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95699" y="474499"/>
                  <a:ext cx="465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0A8A690-61E0-CCDC-1407-D2357C5FCFE4}"/>
                    </a:ext>
                  </a:extLst>
                </p14:cNvPr>
                <p14:cNvContentPartPr/>
                <p14:nvPr/>
              </p14:nvContentPartPr>
              <p14:xfrm>
                <a:off x="9402859" y="484939"/>
                <a:ext cx="264240" cy="191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0A8A690-61E0-CCDC-1407-D2357C5FCFE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92419" y="474499"/>
                  <a:ext cx="285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CFEC4CD-8F5B-BA80-EF81-C0E7F6F6DE29}"/>
                    </a:ext>
                  </a:extLst>
                </p14:cNvPr>
                <p14:cNvContentPartPr/>
                <p14:nvPr/>
              </p14:nvContentPartPr>
              <p14:xfrm>
                <a:off x="9705619" y="484939"/>
                <a:ext cx="218880" cy="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CFEC4CD-8F5B-BA80-EF81-C0E7F6F6DE2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95179" y="474499"/>
                  <a:ext cx="240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460AFE9-7AE2-6F8D-B0D7-D5EA85B3837B}"/>
                    </a:ext>
                  </a:extLst>
                </p14:cNvPr>
                <p14:cNvContentPartPr/>
                <p14:nvPr/>
              </p14:nvContentPartPr>
              <p14:xfrm>
                <a:off x="9898219" y="484939"/>
                <a:ext cx="300600" cy="3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460AFE9-7AE2-6F8D-B0D7-D5EA85B3837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87779" y="474499"/>
                  <a:ext cx="32184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42A5E7-7DAF-5FC3-A2AA-37DC201AB07F}"/>
                  </a:ext>
                </a:extLst>
              </p14:cNvPr>
              <p14:cNvContentPartPr/>
              <p14:nvPr/>
            </p14:nvContentPartPr>
            <p14:xfrm>
              <a:off x="1926379" y="6499459"/>
              <a:ext cx="360" cy="10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42A5E7-7DAF-5FC3-A2AA-37DC201AB07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920259" y="6493339"/>
                <a:ext cx="12600" cy="2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8646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1876745-C36A-4902-096C-8644B8CFB104}"/>
              </a:ext>
            </a:extLst>
          </p:cNvPr>
          <p:cNvGrpSpPr/>
          <p:nvPr/>
        </p:nvGrpSpPr>
        <p:grpSpPr>
          <a:xfrm>
            <a:off x="7230259" y="2165419"/>
            <a:ext cx="1468440" cy="1016640"/>
            <a:chOff x="7230259" y="2165419"/>
            <a:chExt cx="1468440" cy="101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3FB39D-A552-3310-C88F-09499D8F578E}"/>
                    </a:ext>
                  </a:extLst>
                </p14:cNvPr>
                <p14:cNvContentPartPr/>
                <p14:nvPr/>
              </p14:nvContentPartPr>
              <p14:xfrm>
                <a:off x="7317379" y="2415259"/>
                <a:ext cx="487800" cy="218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3FB39D-A552-3310-C88F-09499D8F57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06939" y="2404459"/>
                  <a:ext cx="5090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4E17476-DE60-A470-583A-440C9A5AF831}"/>
                    </a:ext>
                  </a:extLst>
                </p14:cNvPr>
                <p14:cNvContentPartPr/>
                <p14:nvPr/>
              </p14:nvContentPartPr>
              <p14:xfrm>
                <a:off x="7521139" y="2716939"/>
                <a:ext cx="426600" cy="226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4E17476-DE60-A470-583A-440C9A5AF83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10699" y="2706499"/>
                  <a:ext cx="447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20C14EA-3605-EDEC-B733-0F04C8FBE200}"/>
                    </a:ext>
                  </a:extLst>
                </p14:cNvPr>
                <p14:cNvContentPartPr/>
                <p14:nvPr/>
              </p14:nvContentPartPr>
              <p14:xfrm>
                <a:off x="8200099" y="2516779"/>
                <a:ext cx="498600" cy="204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20C14EA-3605-EDEC-B733-0F04C8FBE2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89299" y="2506339"/>
                  <a:ext cx="5198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A7F1C0-8E7B-D6DD-54C0-878EAE77A401}"/>
                    </a:ext>
                  </a:extLst>
                </p14:cNvPr>
                <p14:cNvContentPartPr/>
                <p14:nvPr/>
              </p14:nvContentPartPr>
              <p14:xfrm>
                <a:off x="7893019" y="2165419"/>
                <a:ext cx="418680" cy="244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AA7F1C0-8E7B-D6DD-54C0-878EAE77A4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82579" y="2154619"/>
                  <a:ext cx="4399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B18A696-92A4-29B4-8712-F9361DB5A11A}"/>
                    </a:ext>
                  </a:extLst>
                </p14:cNvPr>
                <p14:cNvContentPartPr/>
                <p14:nvPr/>
              </p14:nvContentPartPr>
              <p14:xfrm>
                <a:off x="7230259" y="2977939"/>
                <a:ext cx="518400" cy="204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B18A696-92A4-29B4-8712-F9361DB5A11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19819" y="2967499"/>
                  <a:ext cx="539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7D2A453-C913-94C9-2DC4-357E8C0F5FAB}"/>
                    </a:ext>
                  </a:extLst>
                </p14:cNvPr>
                <p14:cNvContentPartPr/>
                <p14:nvPr/>
              </p14:nvContentPartPr>
              <p14:xfrm>
                <a:off x="8073739" y="2899459"/>
                <a:ext cx="423720" cy="246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7D2A453-C913-94C9-2DC4-357E8C0F5F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62939" y="2889019"/>
                  <a:ext cx="444960" cy="26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97B0830-A7F1-FA6B-4C33-745F9809054E}"/>
                  </a:ext>
                </a:extLst>
              </p14:cNvPr>
              <p14:cNvContentPartPr/>
              <p14:nvPr/>
            </p14:nvContentPartPr>
            <p14:xfrm>
              <a:off x="7694299" y="3323539"/>
              <a:ext cx="410760" cy="234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97B0830-A7F1-FA6B-4C33-745F9809054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83859" y="3313099"/>
                <a:ext cx="43200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0464A80-A87B-38D9-48F5-3A6245965579}"/>
              </a:ext>
            </a:extLst>
          </p:cNvPr>
          <p:cNvGrpSpPr/>
          <p:nvPr/>
        </p:nvGrpSpPr>
        <p:grpSpPr>
          <a:xfrm>
            <a:off x="9442099" y="204859"/>
            <a:ext cx="2593440" cy="692280"/>
            <a:chOff x="9442099" y="204859"/>
            <a:chExt cx="2593440" cy="6922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C5C6680-D6E8-4C66-B910-C95395D89A37}"/>
                    </a:ext>
                  </a:extLst>
                </p14:cNvPr>
                <p14:cNvContentPartPr/>
                <p14:nvPr/>
              </p14:nvContentPartPr>
              <p14:xfrm>
                <a:off x="9442099" y="417619"/>
                <a:ext cx="403200" cy="289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C5C6680-D6E8-4C66-B910-C95395D89A3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26619" y="402499"/>
                  <a:ext cx="4338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B83E7DD-EE55-FCE1-7F98-14D20E33A33C}"/>
                    </a:ext>
                  </a:extLst>
                </p14:cNvPr>
                <p14:cNvContentPartPr/>
                <p14:nvPr/>
              </p14:nvContentPartPr>
              <p14:xfrm>
                <a:off x="9773299" y="531379"/>
                <a:ext cx="471600" cy="365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B83E7DD-EE55-FCE1-7F98-14D20E33A33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57819" y="516259"/>
                  <a:ext cx="502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87E8CD2-2021-5575-A02F-A7A967924333}"/>
                    </a:ext>
                  </a:extLst>
                </p14:cNvPr>
                <p14:cNvContentPartPr/>
                <p14:nvPr/>
              </p14:nvContentPartPr>
              <p14:xfrm>
                <a:off x="9999379" y="536419"/>
                <a:ext cx="259920" cy="244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87E8CD2-2021-5575-A02F-A7A96792433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84259" y="521299"/>
                  <a:ext cx="2905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47767A2-5DE0-A16F-5930-6C431D78FC18}"/>
                    </a:ext>
                  </a:extLst>
                </p14:cNvPr>
                <p14:cNvContentPartPr/>
                <p14:nvPr/>
              </p14:nvContentPartPr>
              <p14:xfrm>
                <a:off x="9927739" y="474499"/>
                <a:ext cx="328680" cy="105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47767A2-5DE0-A16F-5930-6C431D78FC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12259" y="459379"/>
                  <a:ext cx="359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EFA8506-214A-4CE9-12D9-21673B51BAE5}"/>
                    </a:ext>
                  </a:extLst>
                </p14:cNvPr>
                <p14:cNvContentPartPr/>
                <p14:nvPr/>
              </p14:nvContentPartPr>
              <p14:xfrm>
                <a:off x="10176499" y="439219"/>
                <a:ext cx="497160" cy="146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EFA8506-214A-4CE9-12D9-21673B51BA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61379" y="424099"/>
                  <a:ext cx="527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66028B6-84EC-4EE9-A133-28FACD8C2BB2}"/>
                    </a:ext>
                  </a:extLst>
                </p14:cNvPr>
                <p14:cNvContentPartPr/>
                <p14:nvPr/>
              </p14:nvContentPartPr>
              <p14:xfrm>
                <a:off x="10704979" y="429859"/>
                <a:ext cx="296280" cy="237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66028B6-84EC-4EE9-A133-28FACD8C2B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689499" y="414379"/>
                  <a:ext cx="326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70BF50-FF8C-B5DD-65C4-D82457052B0A}"/>
                    </a:ext>
                  </a:extLst>
                </p14:cNvPr>
                <p14:cNvContentPartPr/>
                <p14:nvPr/>
              </p14:nvContentPartPr>
              <p14:xfrm>
                <a:off x="10580779" y="381619"/>
                <a:ext cx="387360" cy="129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70BF50-FF8C-B5DD-65C4-D82457052B0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65659" y="366139"/>
                  <a:ext cx="417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859AE14-226D-63FA-F787-4346B69C9A9B}"/>
                    </a:ext>
                  </a:extLst>
                </p14:cNvPr>
                <p14:cNvContentPartPr/>
                <p14:nvPr/>
              </p14:nvContentPartPr>
              <p14:xfrm>
                <a:off x="10852219" y="303859"/>
                <a:ext cx="253080" cy="130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859AE14-226D-63FA-F787-4346B69C9A9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37099" y="288739"/>
                  <a:ext cx="283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5BECE02-CC30-CD88-3C96-33B8F3FF0D39}"/>
                    </a:ext>
                  </a:extLst>
                </p14:cNvPr>
                <p14:cNvContentPartPr/>
                <p14:nvPr/>
              </p14:nvContentPartPr>
              <p14:xfrm>
                <a:off x="11280259" y="317899"/>
                <a:ext cx="170640" cy="89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5BECE02-CC30-CD88-3C96-33B8F3FF0D3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265139" y="302779"/>
                  <a:ext cx="2008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94B0F8-0BC4-8124-BA2B-56F2314E3E8A}"/>
                    </a:ext>
                  </a:extLst>
                </p14:cNvPr>
                <p14:cNvContentPartPr/>
                <p14:nvPr/>
              </p14:nvContentPartPr>
              <p14:xfrm>
                <a:off x="11417059" y="274339"/>
                <a:ext cx="272880" cy="71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94B0F8-0BC4-8124-BA2B-56F2314E3E8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401939" y="259219"/>
                  <a:ext cx="3034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EBCB25-AF47-70AC-1AFC-1D330BE361A1}"/>
                    </a:ext>
                  </a:extLst>
                </p14:cNvPr>
                <p14:cNvContentPartPr/>
                <p14:nvPr/>
              </p14:nvContentPartPr>
              <p14:xfrm>
                <a:off x="11662939" y="204859"/>
                <a:ext cx="372600" cy="110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EBCB25-AF47-70AC-1AFC-1D330BE361A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647819" y="189739"/>
                  <a:ext cx="403200" cy="14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00965F5-282D-808A-5D7E-44F3A851F69A}"/>
                  </a:ext>
                </a:extLst>
              </p14:cNvPr>
              <p14:cNvContentPartPr/>
              <p14:nvPr/>
            </p14:nvContentPartPr>
            <p14:xfrm>
              <a:off x="5063059" y="1346059"/>
              <a:ext cx="1670760" cy="42400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00965F5-282D-808A-5D7E-44F3A851F69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47939" y="1330579"/>
                <a:ext cx="1701360" cy="427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276F24FE-3258-49D2-A944-6D409B8CB183}"/>
              </a:ext>
            </a:extLst>
          </p:cNvPr>
          <p:cNvGrpSpPr/>
          <p:nvPr/>
        </p:nvGrpSpPr>
        <p:grpSpPr>
          <a:xfrm>
            <a:off x="6546979" y="4395619"/>
            <a:ext cx="456120" cy="1470600"/>
            <a:chOff x="6546979" y="4395619"/>
            <a:chExt cx="456120" cy="147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81139C5-6DC6-2AE5-6B5F-DB261D8DF3F5}"/>
                    </a:ext>
                  </a:extLst>
                </p14:cNvPr>
                <p14:cNvContentPartPr/>
                <p14:nvPr/>
              </p14:nvContentPartPr>
              <p14:xfrm>
                <a:off x="6842539" y="4395619"/>
                <a:ext cx="160560" cy="545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81139C5-6DC6-2AE5-6B5F-DB261D8DF3F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31739" y="4384819"/>
                  <a:ext cx="18180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1A0F42D-C77F-2137-3B28-C09121F42B72}"/>
                    </a:ext>
                  </a:extLst>
                </p14:cNvPr>
                <p14:cNvContentPartPr/>
                <p14:nvPr/>
              </p14:nvContentPartPr>
              <p14:xfrm>
                <a:off x="6741019" y="5018419"/>
                <a:ext cx="36720" cy="139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1A0F42D-C77F-2137-3B28-C09121F42B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30579" y="5007619"/>
                  <a:ext cx="57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54F2B5-1231-B72E-F5AE-2E584E92EBBA}"/>
                    </a:ext>
                  </a:extLst>
                </p14:cNvPr>
                <p14:cNvContentPartPr/>
                <p14:nvPr/>
              </p14:nvContentPartPr>
              <p14:xfrm>
                <a:off x="6662179" y="5280499"/>
                <a:ext cx="35280" cy="205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54F2B5-1231-B72E-F5AE-2E584E92EB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51379" y="5269699"/>
                  <a:ext cx="565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2A209D2-B9E3-0F51-8598-5D6885E6D724}"/>
                    </a:ext>
                  </a:extLst>
                </p14:cNvPr>
                <p14:cNvContentPartPr/>
                <p14:nvPr/>
              </p14:nvContentPartPr>
              <p14:xfrm>
                <a:off x="6546979" y="5622859"/>
                <a:ext cx="66600" cy="243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2A209D2-B9E3-0F51-8598-5D6885E6D7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36179" y="5612419"/>
                  <a:ext cx="87840" cy="26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44C1F60-2945-0F5F-964C-14EB2B580624}"/>
                  </a:ext>
                </a:extLst>
              </p14:cNvPr>
              <p14:cNvContentPartPr/>
              <p14:nvPr/>
            </p14:nvContentPartPr>
            <p14:xfrm>
              <a:off x="5972059" y="1055539"/>
              <a:ext cx="95760" cy="957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44C1F60-2945-0F5F-964C-14EB2B58062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61259" y="1045099"/>
                <a:ext cx="1170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F54B0C9-0766-AA49-6E2A-1B65193A2827}"/>
                  </a:ext>
                </a:extLst>
              </p14:cNvPr>
              <p14:cNvContentPartPr/>
              <p14:nvPr/>
            </p14:nvContentPartPr>
            <p14:xfrm>
              <a:off x="4812139" y="4053259"/>
              <a:ext cx="114480" cy="2682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F54B0C9-0766-AA49-6E2A-1B65193A282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01339" y="4042819"/>
                <a:ext cx="1357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12EAC52-19CC-43A0-1A8E-31675BA2D456}"/>
                  </a:ext>
                </a:extLst>
              </p14:cNvPr>
              <p14:cNvContentPartPr/>
              <p14:nvPr/>
            </p14:nvContentPartPr>
            <p14:xfrm>
              <a:off x="4667419" y="4457899"/>
              <a:ext cx="47520" cy="2412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12EAC52-19CC-43A0-1A8E-31675BA2D45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56979" y="4447459"/>
                <a:ext cx="687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CEAA9CB-32D0-B3D6-51FA-A448D540695B}"/>
                  </a:ext>
                </a:extLst>
              </p14:cNvPr>
              <p14:cNvContentPartPr/>
              <p14:nvPr/>
            </p14:nvContentPartPr>
            <p14:xfrm>
              <a:off x="4520179" y="4870819"/>
              <a:ext cx="65880" cy="1530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CEAA9CB-32D0-B3D6-51FA-A448D540695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09739" y="4860019"/>
                <a:ext cx="871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C4FC8EC-9847-878D-3340-29E712451A0B}"/>
                  </a:ext>
                </a:extLst>
              </p14:cNvPr>
              <p14:cNvContentPartPr/>
              <p14:nvPr/>
            </p14:nvContentPartPr>
            <p14:xfrm>
              <a:off x="4350619" y="5208859"/>
              <a:ext cx="124560" cy="835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C4FC8EC-9847-878D-3340-29E712451A0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339819" y="5198059"/>
                <a:ext cx="1458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FAD0ECB-C93F-97F9-213D-8D5825CCDBD9}"/>
                  </a:ext>
                </a:extLst>
              </p14:cNvPr>
              <p14:cNvContentPartPr/>
              <p14:nvPr/>
            </p14:nvContentPartPr>
            <p14:xfrm>
              <a:off x="5837059" y="1291699"/>
              <a:ext cx="68400" cy="1267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FAD0ECB-C93F-97F9-213D-8D5825CCDBD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826619" y="1281259"/>
                <a:ext cx="8964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97B3F16-3ECD-AD8E-FD5B-3153778C863C}"/>
                  </a:ext>
                </a:extLst>
              </p14:cNvPr>
              <p14:cNvContentPartPr/>
              <p14:nvPr/>
            </p14:nvContentPartPr>
            <p14:xfrm>
              <a:off x="5837779" y="1296019"/>
              <a:ext cx="1780200" cy="1656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97B3F16-3ECD-AD8E-FD5B-3153778C863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826979" y="1285579"/>
                <a:ext cx="180144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05C536A3-7932-FE35-511D-787CFF168A1A}"/>
              </a:ext>
            </a:extLst>
          </p:cNvPr>
          <p:cNvGrpSpPr/>
          <p:nvPr/>
        </p:nvGrpSpPr>
        <p:grpSpPr>
          <a:xfrm>
            <a:off x="6578299" y="758179"/>
            <a:ext cx="1158480" cy="386280"/>
            <a:chOff x="6578299" y="758179"/>
            <a:chExt cx="1158480" cy="3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42AFEAC-9091-E768-F60E-836A427625F5}"/>
                    </a:ext>
                  </a:extLst>
                </p14:cNvPr>
                <p14:cNvContentPartPr/>
                <p14:nvPr/>
              </p14:nvContentPartPr>
              <p14:xfrm>
                <a:off x="6578299" y="1049419"/>
                <a:ext cx="320400" cy="95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42AFEAC-9091-E768-F60E-836A427625F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67859" y="1038619"/>
                  <a:ext cx="341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F72F8D2-FA1F-2B52-37EA-EDE91BD8A6EA}"/>
                    </a:ext>
                  </a:extLst>
                </p14:cNvPr>
                <p14:cNvContentPartPr/>
                <p14:nvPr/>
              </p14:nvContentPartPr>
              <p14:xfrm>
                <a:off x="6900859" y="896419"/>
                <a:ext cx="301680" cy="122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F72F8D2-FA1F-2B52-37EA-EDE91BD8A6E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90419" y="885619"/>
                  <a:ext cx="322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32AED77-8629-B981-A439-EC2ACD16A373}"/>
                    </a:ext>
                  </a:extLst>
                </p14:cNvPr>
                <p14:cNvContentPartPr/>
                <p14:nvPr/>
              </p14:nvContentPartPr>
              <p14:xfrm>
                <a:off x="7211899" y="864019"/>
                <a:ext cx="294840" cy="188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32AED77-8629-B981-A439-EC2ACD16A3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01459" y="853219"/>
                  <a:ext cx="316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32067F4-5494-557F-26E6-7929E9C9A655}"/>
                    </a:ext>
                  </a:extLst>
                </p14:cNvPr>
                <p14:cNvContentPartPr/>
                <p14:nvPr/>
              </p14:nvContentPartPr>
              <p14:xfrm>
                <a:off x="7365979" y="846019"/>
                <a:ext cx="144000" cy="45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32067F4-5494-557F-26E6-7929E9C9A65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55179" y="835579"/>
                  <a:ext cx="165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F55B8CE-4BFF-132C-B6EE-B09F483C336F}"/>
                    </a:ext>
                  </a:extLst>
                </p14:cNvPr>
                <p14:cNvContentPartPr/>
                <p14:nvPr/>
              </p14:nvContentPartPr>
              <p14:xfrm>
                <a:off x="7188859" y="758179"/>
                <a:ext cx="36720" cy="5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F55B8CE-4BFF-132C-B6EE-B09F483C33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78059" y="747739"/>
                  <a:ext cx="57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703A28E-4B85-49D7-5801-3AFA19FA4E79}"/>
                    </a:ext>
                  </a:extLst>
                </p14:cNvPr>
                <p14:cNvContentPartPr/>
                <p14:nvPr/>
              </p14:nvContentPartPr>
              <p14:xfrm>
                <a:off x="7451299" y="821539"/>
                <a:ext cx="285480" cy="48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703A28E-4B85-49D7-5801-3AFA19FA4E7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40859" y="810739"/>
                  <a:ext cx="30672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EC2062D-9648-8019-443F-762DE7D3F30C}"/>
              </a:ext>
            </a:extLst>
          </p:cNvPr>
          <p:cNvGrpSpPr/>
          <p:nvPr/>
        </p:nvGrpSpPr>
        <p:grpSpPr>
          <a:xfrm>
            <a:off x="8048539" y="2390779"/>
            <a:ext cx="3598920" cy="1574280"/>
            <a:chOff x="8048539" y="2390779"/>
            <a:chExt cx="3598920" cy="157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410D9B3-8799-635B-52FA-31925F5081EA}"/>
                    </a:ext>
                  </a:extLst>
                </p14:cNvPr>
                <p14:cNvContentPartPr/>
                <p14:nvPr/>
              </p14:nvContentPartPr>
              <p14:xfrm>
                <a:off x="8048539" y="3777139"/>
                <a:ext cx="209160" cy="165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410D9B3-8799-635B-52FA-31925F5081E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38099" y="3766339"/>
                  <a:ext cx="230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CD10621-26B6-3130-4BD9-D2AA0120E18F}"/>
                    </a:ext>
                  </a:extLst>
                </p14:cNvPr>
                <p14:cNvContentPartPr/>
                <p14:nvPr/>
              </p14:nvContentPartPr>
              <p14:xfrm>
                <a:off x="8206939" y="3585259"/>
                <a:ext cx="616680" cy="205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CD10621-26B6-3130-4BD9-D2AA0120E1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96499" y="3574459"/>
                  <a:ext cx="637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6852E76-3404-266A-8DDD-D3E8D27E8ACC}"/>
                    </a:ext>
                  </a:extLst>
                </p14:cNvPr>
                <p14:cNvContentPartPr/>
                <p14:nvPr/>
              </p14:nvContentPartPr>
              <p14:xfrm>
                <a:off x="8665219" y="3546739"/>
                <a:ext cx="356400" cy="143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6852E76-3404-266A-8DDD-D3E8D27E8AC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54779" y="3536299"/>
                  <a:ext cx="377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0893AC5-9C79-1308-863C-5A58D82D1E11}"/>
                    </a:ext>
                  </a:extLst>
                </p14:cNvPr>
                <p14:cNvContentPartPr/>
                <p14:nvPr/>
              </p14:nvContentPartPr>
              <p14:xfrm>
                <a:off x="8703379" y="3443059"/>
                <a:ext cx="167040" cy="81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0893AC5-9C79-1308-863C-5A58D82D1E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92939" y="3432619"/>
                  <a:ext cx="188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C8EF8BD-4CD7-EFDD-FC94-70ECB5BA73B6}"/>
                    </a:ext>
                  </a:extLst>
                </p14:cNvPr>
                <p14:cNvContentPartPr/>
                <p14:nvPr/>
              </p14:nvContentPartPr>
              <p14:xfrm>
                <a:off x="8885899" y="3360979"/>
                <a:ext cx="303840" cy="104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C8EF8BD-4CD7-EFDD-FC94-70ECB5BA73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75099" y="3350179"/>
                  <a:ext cx="325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56B3BA7-15B0-0E37-4C1D-68BF3D41F35E}"/>
                    </a:ext>
                  </a:extLst>
                </p14:cNvPr>
                <p14:cNvContentPartPr/>
                <p14:nvPr/>
              </p14:nvContentPartPr>
              <p14:xfrm>
                <a:off x="9139699" y="3248659"/>
                <a:ext cx="157320" cy="97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56B3BA7-15B0-0E37-4C1D-68BF3D41F3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128899" y="3237859"/>
                  <a:ext cx="1785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D9BAA9B-6B51-E22E-DB25-92E7513ED982}"/>
                    </a:ext>
                  </a:extLst>
                </p14:cNvPr>
                <p14:cNvContentPartPr/>
                <p14:nvPr/>
              </p14:nvContentPartPr>
              <p14:xfrm>
                <a:off x="9194059" y="3138139"/>
                <a:ext cx="366480" cy="119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D9BAA9B-6B51-E22E-DB25-92E7513ED9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83619" y="3127699"/>
                  <a:ext cx="387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6F70185-1EFA-0C6F-33F4-C45A586D32B7}"/>
                    </a:ext>
                  </a:extLst>
                </p14:cNvPr>
                <p14:cNvContentPartPr/>
                <p14:nvPr/>
              </p14:nvContentPartPr>
              <p14:xfrm>
                <a:off x="9304579" y="3142459"/>
                <a:ext cx="147240" cy="68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6F70185-1EFA-0C6F-33F4-C45A586D32B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94139" y="3132019"/>
                  <a:ext cx="168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4D0D839-0FEF-8A05-F35C-6E71B7A44875}"/>
                    </a:ext>
                  </a:extLst>
                </p14:cNvPr>
                <p14:cNvContentPartPr/>
                <p14:nvPr/>
              </p14:nvContentPartPr>
              <p14:xfrm>
                <a:off x="10037539" y="2923939"/>
                <a:ext cx="172080" cy="178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4D0D839-0FEF-8A05-F35C-6E71B7A448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27099" y="2913139"/>
                  <a:ext cx="1933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1C1F4CC-2CA4-0494-6DD7-AE88A9C71ABA}"/>
                    </a:ext>
                  </a:extLst>
                </p14:cNvPr>
                <p14:cNvContentPartPr/>
                <p14:nvPr/>
              </p14:nvContentPartPr>
              <p14:xfrm>
                <a:off x="10206019" y="2872459"/>
                <a:ext cx="308160" cy="166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1C1F4CC-2CA4-0494-6DD7-AE88A9C71A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95219" y="2862019"/>
                  <a:ext cx="329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7AE361A-1BB9-DD03-5247-4B6C8034578F}"/>
                    </a:ext>
                  </a:extLst>
                </p14:cNvPr>
                <p14:cNvContentPartPr/>
                <p14:nvPr/>
              </p14:nvContentPartPr>
              <p14:xfrm>
                <a:off x="10479619" y="2676259"/>
                <a:ext cx="432360" cy="235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7AE361A-1BB9-DD03-5247-4B6C8034578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469179" y="2665819"/>
                  <a:ext cx="4536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FDC9427-F205-2A92-BFBB-69A303557E06}"/>
                    </a:ext>
                  </a:extLst>
                </p14:cNvPr>
                <p14:cNvContentPartPr/>
                <p14:nvPr/>
              </p14:nvContentPartPr>
              <p14:xfrm>
                <a:off x="10531819" y="2655379"/>
                <a:ext cx="228240" cy="99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FDC9427-F205-2A92-BFBB-69A303557E0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521379" y="2644939"/>
                  <a:ext cx="249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F47817B-FAAB-E953-A8F1-D41278F376D4}"/>
                    </a:ext>
                  </a:extLst>
                </p14:cNvPr>
                <p14:cNvContentPartPr/>
                <p14:nvPr/>
              </p14:nvContentPartPr>
              <p14:xfrm>
                <a:off x="10780579" y="2642059"/>
                <a:ext cx="239040" cy="954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F47817B-FAAB-E953-A8F1-D41278F376D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769779" y="2631259"/>
                  <a:ext cx="260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81B3D1A-BD4A-B3AF-48C1-14E44500F5D0}"/>
                    </a:ext>
                  </a:extLst>
                </p14:cNvPr>
                <p14:cNvContentPartPr/>
                <p14:nvPr/>
              </p14:nvContentPartPr>
              <p14:xfrm>
                <a:off x="10946179" y="2475379"/>
                <a:ext cx="205560" cy="157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81B3D1A-BD4A-B3AF-48C1-14E44500F5D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935379" y="2464939"/>
                  <a:ext cx="226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B9E334C-C0CB-2235-72D8-0CB0863D0D81}"/>
                    </a:ext>
                  </a:extLst>
                </p14:cNvPr>
                <p14:cNvContentPartPr/>
                <p14:nvPr/>
              </p14:nvContentPartPr>
              <p14:xfrm>
                <a:off x="11311579" y="2390779"/>
                <a:ext cx="335880" cy="197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B9E334C-C0CB-2235-72D8-0CB0863D0D8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01139" y="2379979"/>
                  <a:ext cx="357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B6604A4-647B-F69A-1E1F-C880EBB0C0B1}"/>
                    </a:ext>
                  </a:extLst>
                </p14:cNvPr>
                <p14:cNvContentPartPr/>
                <p14:nvPr/>
              </p14:nvContentPartPr>
              <p14:xfrm>
                <a:off x="8652979" y="3298339"/>
                <a:ext cx="1828800" cy="6667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B6604A4-647B-F69A-1E1F-C880EBB0C0B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42539" y="3287899"/>
                  <a:ext cx="1850040" cy="68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7981BC2-A6FF-2508-23B9-2D37A8BB1731}"/>
              </a:ext>
            </a:extLst>
          </p:cNvPr>
          <p:cNvGrpSpPr/>
          <p:nvPr/>
        </p:nvGrpSpPr>
        <p:grpSpPr>
          <a:xfrm>
            <a:off x="7004899" y="1325899"/>
            <a:ext cx="804960" cy="2866680"/>
            <a:chOff x="7004899" y="1325899"/>
            <a:chExt cx="804960" cy="28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8FD5DD-E38A-C29C-17DD-6FB29CB57DE2}"/>
                    </a:ext>
                  </a:extLst>
                </p14:cNvPr>
                <p14:cNvContentPartPr/>
                <p14:nvPr/>
              </p14:nvContentPartPr>
              <p14:xfrm>
                <a:off x="7004899" y="4019059"/>
                <a:ext cx="14040" cy="140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8FD5DD-E38A-C29C-17DD-6FB29CB57DE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994099" y="4008619"/>
                  <a:ext cx="35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D6029AD-A682-4DF1-811F-7E0F4583CF40}"/>
                    </a:ext>
                  </a:extLst>
                </p14:cNvPr>
                <p14:cNvContentPartPr/>
                <p14:nvPr/>
              </p14:nvContentPartPr>
              <p14:xfrm>
                <a:off x="7453459" y="2247859"/>
                <a:ext cx="72000" cy="189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D6029AD-A682-4DF1-811F-7E0F4583CF4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42659" y="2237059"/>
                  <a:ext cx="93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5EB22D9-5E21-6321-0B9B-DDBF0C74E668}"/>
                    </a:ext>
                  </a:extLst>
                </p14:cNvPr>
                <p14:cNvContentPartPr/>
                <p14:nvPr/>
              </p14:nvContentPartPr>
              <p14:xfrm>
                <a:off x="7556779" y="1987939"/>
                <a:ext cx="56520" cy="163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5EB22D9-5E21-6321-0B9B-DDBF0C74E66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45979" y="1977499"/>
                  <a:ext cx="77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F3C9BFA-847D-7B03-8199-76C0479D51A2}"/>
                    </a:ext>
                  </a:extLst>
                </p14:cNvPr>
                <p14:cNvContentPartPr/>
                <p14:nvPr/>
              </p14:nvContentPartPr>
              <p14:xfrm>
                <a:off x="7570459" y="1720099"/>
                <a:ext cx="66240" cy="184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F3C9BFA-847D-7B03-8199-76C0479D51A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59659" y="1709299"/>
                  <a:ext cx="87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38EC795-B978-B338-5E72-3C6BE176D630}"/>
                    </a:ext>
                  </a:extLst>
                </p14:cNvPr>
                <p14:cNvContentPartPr/>
                <p14:nvPr/>
              </p14:nvContentPartPr>
              <p14:xfrm>
                <a:off x="7634539" y="1530379"/>
                <a:ext cx="53280" cy="123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38EC795-B978-B338-5E72-3C6BE176D63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23739" y="1519939"/>
                  <a:ext cx="74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100BED4-E30D-CE3F-6549-0C99718352F9}"/>
                    </a:ext>
                  </a:extLst>
                </p14:cNvPr>
                <p14:cNvContentPartPr/>
                <p14:nvPr/>
              </p14:nvContentPartPr>
              <p14:xfrm>
                <a:off x="7653259" y="1325899"/>
                <a:ext cx="66240" cy="148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100BED4-E30D-CE3F-6549-0C99718352F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42459" y="1315099"/>
                  <a:ext cx="874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4815DED-35C1-9E77-C170-D41458362C62}"/>
                    </a:ext>
                  </a:extLst>
                </p14:cNvPr>
                <p14:cNvContentPartPr/>
                <p14:nvPr/>
              </p14:nvContentPartPr>
              <p14:xfrm>
                <a:off x="7364899" y="2628019"/>
                <a:ext cx="86760" cy="233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4815DED-35C1-9E77-C170-D41458362C6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54099" y="2617219"/>
                  <a:ext cx="108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D1993CE-6BB6-FB15-7BF2-F83561EB968E}"/>
                    </a:ext>
                  </a:extLst>
                </p14:cNvPr>
                <p14:cNvContentPartPr/>
                <p14:nvPr/>
              </p14:nvContentPartPr>
              <p14:xfrm>
                <a:off x="7322059" y="2929339"/>
                <a:ext cx="31320" cy="214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D1993CE-6BB6-FB15-7BF2-F83561EB968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11259" y="2918899"/>
                  <a:ext cx="525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4DD9211-A249-E717-D1E4-4A328FB17680}"/>
                    </a:ext>
                  </a:extLst>
                </p14:cNvPr>
                <p14:cNvContentPartPr/>
                <p14:nvPr/>
              </p14:nvContentPartPr>
              <p14:xfrm>
                <a:off x="7239979" y="3218779"/>
                <a:ext cx="52560" cy="167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4DD9211-A249-E717-D1E4-4A328FB1768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29179" y="3207979"/>
                  <a:ext cx="738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B0F5C6B-EB19-7824-52EE-CAA1F9E57E31}"/>
                    </a:ext>
                  </a:extLst>
                </p14:cNvPr>
                <p14:cNvContentPartPr/>
                <p14:nvPr/>
              </p14:nvContentPartPr>
              <p14:xfrm>
                <a:off x="7056019" y="3444859"/>
                <a:ext cx="156600" cy="451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B0F5C6B-EB19-7824-52EE-CAA1F9E57E3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45219" y="3434059"/>
                  <a:ext cx="17784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0085A17-5A55-A630-CDE0-3FFAD1F9439D}"/>
                    </a:ext>
                  </a:extLst>
                </p14:cNvPr>
                <p14:cNvContentPartPr/>
                <p14:nvPr/>
              </p14:nvContentPartPr>
              <p14:xfrm>
                <a:off x="7434019" y="2137339"/>
                <a:ext cx="138960" cy="406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0085A17-5A55-A630-CDE0-3FFAD1F9439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23579" y="2126539"/>
                  <a:ext cx="1602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509CAF5-00EE-A4A2-64E4-8D5F0B41C396}"/>
                    </a:ext>
                  </a:extLst>
                </p14:cNvPr>
                <p14:cNvContentPartPr/>
                <p14:nvPr/>
              </p14:nvContentPartPr>
              <p14:xfrm>
                <a:off x="7417099" y="2836819"/>
                <a:ext cx="188280" cy="322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509CAF5-00EE-A4A2-64E4-8D5F0B41C39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06299" y="2826379"/>
                  <a:ext cx="2095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4A5FBF7-FB74-76C8-F518-1F0B65756461}"/>
                    </a:ext>
                  </a:extLst>
                </p14:cNvPr>
                <p14:cNvContentPartPr/>
                <p14:nvPr/>
              </p14:nvContentPartPr>
              <p14:xfrm>
                <a:off x="7777099" y="1437499"/>
                <a:ext cx="32760" cy="105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4A5FBF7-FB74-76C8-F518-1F0B6575646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66299" y="1427059"/>
                  <a:ext cx="540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7DDC568-AC22-C8CA-8655-115E09D3F02E}"/>
                    </a:ext>
                  </a:extLst>
                </p14:cNvPr>
                <p14:cNvContentPartPr/>
                <p14:nvPr/>
              </p14:nvContentPartPr>
              <p14:xfrm>
                <a:off x="7569019" y="1714339"/>
                <a:ext cx="61920" cy="131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7DDC568-AC22-C8CA-8655-115E09D3F02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558579" y="1703899"/>
                  <a:ext cx="83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0F0B617-EBAF-8531-24B6-450A29813AE1}"/>
                    </a:ext>
                  </a:extLst>
                </p14:cNvPr>
                <p14:cNvContentPartPr/>
                <p14:nvPr/>
              </p14:nvContentPartPr>
              <p14:xfrm>
                <a:off x="7594219" y="1950139"/>
                <a:ext cx="23400" cy="153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0F0B617-EBAF-8531-24B6-450A29813A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83419" y="1939699"/>
                  <a:ext cx="44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4FD8331-C9FB-1808-76E6-DCE9BE4009A4}"/>
                    </a:ext>
                  </a:extLst>
                </p14:cNvPr>
                <p14:cNvContentPartPr/>
                <p14:nvPr/>
              </p14:nvContentPartPr>
              <p14:xfrm>
                <a:off x="7548859" y="2237059"/>
                <a:ext cx="56160" cy="212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4FD8331-C9FB-1808-76E6-DCE9BE4009A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38059" y="2226259"/>
                  <a:ext cx="77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77BDBB5-3459-4B48-8402-A4C46754AF10}"/>
                    </a:ext>
                  </a:extLst>
                </p14:cNvPr>
                <p14:cNvContentPartPr/>
                <p14:nvPr/>
              </p14:nvContentPartPr>
              <p14:xfrm>
                <a:off x="7496659" y="2561779"/>
                <a:ext cx="15120" cy="108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77BDBB5-3459-4B48-8402-A4C46754AF1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86219" y="2551339"/>
                  <a:ext cx="36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07EE2AB-BF5E-FACA-6058-9ED1116E4750}"/>
                    </a:ext>
                  </a:extLst>
                </p14:cNvPr>
                <p14:cNvContentPartPr/>
                <p14:nvPr/>
              </p14:nvContentPartPr>
              <p14:xfrm>
                <a:off x="7375699" y="2764099"/>
                <a:ext cx="109440" cy="1854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07EE2AB-BF5E-FACA-6058-9ED1116E475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64899" y="2753659"/>
                  <a:ext cx="1306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2E90C4-3136-C0C8-A6A1-A983FD5FE963}"/>
                    </a:ext>
                  </a:extLst>
                </p14:cNvPr>
                <p14:cNvContentPartPr/>
                <p14:nvPr/>
              </p14:nvContentPartPr>
              <p14:xfrm>
                <a:off x="7343299" y="3021139"/>
                <a:ext cx="30600" cy="145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2E90C4-3136-C0C8-A6A1-A983FD5FE96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32499" y="3010699"/>
                  <a:ext cx="51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D47AF6F-2F53-3CDD-837A-35DE08C646CE}"/>
                    </a:ext>
                  </a:extLst>
                </p14:cNvPr>
                <p14:cNvContentPartPr/>
                <p14:nvPr/>
              </p14:nvContentPartPr>
              <p14:xfrm>
                <a:off x="7285339" y="3327859"/>
                <a:ext cx="70200" cy="204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D47AF6F-2F53-3CDD-837A-35DE08C646C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274539" y="3317059"/>
                  <a:ext cx="91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DCA418C-AA66-9B57-FEFA-67F9093A33BC}"/>
                    </a:ext>
                  </a:extLst>
                </p14:cNvPr>
                <p14:cNvContentPartPr/>
                <p14:nvPr/>
              </p14:nvContentPartPr>
              <p14:xfrm>
                <a:off x="7246819" y="3601459"/>
                <a:ext cx="24840" cy="136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DCA418C-AA66-9B57-FEFA-67F9093A33B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236379" y="3590659"/>
                  <a:ext cx="46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23DF8E3-05D3-1766-FA13-9814DC4A175D}"/>
                    </a:ext>
                  </a:extLst>
                </p14:cNvPr>
                <p14:cNvContentPartPr/>
                <p14:nvPr/>
              </p14:nvContentPartPr>
              <p14:xfrm>
                <a:off x="7174099" y="3831499"/>
                <a:ext cx="66240" cy="110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23DF8E3-05D3-1766-FA13-9814DC4A175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63299" y="3821059"/>
                  <a:ext cx="87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1436384-14AB-2195-B416-5E8E51E8A1B2}"/>
                    </a:ext>
                  </a:extLst>
                </p14:cNvPr>
                <p14:cNvContentPartPr/>
                <p14:nvPr/>
              </p14:nvContentPartPr>
              <p14:xfrm>
                <a:off x="7043059" y="4071259"/>
                <a:ext cx="75240" cy="121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1436384-14AB-2195-B416-5E8E51E8A1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032619" y="4060819"/>
                  <a:ext cx="9648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EBB1900-E448-861A-68D7-DBC61407FCAF}"/>
                  </a:ext>
                </a:extLst>
              </p14:cNvPr>
              <p14:cNvContentPartPr/>
              <p14:nvPr/>
            </p14:nvContentPartPr>
            <p14:xfrm>
              <a:off x="6893659" y="4344139"/>
              <a:ext cx="94680" cy="957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EBB1900-E448-861A-68D7-DBC61407FCA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882859" y="4333339"/>
                <a:ext cx="115920" cy="11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DF4C258-967C-6987-E1FE-9540BCA0B9F2}"/>
              </a:ext>
            </a:extLst>
          </p:cNvPr>
          <p:cNvGrpSpPr/>
          <p:nvPr/>
        </p:nvGrpSpPr>
        <p:grpSpPr>
          <a:xfrm>
            <a:off x="3170179" y="1551259"/>
            <a:ext cx="2676600" cy="2322000"/>
            <a:chOff x="3170179" y="1551259"/>
            <a:chExt cx="2676600" cy="232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FB8C86-E8C8-6F59-4C5F-35B4AB91AF5C}"/>
                    </a:ext>
                  </a:extLst>
                </p14:cNvPr>
                <p14:cNvContentPartPr/>
                <p14:nvPr/>
              </p14:nvContentPartPr>
              <p14:xfrm>
                <a:off x="5694499" y="1551259"/>
                <a:ext cx="93960" cy="200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FB8C86-E8C8-6F59-4C5F-35B4AB91AF5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83699" y="1540459"/>
                  <a:ext cx="115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FB076A-A279-0A81-6CC1-CF2DB1AE62D3}"/>
                    </a:ext>
                  </a:extLst>
                </p14:cNvPr>
                <p14:cNvContentPartPr/>
                <p14:nvPr/>
              </p14:nvContentPartPr>
              <p14:xfrm>
                <a:off x="3872539" y="2056699"/>
                <a:ext cx="1064160" cy="379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FB076A-A279-0A81-6CC1-CF2DB1AE62D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61739" y="2046259"/>
                  <a:ext cx="10854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564586-7F99-2242-CA3F-826612341E6E}"/>
                    </a:ext>
                  </a:extLst>
                </p14:cNvPr>
                <p14:cNvContentPartPr/>
                <p14:nvPr/>
              </p14:nvContentPartPr>
              <p14:xfrm>
                <a:off x="3170179" y="2295739"/>
                <a:ext cx="932400" cy="389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564586-7F99-2242-CA3F-826612341E6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159379" y="2285299"/>
                  <a:ext cx="9536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F86F98-9354-7367-8846-0AF4D9A12D0C}"/>
                    </a:ext>
                  </a:extLst>
                </p14:cNvPr>
                <p14:cNvContentPartPr/>
                <p14:nvPr/>
              </p14:nvContentPartPr>
              <p14:xfrm>
                <a:off x="4024819" y="2557099"/>
                <a:ext cx="1035360" cy="367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F86F98-9354-7367-8846-0AF4D9A12D0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14379" y="2546299"/>
                  <a:ext cx="10566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0822B51-A70A-A81C-3A92-B52B415C302C}"/>
                    </a:ext>
                  </a:extLst>
                </p14:cNvPr>
                <p14:cNvContentPartPr/>
                <p14:nvPr/>
              </p14:nvContentPartPr>
              <p14:xfrm>
                <a:off x="3307699" y="2744299"/>
                <a:ext cx="1000440" cy="359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0822B51-A70A-A81C-3A92-B52B415C302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297259" y="2733859"/>
                  <a:ext cx="10216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A0D1BD1-1C1B-2302-90C0-CC055E53F976}"/>
                    </a:ext>
                  </a:extLst>
                </p14:cNvPr>
                <p14:cNvContentPartPr/>
                <p14:nvPr/>
              </p14:nvContentPartPr>
              <p14:xfrm>
                <a:off x="4451779" y="3027259"/>
                <a:ext cx="956160" cy="359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A0D1BD1-1C1B-2302-90C0-CC055E53F97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441339" y="3016459"/>
                  <a:ext cx="9774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59FC84-6DEE-69BB-0554-4EB80F73F45C}"/>
                    </a:ext>
                  </a:extLst>
                </p14:cNvPr>
                <p14:cNvContentPartPr/>
                <p14:nvPr/>
              </p14:nvContentPartPr>
              <p14:xfrm>
                <a:off x="3706219" y="3166939"/>
                <a:ext cx="883440" cy="341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59FC84-6DEE-69BB-0554-4EB80F73F45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695779" y="3156139"/>
                  <a:ext cx="9046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845633-E1A5-55A5-5DE0-F8B0A4546E5F}"/>
                    </a:ext>
                  </a:extLst>
                </p14:cNvPr>
                <p14:cNvContentPartPr/>
                <p14:nvPr/>
              </p14:nvContentPartPr>
              <p14:xfrm>
                <a:off x="4883779" y="2463499"/>
                <a:ext cx="718200" cy="316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845633-E1A5-55A5-5DE0-F8B0A4546E5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73339" y="2453059"/>
                  <a:ext cx="7394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2C1EF7F-5BE7-2A71-818D-0D4A209E7E89}"/>
                    </a:ext>
                  </a:extLst>
                </p14:cNvPr>
                <p14:cNvContentPartPr/>
                <p14:nvPr/>
              </p14:nvContentPartPr>
              <p14:xfrm>
                <a:off x="5456539" y="2463139"/>
                <a:ext cx="73080" cy="144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2C1EF7F-5BE7-2A71-818D-0D4A209E7E8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45739" y="2452339"/>
                  <a:ext cx="94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38CA57B-81AB-D461-D097-1BAD27824060}"/>
                    </a:ext>
                  </a:extLst>
                </p14:cNvPr>
                <p14:cNvContentPartPr/>
                <p14:nvPr/>
              </p14:nvContentPartPr>
              <p14:xfrm>
                <a:off x="5525299" y="2169019"/>
                <a:ext cx="96840" cy="177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38CA57B-81AB-D461-D097-1BAD2782406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14499" y="2158219"/>
                  <a:ext cx="118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A14C319-6619-AAC6-B143-1163FF0ABA4A}"/>
                    </a:ext>
                  </a:extLst>
                </p14:cNvPr>
                <p14:cNvContentPartPr/>
                <p14:nvPr/>
              </p14:nvContentPartPr>
              <p14:xfrm>
                <a:off x="5645179" y="1889659"/>
                <a:ext cx="47160" cy="154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A14C319-6619-AAC6-B143-1163FF0ABA4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34739" y="1878859"/>
                  <a:ext cx="68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47E52F1-7F40-E8DB-47BC-FE3822E373FD}"/>
                    </a:ext>
                  </a:extLst>
                </p14:cNvPr>
                <p14:cNvContentPartPr/>
                <p14:nvPr/>
              </p14:nvContentPartPr>
              <p14:xfrm>
                <a:off x="5418019" y="2694619"/>
                <a:ext cx="93600" cy="250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47E52F1-7F40-E8DB-47BC-FE3822E373F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07579" y="2683819"/>
                  <a:ext cx="114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1E8D7B4-FDD8-5722-0D4C-67BDA036419B}"/>
                    </a:ext>
                  </a:extLst>
                </p14:cNvPr>
                <p14:cNvContentPartPr/>
                <p14:nvPr/>
              </p14:nvContentPartPr>
              <p14:xfrm>
                <a:off x="5317579" y="3047419"/>
                <a:ext cx="68400" cy="165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1E8D7B4-FDD8-5722-0D4C-67BDA036419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07139" y="3036979"/>
                  <a:ext cx="89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A0537A5-EB5B-A89C-FC93-24EE31C2061A}"/>
                    </a:ext>
                  </a:extLst>
                </p14:cNvPr>
                <p14:cNvContentPartPr/>
                <p14:nvPr/>
              </p14:nvContentPartPr>
              <p14:xfrm>
                <a:off x="5151619" y="3405619"/>
                <a:ext cx="53640" cy="180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A0537A5-EB5B-A89C-FC93-24EE31C2061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140819" y="3394819"/>
                  <a:ext cx="74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3E28859-FE5C-5F50-8C2E-AE4341DB209E}"/>
                    </a:ext>
                  </a:extLst>
                </p14:cNvPr>
                <p14:cNvContentPartPr/>
                <p14:nvPr/>
              </p14:nvContentPartPr>
              <p14:xfrm>
                <a:off x="5055859" y="3657979"/>
                <a:ext cx="53640" cy="173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3E28859-FE5C-5F50-8C2E-AE4341DB209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45419" y="3647179"/>
                  <a:ext cx="748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CFB4C44-2165-1F8C-790A-96090383E840}"/>
                    </a:ext>
                  </a:extLst>
                </p14:cNvPr>
                <p14:cNvContentPartPr/>
                <p14:nvPr/>
              </p14:nvContentPartPr>
              <p14:xfrm>
                <a:off x="5301019" y="2255419"/>
                <a:ext cx="222840" cy="367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CFB4C44-2165-1F8C-790A-96090383E84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90219" y="2244619"/>
                  <a:ext cx="2440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EB96E6-4CA9-4D3F-021F-FC1D45BB9350}"/>
                    </a:ext>
                  </a:extLst>
                </p14:cNvPr>
                <p14:cNvContentPartPr/>
                <p14:nvPr/>
              </p14:nvContentPartPr>
              <p14:xfrm>
                <a:off x="5037499" y="2860219"/>
                <a:ext cx="380880" cy="343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EB96E6-4CA9-4D3F-021F-FC1D45BB935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26699" y="2849419"/>
                  <a:ext cx="40212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1BC06A0-03FC-3CBF-32C2-EFCB68FBE856}"/>
                    </a:ext>
                  </a:extLst>
                </p14:cNvPr>
                <p14:cNvContentPartPr/>
                <p14:nvPr/>
              </p14:nvContentPartPr>
              <p14:xfrm>
                <a:off x="5739859" y="1859419"/>
                <a:ext cx="106920" cy="161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1BC06A0-03FC-3CBF-32C2-EFCB68FBE85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729059" y="1848619"/>
                  <a:ext cx="128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34EF4E2-DB2C-9A96-C3C0-E3652001C9A3}"/>
                    </a:ext>
                  </a:extLst>
                </p14:cNvPr>
                <p14:cNvContentPartPr/>
                <p14:nvPr/>
              </p14:nvContentPartPr>
              <p14:xfrm>
                <a:off x="5550859" y="2234899"/>
                <a:ext cx="45720" cy="189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34EF4E2-DB2C-9A96-C3C0-E3652001C9A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40059" y="2224459"/>
                  <a:ext cx="669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8D484E5-97B4-9CE8-CA5C-E644DCBA1969}"/>
                    </a:ext>
                  </a:extLst>
                </p14:cNvPr>
                <p14:cNvContentPartPr/>
                <p14:nvPr/>
              </p14:nvContentPartPr>
              <p14:xfrm>
                <a:off x="5557699" y="2526139"/>
                <a:ext cx="32040" cy="174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8D484E5-97B4-9CE8-CA5C-E644DCBA196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47259" y="2515339"/>
                  <a:ext cx="532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E8DE1F-234A-5761-D848-8ED5EDD2DC48}"/>
                    </a:ext>
                  </a:extLst>
                </p14:cNvPr>
                <p14:cNvContentPartPr/>
                <p14:nvPr/>
              </p14:nvContentPartPr>
              <p14:xfrm>
                <a:off x="5477059" y="2844019"/>
                <a:ext cx="127440" cy="232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9E8DE1F-234A-5761-D848-8ED5EDD2DC4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466619" y="2833219"/>
                  <a:ext cx="1486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00F8909-580D-4E61-DFB7-ED03326150BF}"/>
                    </a:ext>
                  </a:extLst>
                </p14:cNvPr>
                <p14:cNvContentPartPr/>
                <p14:nvPr/>
              </p14:nvContentPartPr>
              <p14:xfrm>
                <a:off x="5256739" y="3157579"/>
                <a:ext cx="166680" cy="253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00F8909-580D-4E61-DFB7-ED03326150B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45939" y="3147139"/>
                  <a:ext cx="187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4783F4A-3D62-D699-C4E7-3AADC3D198F2}"/>
                    </a:ext>
                  </a:extLst>
                </p14:cNvPr>
                <p14:cNvContentPartPr/>
                <p14:nvPr/>
              </p14:nvContentPartPr>
              <p14:xfrm>
                <a:off x="4955779" y="3654739"/>
                <a:ext cx="160560" cy="218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4783F4A-3D62-D699-C4E7-3AADC3D198F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44979" y="3644299"/>
                  <a:ext cx="18180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6B4EEF2A-287A-EF55-8683-8F78264EF3AA}"/>
                  </a:ext>
                </a:extLst>
              </p14:cNvPr>
              <p14:cNvContentPartPr/>
              <p14:nvPr/>
            </p14:nvContentPartPr>
            <p14:xfrm>
              <a:off x="4851019" y="4033459"/>
              <a:ext cx="33120" cy="9108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6B4EEF2A-287A-EF55-8683-8F78264EF3A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840219" y="4023019"/>
                <a:ext cx="54360" cy="11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938A076-82BE-A4BE-4948-7736AD6C3CD5}"/>
              </a:ext>
            </a:extLst>
          </p:cNvPr>
          <p:cNvGrpSpPr/>
          <p:nvPr/>
        </p:nvGrpSpPr>
        <p:grpSpPr>
          <a:xfrm>
            <a:off x="4965499" y="612019"/>
            <a:ext cx="1980720" cy="5044680"/>
            <a:chOff x="4965499" y="612019"/>
            <a:chExt cx="1980720" cy="504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37A571C-CDF0-96AA-A86A-4724664EF569}"/>
                    </a:ext>
                  </a:extLst>
                </p14:cNvPr>
                <p14:cNvContentPartPr/>
                <p14:nvPr/>
              </p14:nvContentPartPr>
              <p14:xfrm>
                <a:off x="6043699" y="612019"/>
                <a:ext cx="902520" cy="5044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37A571C-CDF0-96AA-A86A-4724664EF56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33259" y="601579"/>
                  <a:ext cx="923760" cy="50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8F70DC1-8ED2-43CE-65BB-608EF979A9B3}"/>
                    </a:ext>
                  </a:extLst>
                </p14:cNvPr>
                <p14:cNvContentPartPr/>
                <p14:nvPr/>
              </p14:nvContentPartPr>
              <p14:xfrm>
                <a:off x="5248819" y="864739"/>
                <a:ext cx="28800" cy="181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8F70DC1-8ED2-43CE-65BB-608EF979A9B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38019" y="853939"/>
                  <a:ext cx="50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777A2FC-CD64-6B5C-C021-F3B1CAA74481}"/>
                    </a:ext>
                  </a:extLst>
                </p14:cNvPr>
                <p14:cNvContentPartPr/>
                <p14:nvPr/>
              </p14:nvContentPartPr>
              <p14:xfrm>
                <a:off x="5308939" y="1181899"/>
                <a:ext cx="85680" cy="169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777A2FC-CD64-6B5C-C021-F3B1CAA7448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98499" y="1171459"/>
                  <a:ext cx="106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4713253-BC53-6D63-6D86-90F55869EBC1}"/>
                    </a:ext>
                  </a:extLst>
                </p14:cNvPr>
                <p14:cNvContentPartPr/>
                <p14:nvPr/>
              </p14:nvContentPartPr>
              <p14:xfrm>
                <a:off x="5461219" y="1494739"/>
                <a:ext cx="27360" cy="129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4713253-BC53-6D63-6D86-90F55869EBC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50419" y="1483939"/>
                  <a:ext cx="48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6131B3F-9B26-4836-9E02-B8EBD73C40E3}"/>
                    </a:ext>
                  </a:extLst>
                </p14:cNvPr>
                <p14:cNvContentPartPr/>
                <p14:nvPr/>
              </p14:nvContentPartPr>
              <p14:xfrm>
                <a:off x="5465179" y="1836019"/>
                <a:ext cx="21960" cy="44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6131B3F-9B26-4836-9E02-B8EBD73C40E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454379" y="1825219"/>
                  <a:ext cx="432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6EA38E9-6A42-D75A-10B8-3095AB596E27}"/>
                    </a:ext>
                  </a:extLst>
                </p14:cNvPr>
                <p14:cNvContentPartPr/>
                <p14:nvPr/>
              </p14:nvContentPartPr>
              <p14:xfrm>
                <a:off x="5450779" y="1932139"/>
                <a:ext cx="24480" cy="43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6EA38E9-6A42-D75A-10B8-3095AB596E2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439979" y="1921339"/>
                  <a:ext cx="45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A36F120-4AC8-EBA5-3E29-6813E7ED20D9}"/>
                    </a:ext>
                  </a:extLst>
                </p14:cNvPr>
                <p14:cNvContentPartPr/>
                <p14:nvPr/>
              </p14:nvContentPartPr>
              <p14:xfrm>
                <a:off x="5456539" y="2026459"/>
                <a:ext cx="15840" cy="612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A36F120-4AC8-EBA5-3E29-6813E7ED20D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446099" y="2015659"/>
                  <a:ext cx="37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657AA04-47CF-C908-9E21-4B42E7DDFEF8}"/>
                    </a:ext>
                  </a:extLst>
                </p14:cNvPr>
                <p14:cNvContentPartPr/>
                <p14:nvPr/>
              </p14:nvContentPartPr>
              <p14:xfrm>
                <a:off x="5487139" y="2162899"/>
                <a:ext cx="79560" cy="874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657AA04-47CF-C908-9E21-4B42E7DDFEF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76339" y="2152459"/>
                  <a:ext cx="1008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7B70A8A-30CD-FA43-4B8E-E9609A3FAC09}"/>
                    </a:ext>
                  </a:extLst>
                </p14:cNvPr>
                <p14:cNvContentPartPr/>
                <p14:nvPr/>
              </p14:nvContentPartPr>
              <p14:xfrm>
                <a:off x="5631499" y="2391859"/>
                <a:ext cx="130320" cy="245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7B70A8A-30CD-FA43-4B8E-E9609A3FAC0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20699" y="2381419"/>
                  <a:ext cx="1515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1C2DF3-4616-3A55-5395-7C39D9F9914E}"/>
                    </a:ext>
                  </a:extLst>
                </p14:cNvPr>
                <p14:cNvContentPartPr/>
                <p14:nvPr/>
              </p14:nvContentPartPr>
              <p14:xfrm>
                <a:off x="5744899" y="2677339"/>
                <a:ext cx="25920" cy="2044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1C2DF3-4616-3A55-5395-7C39D9F9914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734459" y="2666539"/>
                  <a:ext cx="47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8452570-C5E9-65CE-9F43-0B26E6473396}"/>
                    </a:ext>
                  </a:extLst>
                </p14:cNvPr>
                <p14:cNvContentPartPr/>
                <p14:nvPr/>
              </p14:nvContentPartPr>
              <p14:xfrm>
                <a:off x="5779099" y="2945179"/>
                <a:ext cx="60120" cy="159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8452570-C5E9-65CE-9F43-0B26E647339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68659" y="2934379"/>
                  <a:ext cx="813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0AF8AB7-0494-03EB-946A-370F7DCB6D29}"/>
                    </a:ext>
                  </a:extLst>
                </p14:cNvPr>
                <p14:cNvContentPartPr/>
                <p14:nvPr/>
              </p14:nvContentPartPr>
              <p14:xfrm>
                <a:off x="5815459" y="3206899"/>
                <a:ext cx="46440" cy="2466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0AF8AB7-0494-03EB-946A-370F7DCB6D2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04659" y="3196099"/>
                  <a:ext cx="67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9A732D8-9F70-B2CF-9B7D-82C9B9D2541D}"/>
                    </a:ext>
                  </a:extLst>
                </p14:cNvPr>
                <p14:cNvContentPartPr/>
                <p14:nvPr/>
              </p14:nvContentPartPr>
              <p14:xfrm>
                <a:off x="5801059" y="3576259"/>
                <a:ext cx="120960" cy="1118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9A732D8-9F70-B2CF-9B7D-82C9B9D2541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790619" y="3565819"/>
                  <a:ext cx="142200" cy="11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50FAF90-8B7D-BB8D-CF3B-BD99BB4086C9}"/>
                    </a:ext>
                  </a:extLst>
                </p14:cNvPr>
                <p14:cNvContentPartPr/>
                <p14:nvPr/>
              </p14:nvContentPartPr>
              <p14:xfrm>
                <a:off x="5838859" y="5016619"/>
                <a:ext cx="115560" cy="162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50FAF90-8B7D-BB8D-CF3B-BD99BB4086C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28419" y="5005819"/>
                  <a:ext cx="136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9B9BA26-A2C5-0799-749C-CC60FEDD5E0D}"/>
                    </a:ext>
                  </a:extLst>
                </p14:cNvPr>
                <p14:cNvContentPartPr/>
                <p14:nvPr/>
              </p14:nvContentPartPr>
              <p14:xfrm>
                <a:off x="5468059" y="2555299"/>
                <a:ext cx="95760" cy="1044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9B9BA26-A2C5-0799-749C-CC60FEDD5E0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457259" y="2544499"/>
                  <a:ext cx="117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0C0A812-C98A-30E5-ADAD-1FD610EA9711}"/>
                    </a:ext>
                  </a:extLst>
                </p14:cNvPr>
                <p14:cNvContentPartPr/>
                <p14:nvPr/>
              </p14:nvContentPartPr>
              <p14:xfrm>
                <a:off x="5309299" y="2562139"/>
                <a:ext cx="155160" cy="89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0C0A812-C98A-30E5-ADAD-1FD610EA971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298859" y="2551339"/>
                  <a:ext cx="176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5C592D3-1613-8943-C0CB-BD7790BFEFDE}"/>
                    </a:ext>
                  </a:extLst>
                </p14:cNvPr>
                <p14:cNvContentPartPr/>
                <p14:nvPr/>
              </p14:nvContentPartPr>
              <p14:xfrm>
                <a:off x="5145859" y="2596699"/>
                <a:ext cx="213480" cy="1022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5C592D3-1613-8943-C0CB-BD7790BFEFD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135059" y="2585899"/>
                  <a:ext cx="234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B36154C-2FE1-9FC4-D9F2-5B41D53F2D8C}"/>
                    </a:ext>
                  </a:extLst>
                </p14:cNvPr>
                <p14:cNvContentPartPr/>
                <p14:nvPr/>
              </p14:nvContentPartPr>
              <p14:xfrm>
                <a:off x="5116699" y="2541619"/>
                <a:ext cx="165960" cy="101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B36154C-2FE1-9FC4-D9F2-5B41D53F2D8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105899" y="2531179"/>
                  <a:ext cx="1872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A9A59D5-6B11-C63F-2276-1EB510B8CC6E}"/>
                    </a:ext>
                  </a:extLst>
                </p14:cNvPr>
                <p14:cNvContentPartPr/>
                <p14:nvPr/>
              </p14:nvContentPartPr>
              <p14:xfrm>
                <a:off x="5044339" y="2564659"/>
                <a:ext cx="149400" cy="594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A9A59D5-6B11-C63F-2276-1EB510B8CC6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033899" y="2554219"/>
                  <a:ext cx="170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4D98F90-5894-BCAB-8407-AE16D286CA98}"/>
                    </a:ext>
                  </a:extLst>
                </p14:cNvPr>
                <p14:cNvContentPartPr/>
                <p14:nvPr/>
              </p14:nvContentPartPr>
              <p14:xfrm>
                <a:off x="4965499" y="2539099"/>
                <a:ext cx="128880" cy="69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4D98F90-5894-BCAB-8407-AE16D286CA9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955059" y="2528299"/>
                  <a:ext cx="15012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CA24BA79-E4B4-7260-C5B3-F89ABA98DE71}"/>
              </a:ext>
            </a:extLst>
          </p:cNvPr>
          <p:cNvGrpSpPr/>
          <p:nvPr/>
        </p:nvGrpSpPr>
        <p:grpSpPr>
          <a:xfrm>
            <a:off x="6812299" y="623899"/>
            <a:ext cx="859680" cy="4161600"/>
            <a:chOff x="6812299" y="623899"/>
            <a:chExt cx="859680" cy="416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C4CE886-2899-7D4A-9DED-E3DCF9CDEE71}"/>
                    </a:ext>
                  </a:extLst>
                </p14:cNvPr>
                <p14:cNvContentPartPr/>
                <p14:nvPr/>
              </p14:nvContentPartPr>
              <p14:xfrm>
                <a:off x="6812299" y="623899"/>
                <a:ext cx="835200" cy="4161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C4CE886-2899-7D4A-9DED-E3DCF9CDEE7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801499" y="613099"/>
                  <a:ext cx="856440" cy="41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A4ED194-93EF-C2A0-4DBC-C67F7D0E4726}"/>
                    </a:ext>
                  </a:extLst>
                </p14:cNvPr>
                <p14:cNvContentPartPr/>
                <p14:nvPr/>
              </p14:nvContentPartPr>
              <p14:xfrm>
                <a:off x="7512139" y="3000979"/>
                <a:ext cx="103680" cy="142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A4ED194-93EF-C2A0-4DBC-C67F7D0E472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01699" y="2990179"/>
                  <a:ext cx="124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B86CC5C-42D2-093C-3A7B-F38B7B19CD2D}"/>
                    </a:ext>
                  </a:extLst>
                </p14:cNvPr>
                <p14:cNvContentPartPr/>
                <p14:nvPr/>
              </p14:nvContentPartPr>
              <p14:xfrm>
                <a:off x="7367779" y="3067579"/>
                <a:ext cx="138960" cy="493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B86CC5C-42D2-093C-3A7B-F38B7B19CD2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356979" y="3056779"/>
                  <a:ext cx="1602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AD2A0F2-AC05-8BAB-3BB4-CC5DF79A1764}"/>
                    </a:ext>
                  </a:extLst>
                </p14:cNvPr>
                <p14:cNvContentPartPr/>
                <p14:nvPr/>
              </p14:nvContentPartPr>
              <p14:xfrm>
                <a:off x="7332499" y="3062539"/>
                <a:ext cx="64080" cy="72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AD2A0F2-AC05-8BAB-3BB4-CC5DF79A176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321699" y="3052099"/>
                  <a:ext cx="85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20E5A1A-17C0-7C67-7B93-8435A52E767E}"/>
                    </a:ext>
                  </a:extLst>
                </p14:cNvPr>
                <p14:cNvContentPartPr/>
                <p14:nvPr/>
              </p14:nvContentPartPr>
              <p14:xfrm>
                <a:off x="7370659" y="2496259"/>
                <a:ext cx="301320" cy="910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20E5A1A-17C0-7C67-7B93-8435A52E767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359859" y="2485819"/>
                  <a:ext cx="322560" cy="112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4" name="Rectangle 183">
            <a:extLst>
              <a:ext uri="{FF2B5EF4-FFF2-40B4-BE49-F238E27FC236}">
                <a16:creationId xmlns:a16="http://schemas.microsoft.com/office/drawing/2014/main" id="{44438A0B-9EE9-4302-1843-442E87D40225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Support Vector Machines</a:t>
            </a:r>
          </a:p>
        </p:txBody>
      </p:sp>
    </p:spTree>
    <p:extLst>
      <p:ext uri="{BB962C8B-B14F-4D97-AF65-F5344CB8AC3E}">
        <p14:creationId xmlns:p14="http://schemas.microsoft.com/office/powerpoint/2010/main" val="654375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CBE871-4E33-BBFA-EC7C-62FB3406CB42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KNN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ACAF204-4EB5-06C6-ACE6-5999633E2112}"/>
              </a:ext>
            </a:extLst>
          </p:cNvPr>
          <p:cNvGrpSpPr/>
          <p:nvPr/>
        </p:nvGrpSpPr>
        <p:grpSpPr>
          <a:xfrm>
            <a:off x="1699579" y="1946899"/>
            <a:ext cx="6014160" cy="3337200"/>
            <a:chOff x="1699579" y="1946899"/>
            <a:chExt cx="6014160" cy="33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4BAE454-B653-FFC3-3540-2F07D7076EA7}"/>
                    </a:ext>
                  </a:extLst>
                </p14:cNvPr>
                <p14:cNvContentPartPr/>
                <p14:nvPr/>
              </p14:nvContentPartPr>
              <p14:xfrm>
                <a:off x="2927179" y="1953379"/>
                <a:ext cx="210600" cy="326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4BAE454-B653-FFC3-3540-2F07D7076E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16739" y="1942579"/>
                  <a:ext cx="2318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5456337-D0B6-37A2-F194-C9FC77BD1E2F}"/>
                    </a:ext>
                  </a:extLst>
                </p14:cNvPr>
                <p14:cNvContentPartPr/>
                <p14:nvPr/>
              </p14:nvContentPartPr>
              <p14:xfrm>
                <a:off x="2810179" y="2018179"/>
                <a:ext cx="500040" cy="187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5456337-D0B6-37A2-F194-C9FC77BD1E2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99379" y="2007739"/>
                  <a:ext cx="5212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66908C6-5423-7663-E80F-7772562E2201}"/>
                    </a:ext>
                  </a:extLst>
                </p14:cNvPr>
                <p14:cNvContentPartPr/>
                <p14:nvPr/>
              </p14:nvContentPartPr>
              <p14:xfrm>
                <a:off x="3142819" y="2406619"/>
                <a:ext cx="157680" cy="233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66908C6-5423-7663-E80F-7772562E220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32019" y="2395819"/>
                  <a:ext cx="178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AE616C5-DDB9-605F-870A-BFECDDACF433}"/>
                    </a:ext>
                  </a:extLst>
                </p14:cNvPr>
                <p14:cNvContentPartPr/>
                <p14:nvPr/>
              </p14:nvContentPartPr>
              <p14:xfrm>
                <a:off x="3019699" y="2464219"/>
                <a:ext cx="556200" cy="104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AE616C5-DDB9-605F-870A-BFECDDACF4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09259" y="2453419"/>
                  <a:ext cx="577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3A6F898-2DBE-8784-407D-8228ABFACE2C}"/>
                    </a:ext>
                  </a:extLst>
                </p14:cNvPr>
                <p14:cNvContentPartPr/>
                <p14:nvPr/>
              </p14:nvContentPartPr>
              <p14:xfrm>
                <a:off x="3451699" y="2068939"/>
                <a:ext cx="132120" cy="268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3A6F898-2DBE-8784-407D-8228ABFACE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40899" y="2058139"/>
                  <a:ext cx="153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06BC42F-170F-1DA4-5E7E-562D62776253}"/>
                    </a:ext>
                  </a:extLst>
                </p14:cNvPr>
                <p14:cNvContentPartPr/>
                <p14:nvPr/>
              </p14:nvContentPartPr>
              <p14:xfrm>
                <a:off x="3301939" y="2153179"/>
                <a:ext cx="552240" cy="145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06BC42F-170F-1DA4-5E7E-562D627762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91499" y="2142739"/>
                  <a:ext cx="573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2BD6E8C-27A2-E84A-B783-CB90C9B5A072}"/>
                    </a:ext>
                  </a:extLst>
                </p14:cNvPr>
                <p14:cNvContentPartPr/>
                <p14:nvPr/>
              </p14:nvContentPartPr>
              <p14:xfrm>
                <a:off x="5826979" y="2905219"/>
                <a:ext cx="400680" cy="303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2BD6E8C-27A2-E84A-B783-CB90C9B5A0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16539" y="2894419"/>
                  <a:ext cx="4219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D19E8E-E533-9B3C-57D2-5FE1BC1EC456}"/>
                    </a:ext>
                  </a:extLst>
                </p14:cNvPr>
                <p14:cNvContentPartPr/>
                <p14:nvPr/>
              </p14:nvContentPartPr>
              <p14:xfrm>
                <a:off x="5753899" y="3283939"/>
                <a:ext cx="388800" cy="246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BD19E8E-E533-9B3C-57D2-5FE1BC1EC4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43099" y="3273139"/>
                  <a:ext cx="4100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E7BF7CC-3718-1E2D-1FF9-DAF0F057DB3E}"/>
                    </a:ext>
                  </a:extLst>
                </p14:cNvPr>
                <p14:cNvContentPartPr/>
                <p14:nvPr/>
              </p14:nvContentPartPr>
              <p14:xfrm>
                <a:off x="6139099" y="3190339"/>
                <a:ext cx="344880" cy="234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E7BF7CC-3718-1E2D-1FF9-DAF0F057DB3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28659" y="3179539"/>
                  <a:ext cx="366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195D6A-7314-5387-E802-42D1CBD324BB}"/>
                    </a:ext>
                  </a:extLst>
                </p14:cNvPr>
                <p14:cNvContentPartPr/>
                <p14:nvPr/>
              </p14:nvContentPartPr>
              <p14:xfrm>
                <a:off x="2032579" y="1946899"/>
                <a:ext cx="372600" cy="3337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195D6A-7314-5387-E802-42D1CBD324B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22139" y="1936099"/>
                  <a:ext cx="393840" cy="33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191A8B-3172-517D-BA59-1B721FAB2BB5}"/>
                    </a:ext>
                  </a:extLst>
                </p14:cNvPr>
                <p14:cNvContentPartPr/>
                <p14:nvPr/>
              </p14:nvContentPartPr>
              <p14:xfrm>
                <a:off x="1699579" y="4608019"/>
                <a:ext cx="6014160" cy="253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191A8B-3172-517D-BA59-1B721FAB2BB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89139" y="4597219"/>
                  <a:ext cx="60354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6ACD15A-5A66-D728-6E3F-7499CEE907B1}"/>
              </a:ext>
            </a:extLst>
          </p:cNvPr>
          <p:cNvGrpSpPr/>
          <p:nvPr/>
        </p:nvGrpSpPr>
        <p:grpSpPr>
          <a:xfrm>
            <a:off x="1083259" y="1378459"/>
            <a:ext cx="993600" cy="660600"/>
            <a:chOff x="1083259" y="1378459"/>
            <a:chExt cx="993600" cy="66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FC3F0B4-E637-A421-B7A3-CC4DFB4E5E15}"/>
                    </a:ext>
                  </a:extLst>
                </p14:cNvPr>
                <p14:cNvContentPartPr/>
                <p14:nvPr/>
              </p14:nvContentPartPr>
              <p14:xfrm>
                <a:off x="1979299" y="1378459"/>
                <a:ext cx="97560" cy="660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FC3F0B4-E637-A421-B7A3-CC4DFB4E5E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68499" y="1368019"/>
                  <a:ext cx="11880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EDC0BE5-26D2-BAC5-188C-E94B5CC00075}"/>
                    </a:ext>
                  </a:extLst>
                </p14:cNvPr>
                <p14:cNvContentPartPr/>
                <p14:nvPr/>
              </p14:nvContentPartPr>
              <p14:xfrm>
                <a:off x="1083259" y="1663219"/>
                <a:ext cx="348480" cy="228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EDC0BE5-26D2-BAC5-188C-E94B5CC0007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2819" y="1652779"/>
                  <a:ext cx="369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9E5E7C5-A23D-CF16-0176-823C70684203}"/>
                    </a:ext>
                  </a:extLst>
                </p14:cNvPr>
                <p14:cNvContentPartPr/>
                <p14:nvPr/>
              </p14:nvContentPartPr>
              <p14:xfrm>
                <a:off x="1123219" y="1798219"/>
                <a:ext cx="188280" cy="90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9E5E7C5-A23D-CF16-0176-823C706842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12419" y="1787779"/>
                  <a:ext cx="209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CBA813C-FA45-FD72-6EC7-4BF7495473BC}"/>
                    </a:ext>
                  </a:extLst>
                </p14:cNvPr>
                <p14:cNvContentPartPr/>
                <p14:nvPr/>
              </p14:nvContentPartPr>
              <p14:xfrm>
                <a:off x="1298179" y="1671139"/>
                <a:ext cx="316080" cy="155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CBA813C-FA45-FD72-6EC7-4BF7495473B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87379" y="1660699"/>
                  <a:ext cx="3373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DFBFF5-855F-E61A-3429-E3BB03947EC4}"/>
                    </a:ext>
                  </a:extLst>
                </p14:cNvPr>
                <p14:cNvContentPartPr/>
                <p14:nvPr/>
              </p14:nvContentPartPr>
              <p14:xfrm>
                <a:off x="1499059" y="1584379"/>
                <a:ext cx="307440" cy="119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DFBFF5-855F-E61A-3429-E3BB03947E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88259" y="1573939"/>
                  <a:ext cx="32868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04D4A9A-C616-C9FE-91E9-7619CD352D68}"/>
              </a:ext>
            </a:extLst>
          </p:cNvPr>
          <p:cNvGrpSpPr/>
          <p:nvPr/>
        </p:nvGrpSpPr>
        <p:grpSpPr>
          <a:xfrm>
            <a:off x="7629499" y="4437379"/>
            <a:ext cx="1679040" cy="450000"/>
            <a:chOff x="7629499" y="4437379"/>
            <a:chExt cx="167904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A9E1661-880D-7185-2977-8B44CF3FDF02}"/>
                    </a:ext>
                  </a:extLst>
                </p14:cNvPr>
                <p14:cNvContentPartPr/>
                <p14:nvPr/>
              </p14:nvContentPartPr>
              <p14:xfrm>
                <a:off x="7629499" y="4689379"/>
                <a:ext cx="283320" cy="1980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A9E1661-880D-7185-2977-8B44CF3FDF0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19059" y="4678579"/>
                  <a:ext cx="304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67A02AA-0EF4-0D56-C43F-B8D1A54F7F05}"/>
                    </a:ext>
                  </a:extLst>
                </p14:cNvPr>
                <p14:cNvContentPartPr/>
                <p14:nvPr/>
              </p14:nvContentPartPr>
              <p14:xfrm>
                <a:off x="7934779" y="4747339"/>
                <a:ext cx="218520" cy="77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67A02AA-0EF4-0D56-C43F-B8D1A54F7F0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23979" y="4736899"/>
                  <a:ext cx="2397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0FEC340-B45A-19B0-17DC-8AD5DDDE51F5}"/>
                    </a:ext>
                  </a:extLst>
                </p14:cNvPr>
                <p14:cNvContentPartPr/>
                <p14:nvPr/>
              </p14:nvContentPartPr>
              <p14:xfrm>
                <a:off x="7995619" y="4573099"/>
                <a:ext cx="361440" cy="159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0FEC340-B45A-19B0-17DC-8AD5DDDE51F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85179" y="4562299"/>
                  <a:ext cx="382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015A74F-2975-28AA-DE06-4DB8A7BC89B6}"/>
                    </a:ext>
                  </a:extLst>
                </p14:cNvPr>
                <p14:cNvContentPartPr/>
                <p14:nvPr/>
              </p14:nvContentPartPr>
              <p14:xfrm>
                <a:off x="8328619" y="4437379"/>
                <a:ext cx="979920" cy="271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015A74F-2975-28AA-DE06-4DB8A7BC89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317819" y="4426579"/>
                  <a:ext cx="100116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5C223B4-7156-CED8-4DEC-500186EE0912}"/>
              </a:ext>
            </a:extLst>
          </p:cNvPr>
          <p:cNvGrpSpPr/>
          <p:nvPr/>
        </p:nvGrpSpPr>
        <p:grpSpPr>
          <a:xfrm>
            <a:off x="7058179" y="482779"/>
            <a:ext cx="528480" cy="353880"/>
            <a:chOff x="7058179" y="482779"/>
            <a:chExt cx="52848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1328B38-CDEA-F4A4-AE64-94780FAF9AF0}"/>
                    </a:ext>
                  </a:extLst>
                </p14:cNvPr>
                <p14:cNvContentPartPr/>
                <p14:nvPr/>
              </p14:nvContentPartPr>
              <p14:xfrm>
                <a:off x="7058179" y="482779"/>
                <a:ext cx="322920" cy="353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1328B38-CDEA-F4A4-AE64-94780FAF9A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47379" y="472339"/>
                  <a:ext cx="3441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96F3703-CEA4-CC3A-5A7F-ECDC76C369F9}"/>
                    </a:ext>
                  </a:extLst>
                </p14:cNvPr>
                <p14:cNvContentPartPr/>
                <p14:nvPr/>
              </p14:nvContentPartPr>
              <p14:xfrm>
                <a:off x="7071859" y="524179"/>
                <a:ext cx="514800" cy="172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96F3703-CEA4-CC3A-5A7F-ECDC76C369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61419" y="513379"/>
                  <a:ext cx="53604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77733A72-09FE-85BB-8ED8-1B1D2AD03A56}"/>
              </a:ext>
            </a:extLst>
          </p:cNvPr>
          <p:cNvGrpSpPr/>
          <p:nvPr/>
        </p:nvGrpSpPr>
        <p:grpSpPr>
          <a:xfrm>
            <a:off x="7882579" y="407539"/>
            <a:ext cx="947880" cy="290880"/>
            <a:chOff x="7882579" y="407539"/>
            <a:chExt cx="94788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27C023E-173E-561C-C465-1AA10B784620}"/>
                    </a:ext>
                  </a:extLst>
                </p14:cNvPr>
                <p14:cNvContentPartPr/>
                <p14:nvPr/>
              </p14:nvContentPartPr>
              <p14:xfrm>
                <a:off x="7932619" y="455419"/>
                <a:ext cx="140400" cy="243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27C023E-173E-561C-C465-1AA10B78462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22179" y="444619"/>
                  <a:ext cx="1616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44CA080-A63B-CBD5-9D1C-962BEABAECF2}"/>
                    </a:ext>
                  </a:extLst>
                </p14:cNvPr>
                <p14:cNvContentPartPr/>
                <p14:nvPr/>
              </p14:nvContentPartPr>
              <p14:xfrm>
                <a:off x="7882579" y="450739"/>
                <a:ext cx="328680" cy="98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44CA080-A63B-CBD5-9D1C-962BEABAECF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71779" y="440299"/>
                  <a:ext cx="3499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5A8B7F6-AC0E-9394-273D-A1774D2D2C46}"/>
                    </a:ext>
                  </a:extLst>
                </p14:cNvPr>
                <p14:cNvContentPartPr/>
                <p14:nvPr/>
              </p14:nvContentPartPr>
              <p14:xfrm>
                <a:off x="8245099" y="430939"/>
                <a:ext cx="154440" cy="120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5A8B7F6-AC0E-9394-273D-A1774D2D2C4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34659" y="420499"/>
                  <a:ext cx="1756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47C127A-6B9E-1146-681A-F9EF71D3EDAE}"/>
                    </a:ext>
                  </a:extLst>
                </p14:cNvPr>
                <p14:cNvContentPartPr/>
                <p14:nvPr/>
              </p14:nvContentPartPr>
              <p14:xfrm>
                <a:off x="8418979" y="411499"/>
                <a:ext cx="79560" cy="132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47C127A-6B9E-1146-681A-F9EF71D3EDA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08539" y="401059"/>
                  <a:ext cx="100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CE32F51-F8CB-132E-5ADE-D9F4A2A34742}"/>
                    </a:ext>
                  </a:extLst>
                </p14:cNvPr>
                <p14:cNvContentPartPr/>
                <p14:nvPr/>
              </p14:nvContentPartPr>
              <p14:xfrm>
                <a:off x="8637139" y="407539"/>
                <a:ext cx="193320" cy="74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CE32F51-F8CB-132E-5ADE-D9F4A2A347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26339" y="396739"/>
                  <a:ext cx="21456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3876358-9D1C-7E92-9155-50ACFA2ECF50}"/>
                  </a:ext>
                </a:extLst>
              </p14:cNvPr>
              <p14:cNvContentPartPr/>
              <p14:nvPr/>
            </p14:nvContentPartPr>
            <p14:xfrm>
              <a:off x="7315579" y="1056979"/>
              <a:ext cx="464040" cy="2595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3876358-9D1C-7E92-9155-50ACFA2ECF5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05139" y="1046179"/>
                <a:ext cx="485280" cy="28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9A73542-8833-8527-949E-E74B6A4380B9}"/>
              </a:ext>
            </a:extLst>
          </p:cNvPr>
          <p:cNvGrpSpPr/>
          <p:nvPr/>
        </p:nvGrpSpPr>
        <p:grpSpPr>
          <a:xfrm>
            <a:off x="8208379" y="774739"/>
            <a:ext cx="1344960" cy="312840"/>
            <a:chOff x="8208379" y="774739"/>
            <a:chExt cx="134496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3781776-A09C-8D4A-A5CC-E4D0DA5FB8FE}"/>
                    </a:ext>
                  </a:extLst>
                </p14:cNvPr>
                <p14:cNvContentPartPr/>
                <p14:nvPr/>
              </p14:nvContentPartPr>
              <p14:xfrm>
                <a:off x="8208379" y="958339"/>
                <a:ext cx="245160" cy="1292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3781776-A09C-8D4A-A5CC-E4D0DA5FB8F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97939" y="947899"/>
                  <a:ext cx="266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B726A74-4165-1C23-8336-06A52CB22510}"/>
                    </a:ext>
                  </a:extLst>
                </p14:cNvPr>
                <p14:cNvContentPartPr/>
                <p14:nvPr/>
              </p14:nvContentPartPr>
              <p14:xfrm>
                <a:off x="8539579" y="985339"/>
                <a:ext cx="83160" cy="54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B726A74-4165-1C23-8336-06A52CB225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29139" y="974899"/>
                  <a:ext cx="1044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A20B266-16D7-66C8-0565-6819B4612A20}"/>
                    </a:ext>
                  </a:extLst>
                </p14:cNvPr>
                <p14:cNvContentPartPr/>
                <p14:nvPr/>
              </p14:nvContentPartPr>
              <p14:xfrm>
                <a:off x="8608339" y="893899"/>
                <a:ext cx="107640" cy="14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A20B266-16D7-66C8-0565-6819B4612A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97539" y="883459"/>
                  <a:ext cx="1288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B04AE05-D220-2699-F2C2-CFE3242EB549}"/>
                    </a:ext>
                  </a:extLst>
                </p14:cNvPr>
                <p14:cNvContentPartPr/>
                <p14:nvPr/>
              </p14:nvContentPartPr>
              <p14:xfrm>
                <a:off x="8749099" y="887779"/>
                <a:ext cx="356760" cy="1173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B04AE05-D220-2699-F2C2-CFE3242EB5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38299" y="877339"/>
                  <a:ext cx="378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DCE3999-F68C-78BC-0E35-4A5BA40D3527}"/>
                    </a:ext>
                  </a:extLst>
                </p14:cNvPr>
                <p14:cNvContentPartPr/>
                <p14:nvPr/>
              </p14:nvContentPartPr>
              <p14:xfrm>
                <a:off x="9039259" y="774739"/>
                <a:ext cx="514080" cy="188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DCE3999-F68C-78BC-0E35-4A5BA40D352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28819" y="763939"/>
                  <a:ext cx="535320" cy="20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2D2EABE8-DF90-72E6-3515-1FBA982BA7B8}"/>
                  </a:ext>
                </a:extLst>
              </p14:cNvPr>
              <p14:cNvContentPartPr/>
              <p14:nvPr/>
            </p14:nvContentPartPr>
            <p14:xfrm>
              <a:off x="1682204" y="2037259"/>
              <a:ext cx="24120" cy="79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2D2EABE8-DF90-72E6-3515-1FBA982BA7B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671764" y="2026819"/>
                <a:ext cx="453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9B9868BC-05FF-5CA9-6247-A1E64D408F2D}"/>
                  </a:ext>
                </a:extLst>
              </p14:cNvPr>
              <p14:cNvContentPartPr/>
              <p14:nvPr/>
            </p14:nvContentPartPr>
            <p14:xfrm>
              <a:off x="8133404" y="4784779"/>
              <a:ext cx="1099440" cy="2239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9B9868BC-05FF-5CA9-6247-A1E64D408F2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122964" y="4774339"/>
                <a:ext cx="11206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C153C28-AFE8-2758-66B1-10658438D660}"/>
                  </a:ext>
                </a:extLst>
              </p14:cNvPr>
              <p14:cNvContentPartPr/>
              <p14:nvPr/>
            </p14:nvContentPartPr>
            <p14:xfrm>
              <a:off x="1262444" y="1844659"/>
              <a:ext cx="743400" cy="1850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C153C28-AFE8-2758-66B1-10658438D66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51644" y="1833859"/>
                <a:ext cx="76464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3CED55E-82F3-8FC4-5AB8-E667A8A61C07}"/>
                  </a:ext>
                </a:extLst>
              </p14:cNvPr>
              <p14:cNvContentPartPr/>
              <p14:nvPr/>
            </p14:nvContentPartPr>
            <p14:xfrm>
              <a:off x="6313604" y="3535579"/>
              <a:ext cx="624240" cy="2714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3CED55E-82F3-8FC4-5AB8-E667A8A61C0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302804" y="3525139"/>
                <a:ext cx="6454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B90ABA5D-0056-CB80-56F4-1F8161D0B767}"/>
                  </a:ext>
                </a:extLst>
              </p14:cNvPr>
              <p14:cNvContentPartPr/>
              <p14:nvPr/>
            </p14:nvContentPartPr>
            <p14:xfrm>
              <a:off x="6512684" y="3293299"/>
              <a:ext cx="439920" cy="46332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B90ABA5D-0056-CB80-56F4-1F8161D0B76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501884" y="3282859"/>
                <a:ext cx="461160" cy="48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A5FBC9A-D7ED-04EB-160E-712D10C28D7B}"/>
              </a:ext>
            </a:extLst>
          </p:cNvPr>
          <p:cNvGrpSpPr/>
          <p:nvPr/>
        </p:nvGrpSpPr>
        <p:grpSpPr>
          <a:xfrm>
            <a:off x="2144444" y="1671859"/>
            <a:ext cx="8914320" cy="2241720"/>
            <a:chOff x="2144444" y="1671859"/>
            <a:chExt cx="8914320" cy="22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A29E53E-415D-5410-FEE6-22E52711F01F}"/>
                    </a:ext>
                  </a:extLst>
                </p14:cNvPr>
                <p14:cNvContentPartPr/>
                <p14:nvPr/>
              </p14:nvContentPartPr>
              <p14:xfrm>
                <a:off x="2158844" y="3868939"/>
                <a:ext cx="212400" cy="21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A29E53E-415D-5410-FEE6-22E52711F01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48044" y="3858499"/>
                  <a:ext cx="233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3A635BD-907B-7D34-07FF-D2D44B78ADB2}"/>
                    </a:ext>
                  </a:extLst>
                </p14:cNvPr>
                <p14:cNvContentPartPr/>
                <p14:nvPr/>
              </p14:nvContentPartPr>
              <p14:xfrm>
                <a:off x="2201684" y="3828259"/>
                <a:ext cx="153000" cy="72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3A635BD-907B-7D34-07FF-D2D44B78AD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90884" y="3817819"/>
                  <a:ext cx="174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A784627-1B4B-9895-E839-DC327F2A8535}"/>
                    </a:ext>
                  </a:extLst>
                </p14:cNvPr>
                <p14:cNvContentPartPr/>
                <p14:nvPr/>
              </p14:nvContentPartPr>
              <p14:xfrm>
                <a:off x="2144444" y="3820699"/>
                <a:ext cx="181440" cy="92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A784627-1B4B-9895-E839-DC327F2A85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34004" y="3809899"/>
                  <a:ext cx="202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BFEE6F9-35B6-F721-618B-1B96FF17ADB7}"/>
                    </a:ext>
                  </a:extLst>
                </p14:cNvPr>
                <p14:cNvContentPartPr/>
                <p14:nvPr/>
              </p14:nvContentPartPr>
              <p14:xfrm>
                <a:off x="7342844" y="2128339"/>
                <a:ext cx="210240" cy="189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BFEE6F9-35B6-F721-618B-1B96FF17ADB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332044" y="2117539"/>
                  <a:ext cx="231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3F6DA21-754D-A857-7BDF-D1EBC07C4493}"/>
                    </a:ext>
                  </a:extLst>
                </p14:cNvPr>
                <p14:cNvContentPartPr/>
                <p14:nvPr/>
              </p14:nvContentPartPr>
              <p14:xfrm>
                <a:off x="7211444" y="2084779"/>
                <a:ext cx="616680" cy="3492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3F6DA21-754D-A857-7BDF-D1EBC07C44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00644" y="2074339"/>
                  <a:ext cx="6379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E6F61AD-155C-EF8B-8DA8-04079A06BFAD}"/>
                    </a:ext>
                  </a:extLst>
                </p14:cNvPr>
                <p14:cNvContentPartPr/>
                <p14:nvPr/>
              </p14:nvContentPartPr>
              <p14:xfrm>
                <a:off x="7391804" y="2704339"/>
                <a:ext cx="323280" cy="2257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E6F61AD-155C-EF8B-8DA8-04079A06BFA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1364" y="2693539"/>
                  <a:ext cx="3445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BC95079-3493-F3E3-4AB7-B5CA926C3FFC}"/>
                    </a:ext>
                  </a:extLst>
                </p14:cNvPr>
                <p14:cNvContentPartPr/>
                <p14:nvPr/>
              </p14:nvContentPartPr>
              <p14:xfrm>
                <a:off x="7260404" y="2723059"/>
                <a:ext cx="709920" cy="3780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BC95079-3493-F3E3-4AB7-B5CA926C3FF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49964" y="2712619"/>
                  <a:ext cx="7311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2D1E307-2EF1-85F5-4D36-EDA6122E51EC}"/>
                    </a:ext>
                  </a:extLst>
                </p14:cNvPr>
                <p14:cNvContentPartPr/>
                <p14:nvPr/>
              </p14:nvContentPartPr>
              <p14:xfrm>
                <a:off x="8297924" y="2762299"/>
                <a:ext cx="61560" cy="203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2D1E307-2EF1-85F5-4D36-EDA6122E51E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87124" y="2751499"/>
                  <a:ext cx="828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E2E24E0-9AA1-D4BE-717E-65BD985B6CB0}"/>
                    </a:ext>
                  </a:extLst>
                </p14:cNvPr>
                <p14:cNvContentPartPr/>
                <p14:nvPr/>
              </p14:nvContentPartPr>
              <p14:xfrm>
                <a:off x="8313404" y="2648179"/>
                <a:ext cx="420480" cy="236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E2E24E0-9AA1-D4BE-717E-65BD985B6CB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02964" y="2637379"/>
                  <a:ext cx="441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FB0CBA1-DBCD-B760-5B11-A93BB1DBE4AE}"/>
                    </a:ext>
                  </a:extLst>
                </p14:cNvPr>
                <p14:cNvContentPartPr/>
                <p14:nvPr/>
              </p14:nvContentPartPr>
              <p14:xfrm>
                <a:off x="8833604" y="2794699"/>
                <a:ext cx="36720" cy="1314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FB0CBA1-DBCD-B760-5B11-A93BB1DBE4A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22804" y="2784259"/>
                  <a:ext cx="57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3DC4DF3-6C2D-D1B7-1550-187E709953C3}"/>
                    </a:ext>
                  </a:extLst>
                </p14:cNvPr>
                <p14:cNvContentPartPr/>
                <p14:nvPr/>
              </p14:nvContentPartPr>
              <p14:xfrm>
                <a:off x="9046724" y="2703619"/>
                <a:ext cx="31680" cy="5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3DC4DF3-6C2D-D1B7-1550-187E709953C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35924" y="2692819"/>
                  <a:ext cx="52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5F044D5-A2A1-3657-9868-AEDA0A8D5DB2}"/>
                    </a:ext>
                  </a:extLst>
                </p14:cNvPr>
                <p14:cNvContentPartPr/>
                <p14:nvPr/>
              </p14:nvContentPartPr>
              <p14:xfrm>
                <a:off x="9153644" y="2711539"/>
                <a:ext cx="148680" cy="2563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5F044D5-A2A1-3657-9868-AEDA0A8D5DB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43204" y="2701099"/>
                  <a:ext cx="1699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67AF2B4-CD92-F7BD-A397-CF83022975CA}"/>
                    </a:ext>
                  </a:extLst>
                </p14:cNvPr>
                <p14:cNvContentPartPr/>
                <p14:nvPr/>
              </p14:nvContentPartPr>
              <p14:xfrm>
                <a:off x="9420404" y="2723059"/>
                <a:ext cx="35280" cy="2214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67AF2B4-CD92-F7BD-A397-CF83022975C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09604" y="2712619"/>
                  <a:ext cx="56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7FB78D4-AD97-277E-2408-025F1B117652}"/>
                    </a:ext>
                  </a:extLst>
                </p14:cNvPr>
                <p14:cNvContentPartPr/>
                <p14:nvPr/>
              </p14:nvContentPartPr>
              <p14:xfrm>
                <a:off x="9377204" y="2765179"/>
                <a:ext cx="250920" cy="342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7FB78D4-AD97-277E-2408-025F1B1176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366764" y="2754739"/>
                  <a:ext cx="272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282756F-F471-F045-DCBC-5A3718E92A3A}"/>
                    </a:ext>
                  </a:extLst>
                </p14:cNvPr>
                <p14:cNvContentPartPr/>
                <p14:nvPr/>
              </p14:nvContentPartPr>
              <p14:xfrm>
                <a:off x="9606164" y="2734939"/>
                <a:ext cx="639000" cy="1494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282756F-F471-F045-DCBC-5A3718E92A3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95364" y="2724499"/>
                  <a:ext cx="660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A72A76D-45DF-0E8E-35A4-111503D8D9DE}"/>
                    </a:ext>
                  </a:extLst>
                </p14:cNvPr>
                <p14:cNvContentPartPr/>
                <p14:nvPr/>
              </p14:nvContentPartPr>
              <p14:xfrm>
                <a:off x="10334804" y="2610379"/>
                <a:ext cx="723960" cy="2228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A72A76D-45DF-0E8E-35A4-111503D8D9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24004" y="2599939"/>
                  <a:ext cx="745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E865AA3-2A16-C765-40F9-01EE373B1E59}"/>
                    </a:ext>
                  </a:extLst>
                </p14:cNvPr>
                <p14:cNvContentPartPr/>
                <p14:nvPr/>
              </p14:nvContentPartPr>
              <p14:xfrm>
                <a:off x="6583964" y="3602899"/>
                <a:ext cx="41040" cy="108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E865AA3-2A16-C765-40F9-01EE373B1E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73524" y="3592099"/>
                  <a:ext cx="62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50B4440-CA18-B3A5-3F4E-D56399B422C3}"/>
                    </a:ext>
                  </a:extLst>
                </p14:cNvPr>
                <p14:cNvContentPartPr/>
                <p14:nvPr/>
              </p14:nvContentPartPr>
              <p14:xfrm>
                <a:off x="6650924" y="3677419"/>
                <a:ext cx="48960" cy="33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50B4440-CA18-B3A5-3F4E-D56399B422C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40484" y="3666979"/>
                  <a:ext cx="70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4947F11-2D7D-BBDC-B15F-DBAD187D2490}"/>
                    </a:ext>
                  </a:extLst>
                </p14:cNvPr>
                <p14:cNvContentPartPr/>
                <p14:nvPr/>
              </p14:nvContentPartPr>
              <p14:xfrm>
                <a:off x="6267524" y="3333979"/>
                <a:ext cx="79200" cy="252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4947F11-2D7D-BBDC-B15F-DBAD187D249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56724" y="3323539"/>
                  <a:ext cx="10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FC57C56-E10F-58B7-A70D-BCDFEEB0EF67}"/>
                    </a:ext>
                  </a:extLst>
                </p14:cNvPr>
                <p14:cNvContentPartPr/>
                <p14:nvPr/>
              </p14:nvContentPartPr>
              <p14:xfrm>
                <a:off x="5897444" y="3412099"/>
                <a:ext cx="33120" cy="13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FC57C56-E10F-58B7-A70D-BCDFEEB0EF6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83404" y="3398059"/>
                  <a:ext cx="61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E45BF82-A658-6744-0483-6C2B1A488A53}"/>
                    </a:ext>
                  </a:extLst>
                </p14:cNvPr>
                <p14:cNvContentPartPr/>
                <p14:nvPr/>
              </p14:nvContentPartPr>
              <p14:xfrm>
                <a:off x="5996804" y="3057859"/>
                <a:ext cx="41040" cy="162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E45BF82-A658-6744-0483-6C2B1A488A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86364" y="3047419"/>
                  <a:ext cx="62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5E16768-347A-BB9C-9B16-375970F30505}"/>
                    </a:ext>
                  </a:extLst>
                </p14:cNvPr>
                <p14:cNvContentPartPr/>
                <p14:nvPr/>
              </p14:nvContentPartPr>
              <p14:xfrm>
                <a:off x="6243044" y="3389419"/>
                <a:ext cx="466560" cy="3204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5E16768-347A-BB9C-9B16-375970F3050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32244" y="3378619"/>
                  <a:ext cx="4878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1F78611-11F3-E3D7-B4BD-AFDAA7C25C39}"/>
                    </a:ext>
                  </a:extLst>
                </p14:cNvPr>
                <p14:cNvContentPartPr/>
                <p14:nvPr/>
              </p14:nvContentPartPr>
              <p14:xfrm>
                <a:off x="5863604" y="3408499"/>
                <a:ext cx="842040" cy="2746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1F78611-11F3-E3D7-B4BD-AFDAA7C25C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53164" y="3397699"/>
                  <a:ext cx="863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C991C88-871D-CEDC-1A8D-A777A1EFCEE4}"/>
                    </a:ext>
                  </a:extLst>
                </p14:cNvPr>
                <p14:cNvContentPartPr/>
                <p14:nvPr/>
              </p14:nvContentPartPr>
              <p14:xfrm>
                <a:off x="5992844" y="3101419"/>
                <a:ext cx="807480" cy="5994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C991C88-871D-CEDC-1A8D-A777A1EFCEE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82044" y="3090979"/>
                  <a:ext cx="82872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0AEFBA0-1CD8-4A90-BDB1-BA06AA66AB99}"/>
                    </a:ext>
                  </a:extLst>
                </p14:cNvPr>
                <p14:cNvContentPartPr/>
                <p14:nvPr/>
              </p14:nvContentPartPr>
              <p14:xfrm>
                <a:off x="3111404" y="2565019"/>
                <a:ext cx="3668760" cy="11674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0AEFBA0-1CD8-4A90-BDB1-BA06AA66AB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00964" y="2554219"/>
                  <a:ext cx="369000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2DDEA0E-662C-A873-997F-B08A2601E12D}"/>
                    </a:ext>
                  </a:extLst>
                </p14:cNvPr>
                <p14:cNvContentPartPr/>
                <p14:nvPr/>
              </p14:nvContentPartPr>
              <p14:xfrm>
                <a:off x="3399404" y="2334979"/>
                <a:ext cx="3351240" cy="1353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2DDEA0E-662C-A873-997F-B08A2601E12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88964" y="2324539"/>
                  <a:ext cx="3372480" cy="13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F5E72CA-F394-5470-B044-27ACC394639B}"/>
                    </a:ext>
                  </a:extLst>
                </p14:cNvPr>
                <p14:cNvContentPartPr/>
                <p14:nvPr/>
              </p14:nvContentPartPr>
              <p14:xfrm>
                <a:off x="2857964" y="2131219"/>
                <a:ext cx="4010760" cy="16290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F5E72CA-F394-5470-B044-27ACC394639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47164" y="2120419"/>
                  <a:ext cx="4032000" cy="16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407AC58-8CE7-1C96-DF9C-89773D85331C}"/>
                    </a:ext>
                  </a:extLst>
                </p14:cNvPr>
                <p14:cNvContentPartPr/>
                <p14:nvPr/>
              </p14:nvContentPartPr>
              <p14:xfrm>
                <a:off x="8210444" y="1915939"/>
                <a:ext cx="24840" cy="4021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407AC58-8CE7-1C96-DF9C-89773D85331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200004" y="1905139"/>
                  <a:ext cx="4608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C6D54B2-8F14-0A43-9F3D-3E580C7CB52F}"/>
                    </a:ext>
                  </a:extLst>
                </p14:cNvPr>
                <p14:cNvContentPartPr/>
                <p14:nvPr/>
              </p14:nvContentPartPr>
              <p14:xfrm>
                <a:off x="8164004" y="2001619"/>
                <a:ext cx="462960" cy="291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C6D54B2-8F14-0A43-9F3D-3E580C7CB52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53204" y="1990819"/>
                  <a:ext cx="4842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F1F30AD-9BEA-DA7C-9724-47D6B8217630}"/>
                    </a:ext>
                  </a:extLst>
                </p14:cNvPr>
                <p14:cNvContentPartPr/>
                <p14:nvPr/>
              </p14:nvContentPartPr>
              <p14:xfrm>
                <a:off x="8927564" y="2174059"/>
                <a:ext cx="422280" cy="34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F1F30AD-9BEA-DA7C-9724-47D6B821763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916764" y="2163259"/>
                  <a:ext cx="443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3BBF202-1DED-D9C4-33F2-17F1F5CFA890}"/>
                    </a:ext>
                  </a:extLst>
                </p14:cNvPr>
                <p14:cNvContentPartPr/>
                <p14:nvPr/>
              </p14:nvContentPartPr>
              <p14:xfrm>
                <a:off x="8945564" y="2147419"/>
                <a:ext cx="310680" cy="68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3BBF202-1DED-D9C4-33F2-17F1F5CFA89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935124" y="2136979"/>
                  <a:ext cx="33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8723C9C-A7A5-06C9-10A3-95669A584827}"/>
                    </a:ext>
                  </a:extLst>
                </p14:cNvPr>
                <p14:cNvContentPartPr/>
                <p14:nvPr/>
              </p14:nvContentPartPr>
              <p14:xfrm>
                <a:off x="9514004" y="1920979"/>
                <a:ext cx="43560" cy="326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8723C9C-A7A5-06C9-10A3-95669A58482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03204" y="1910179"/>
                  <a:ext cx="648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4276C8C-4755-B5C9-EC87-F141B01FA83C}"/>
                    </a:ext>
                  </a:extLst>
                </p14:cNvPr>
                <p14:cNvContentPartPr/>
                <p14:nvPr/>
              </p14:nvContentPartPr>
              <p14:xfrm>
                <a:off x="8067164" y="1671859"/>
                <a:ext cx="1798560" cy="8892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4276C8C-4755-B5C9-EC87-F141B01FA83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56724" y="1661419"/>
                  <a:ext cx="1819800" cy="9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0FE1C77-32F1-2657-99DD-D7294A6FDC1D}"/>
                    </a:ext>
                  </a:extLst>
                </p14:cNvPr>
                <p14:cNvContentPartPr/>
                <p14:nvPr/>
              </p14:nvContentPartPr>
              <p14:xfrm>
                <a:off x="4078004" y="2548819"/>
                <a:ext cx="967320" cy="7696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0FE1C77-32F1-2657-99DD-D7294A6FDC1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67564" y="2538379"/>
                  <a:ext cx="98856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A38998F-FE84-82D5-A448-7A17DBA964C2}"/>
                    </a:ext>
                  </a:extLst>
                </p14:cNvPr>
                <p14:cNvContentPartPr/>
                <p14:nvPr/>
              </p14:nvContentPartPr>
              <p14:xfrm>
                <a:off x="4573364" y="2543419"/>
                <a:ext cx="343440" cy="8125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A38998F-FE84-82D5-A448-7A17DBA964C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62924" y="2532619"/>
                  <a:ext cx="364680" cy="8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F382426-B41B-27FA-75EE-0CBC4E4058DC}"/>
                    </a:ext>
                  </a:extLst>
                </p14:cNvPr>
                <p14:cNvContentPartPr/>
                <p14:nvPr/>
              </p14:nvContentPartPr>
              <p14:xfrm>
                <a:off x="6943244" y="3091339"/>
                <a:ext cx="333720" cy="3538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F382426-B41B-27FA-75EE-0CBC4E4058D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32804" y="3080899"/>
                  <a:ext cx="3549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EFF5315-C5B5-1C7B-3A64-79B1B4FCE18F}"/>
                    </a:ext>
                  </a:extLst>
                </p14:cNvPr>
                <p14:cNvContentPartPr/>
                <p14:nvPr/>
              </p14:nvContentPartPr>
              <p14:xfrm>
                <a:off x="6262484" y="2715859"/>
                <a:ext cx="298440" cy="4161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EFF5315-C5B5-1C7B-3A64-79B1B4FCE18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51684" y="2705059"/>
                  <a:ext cx="319680" cy="43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BF4B8116-3B42-91D6-2BA9-431B04F80392}"/>
                  </a:ext>
                </a:extLst>
              </p14:cNvPr>
              <p14:cNvContentPartPr/>
              <p14:nvPr/>
            </p14:nvContentPartPr>
            <p14:xfrm>
              <a:off x="8242484" y="1216819"/>
              <a:ext cx="1397880" cy="21024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BF4B8116-3B42-91D6-2BA9-431B04F8039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231684" y="1206379"/>
                <a:ext cx="141912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A920AB9A-758C-7866-9769-BB3A81D7000C}"/>
                  </a:ext>
                </a:extLst>
              </p14:cNvPr>
              <p14:cNvContentPartPr/>
              <p14:nvPr/>
            </p14:nvContentPartPr>
            <p14:xfrm>
              <a:off x="6598724" y="3911059"/>
              <a:ext cx="990720" cy="21744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A920AB9A-758C-7866-9769-BB3A81D7000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587924" y="3900259"/>
                <a:ext cx="1011960" cy="23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36ED56CE-01CB-D8F1-AD4F-446EDD7EB313}"/>
              </a:ext>
            </a:extLst>
          </p:cNvPr>
          <p:cNvGrpSpPr/>
          <p:nvPr/>
        </p:nvGrpSpPr>
        <p:grpSpPr>
          <a:xfrm>
            <a:off x="8057804" y="3344059"/>
            <a:ext cx="1722960" cy="427680"/>
            <a:chOff x="8057804" y="3344059"/>
            <a:chExt cx="172296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6689FF1-0369-A64A-5B8B-56BE39A3C0D2}"/>
                    </a:ext>
                  </a:extLst>
                </p14:cNvPr>
                <p14:cNvContentPartPr/>
                <p14:nvPr/>
              </p14:nvContentPartPr>
              <p14:xfrm>
                <a:off x="8057804" y="3633859"/>
                <a:ext cx="229680" cy="1378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6689FF1-0369-A64A-5B8B-56BE39A3C0D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47364" y="3623419"/>
                  <a:ext cx="250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7C1BDEC-60D8-A38B-F1F3-0D5DF468FED7}"/>
                    </a:ext>
                  </a:extLst>
                </p14:cNvPr>
                <p14:cNvContentPartPr/>
                <p14:nvPr/>
              </p14:nvContentPartPr>
              <p14:xfrm>
                <a:off x="8571164" y="3617299"/>
                <a:ext cx="87120" cy="1051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7C1BDEC-60D8-A38B-F1F3-0D5DF468FED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60724" y="3606499"/>
                  <a:ext cx="108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D72AFEB-0263-EAD1-2537-961CC20F8B7B}"/>
                    </a:ext>
                  </a:extLst>
                </p14:cNvPr>
                <p14:cNvContentPartPr/>
                <p14:nvPr/>
              </p14:nvContentPartPr>
              <p14:xfrm>
                <a:off x="8831084" y="3434779"/>
                <a:ext cx="20160" cy="64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D72AFEB-0263-EAD1-2537-961CC20F8B7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20644" y="3423979"/>
                  <a:ext cx="41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833F789-4B1A-05FC-0626-D6AAC611BBF1}"/>
                    </a:ext>
                  </a:extLst>
                </p14:cNvPr>
                <p14:cNvContentPartPr/>
                <p14:nvPr/>
              </p14:nvContentPartPr>
              <p14:xfrm>
                <a:off x="8801924" y="3477979"/>
                <a:ext cx="254880" cy="2070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833F789-4B1A-05FC-0626-D6AAC611BBF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791484" y="3467179"/>
                  <a:ext cx="276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394138E-8E93-2732-B4D5-4297560534F9}"/>
                    </a:ext>
                  </a:extLst>
                </p14:cNvPr>
                <p14:cNvContentPartPr/>
                <p14:nvPr/>
              </p14:nvContentPartPr>
              <p14:xfrm>
                <a:off x="9358844" y="3344059"/>
                <a:ext cx="421920" cy="3261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394138E-8E93-2732-B4D5-4297560534F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48044" y="3333259"/>
                  <a:ext cx="44316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D24269DF-A769-0B8E-28A3-C4F90C524EAA}"/>
              </a:ext>
            </a:extLst>
          </p:cNvPr>
          <p:cNvGrpSpPr/>
          <p:nvPr/>
        </p:nvGrpSpPr>
        <p:grpSpPr>
          <a:xfrm>
            <a:off x="10532444" y="1450819"/>
            <a:ext cx="1431360" cy="452160"/>
            <a:chOff x="10532444" y="1450819"/>
            <a:chExt cx="1431360" cy="45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27AA775-B3E7-F452-156C-3B360612DEE7}"/>
                    </a:ext>
                  </a:extLst>
                </p14:cNvPr>
                <p14:cNvContentPartPr/>
                <p14:nvPr/>
              </p14:nvContentPartPr>
              <p14:xfrm>
                <a:off x="10532444" y="1614259"/>
                <a:ext cx="186840" cy="2887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27AA775-B3E7-F452-156C-3B360612DEE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522004" y="1603819"/>
                  <a:ext cx="2080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DDB1B98-3ACE-8A1F-84D8-F532CFE647A3}"/>
                    </a:ext>
                  </a:extLst>
                </p14:cNvPr>
                <p14:cNvContentPartPr/>
                <p14:nvPr/>
              </p14:nvContentPartPr>
              <p14:xfrm>
                <a:off x="10706324" y="1603099"/>
                <a:ext cx="381960" cy="2494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DDB1B98-3ACE-8A1F-84D8-F532CFE647A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95524" y="1592299"/>
                  <a:ext cx="4032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F5FD69C-97A1-7679-AC6C-98588AF846B9}"/>
                    </a:ext>
                  </a:extLst>
                </p14:cNvPr>
                <p14:cNvContentPartPr/>
                <p14:nvPr/>
              </p14:nvContentPartPr>
              <p14:xfrm>
                <a:off x="11269004" y="1717939"/>
                <a:ext cx="161640" cy="122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F5FD69C-97A1-7679-AC6C-98588AF846B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258204" y="1707139"/>
                  <a:ext cx="182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339E312-7AEF-3BE5-72C4-1554E5284207}"/>
                    </a:ext>
                  </a:extLst>
                </p14:cNvPr>
                <p14:cNvContentPartPr/>
                <p14:nvPr/>
              </p14:nvContentPartPr>
              <p14:xfrm>
                <a:off x="11245244" y="1642339"/>
                <a:ext cx="267120" cy="651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339E312-7AEF-3BE5-72C4-1554E528420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34804" y="1631539"/>
                  <a:ext cx="288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650BFC5-A59C-4ED6-5EA9-541C2ED66656}"/>
                    </a:ext>
                  </a:extLst>
                </p14:cNvPr>
                <p14:cNvContentPartPr/>
                <p14:nvPr/>
              </p14:nvContentPartPr>
              <p14:xfrm>
                <a:off x="11580764" y="1450819"/>
                <a:ext cx="383040" cy="3585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650BFC5-A59C-4ED6-5EA9-541C2ED6665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569964" y="1440379"/>
                  <a:ext cx="404280" cy="37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67AB1B1C-50E0-8586-F860-1B5AFA91A92C}"/>
              </a:ext>
            </a:extLst>
          </p:cNvPr>
          <p:cNvGrpSpPr/>
          <p:nvPr/>
        </p:nvGrpSpPr>
        <p:grpSpPr>
          <a:xfrm>
            <a:off x="5964764" y="3095659"/>
            <a:ext cx="819720" cy="590760"/>
            <a:chOff x="5964764" y="3095659"/>
            <a:chExt cx="819720" cy="59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46853C5-FB9D-44A1-FFB4-D9DFFEF93184}"/>
                    </a:ext>
                  </a:extLst>
                </p14:cNvPr>
                <p14:cNvContentPartPr/>
                <p14:nvPr/>
              </p14:nvContentPartPr>
              <p14:xfrm>
                <a:off x="5982764" y="3388699"/>
                <a:ext cx="790560" cy="2977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46853C5-FB9D-44A1-FFB4-D9DFFEF9318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971964" y="3378259"/>
                  <a:ext cx="8118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89F1D0F-0DCC-6DD1-27C0-B56A23636C4E}"/>
                    </a:ext>
                  </a:extLst>
                </p14:cNvPr>
                <p14:cNvContentPartPr/>
                <p14:nvPr/>
              </p14:nvContentPartPr>
              <p14:xfrm>
                <a:off x="5964764" y="3095659"/>
                <a:ext cx="819720" cy="4978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89F1D0F-0DCC-6DD1-27C0-B56A23636C4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53964" y="3085219"/>
                  <a:ext cx="840960" cy="51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BBF832F2-842F-707A-8FFC-D868997B30CD}"/>
              </a:ext>
            </a:extLst>
          </p:cNvPr>
          <p:cNvGrpSpPr/>
          <p:nvPr/>
        </p:nvGrpSpPr>
        <p:grpSpPr>
          <a:xfrm>
            <a:off x="8323484" y="3906019"/>
            <a:ext cx="1757160" cy="352440"/>
            <a:chOff x="8323484" y="3906019"/>
            <a:chExt cx="1757160" cy="35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E8D6B99-6E7D-0DD8-015F-BF0C7BC4A6A1}"/>
                    </a:ext>
                  </a:extLst>
                </p14:cNvPr>
                <p14:cNvContentPartPr/>
                <p14:nvPr/>
              </p14:nvContentPartPr>
              <p14:xfrm>
                <a:off x="8323484" y="4023019"/>
                <a:ext cx="283680" cy="2354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E8D6B99-6E7D-0DD8-015F-BF0C7BC4A6A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313044" y="4012579"/>
                  <a:ext cx="3049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06D2869-22F6-CD1E-0444-B04EF71BFAB3}"/>
                    </a:ext>
                  </a:extLst>
                </p14:cNvPr>
                <p14:cNvContentPartPr/>
                <p14:nvPr/>
              </p14:nvContentPartPr>
              <p14:xfrm>
                <a:off x="8759444" y="4039579"/>
                <a:ext cx="191160" cy="1198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06D2869-22F6-CD1E-0444-B04EF71BFAB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48644" y="4029139"/>
                  <a:ext cx="212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0A62018-4C7E-3CC1-0313-541F9B69F6E5}"/>
                    </a:ext>
                  </a:extLst>
                </p14:cNvPr>
                <p14:cNvContentPartPr/>
                <p14:nvPr/>
              </p14:nvContentPartPr>
              <p14:xfrm>
                <a:off x="8954204" y="3951739"/>
                <a:ext cx="30960" cy="72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0A62018-4C7E-3CC1-0313-541F9B69F6E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43404" y="3941299"/>
                  <a:ext cx="52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8556179-7956-A90D-E807-27FE0FACB24E}"/>
                    </a:ext>
                  </a:extLst>
                </p14:cNvPr>
                <p14:cNvContentPartPr/>
                <p14:nvPr/>
              </p14:nvContentPartPr>
              <p14:xfrm>
                <a:off x="9093524" y="3906019"/>
                <a:ext cx="987120" cy="2844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8556179-7956-A90D-E807-27FE0FACB24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83084" y="3895219"/>
                  <a:ext cx="100836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FFBD4080-9092-703A-33B7-AF5E4BBB1424}"/>
              </a:ext>
            </a:extLst>
          </p:cNvPr>
          <p:cNvGrpSpPr/>
          <p:nvPr/>
        </p:nvGrpSpPr>
        <p:grpSpPr>
          <a:xfrm>
            <a:off x="10766444" y="1980739"/>
            <a:ext cx="1167120" cy="409680"/>
            <a:chOff x="10766444" y="1980739"/>
            <a:chExt cx="116712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609EDA4-3A82-5918-F16E-62A06B26E4C0}"/>
                    </a:ext>
                  </a:extLst>
                </p14:cNvPr>
                <p14:cNvContentPartPr/>
                <p14:nvPr/>
              </p14:nvContentPartPr>
              <p14:xfrm>
                <a:off x="10766444" y="2107819"/>
                <a:ext cx="524520" cy="2826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609EDA4-3A82-5918-F16E-62A06B26E4C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756004" y="2097379"/>
                  <a:ext cx="5457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CDECC50-AA44-2486-065A-BC997E8F352B}"/>
                    </a:ext>
                  </a:extLst>
                </p14:cNvPr>
                <p14:cNvContentPartPr/>
                <p14:nvPr/>
              </p14:nvContentPartPr>
              <p14:xfrm>
                <a:off x="11465564" y="2236339"/>
                <a:ext cx="192240" cy="453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CDECC50-AA44-2486-065A-BC997E8F352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455124" y="2225899"/>
                  <a:ext cx="213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47A3A72-1FB4-6C4D-FB74-BB5208E35582}"/>
                    </a:ext>
                  </a:extLst>
                </p14:cNvPr>
                <p14:cNvContentPartPr/>
                <p14:nvPr/>
              </p14:nvContentPartPr>
              <p14:xfrm>
                <a:off x="11380964" y="2156419"/>
                <a:ext cx="259920" cy="576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47A3A72-1FB4-6C4D-FB74-BB5208E3558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370524" y="2145979"/>
                  <a:ext cx="281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05BCE7D-B86B-DB7A-5F26-D42C135CB3B9}"/>
                    </a:ext>
                  </a:extLst>
                </p14:cNvPr>
                <p14:cNvContentPartPr/>
                <p14:nvPr/>
              </p14:nvContentPartPr>
              <p14:xfrm>
                <a:off x="11613164" y="1980739"/>
                <a:ext cx="195120" cy="392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05BCE7D-B86B-DB7A-5F26-D42C135CB3B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602724" y="1969939"/>
                  <a:ext cx="216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90FB236-10EF-F4D8-E18E-5DE983BCE2CC}"/>
                    </a:ext>
                  </a:extLst>
                </p14:cNvPr>
                <p14:cNvContentPartPr/>
                <p14:nvPr/>
              </p14:nvContentPartPr>
              <p14:xfrm>
                <a:off x="11686244" y="2006659"/>
                <a:ext cx="247320" cy="2487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90FB236-10EF-F4D8-E18E-5DE983BCE2C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675444" y="1995859"/>
                  <a:ext cx="26856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DE8FEEED-111F-6979-3303-44327275C2B3}"/>
              </a:ext>
            </a:extLst>
          </p:cNvPr>
          <p:cNvGrpSpPr/>
          <p:nvPr/>
        </p:nvGrpSpPr>
        <p:grpSpPr>
          <a:xfrm>
            <a:off x="3161084" y="2232019"/>
            <a:ext cx="3870000" cy="1534680"/>
            <a:chOff x="3161084" y="2232019"/>
            <a:chExt cx="3870000" cy="153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0415AA16-C4D2-47A9-A583-BBCDEDBAF4B4}"/>
                    </a:ext>
                  </a:extLst>
                </p14:cNvPr>
                <p14:cNvContentPartPr/>
                <p14:nvPr/>
              </p14:nvContentPartPr>
              <p14:xfrm>
                <a:off x="6244484" y="3385099"/>
                <a:ext cx="679320" cy="3805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0415AA16-C4D2-47A9-A583-BBCDEDBAF4B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34044" y="3374659"/>
                  <a:ext cx="7005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3001044-2547-A5EB-BC05-CC149376196A}"/>
                    </a:ext>
                  </a:extLst>
                </p14:cNvPr>
                <p14:cNvContentPartPr/>
                <p14:nvPr/>
              </p14:nvContentPartPr>
              <p14:xfrm>
                <a:off x="5974484" y="3504979"/>
                <a:ext cx="907200" cy="2466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3001044-2547-A5EB-BC05-CC149376196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964044" y="3494179"/>
                  <a:ext cx="9284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81794FC-59FF-2FD9-06F0-865DFD003B3A}"/>
                    </a:ext>
                  </a:extLst>
                </p14:cNvPr>
                <p14:cNvContentPartPr/>
                <p14:nvPr/>
              </p14:nvContentPartPr>
              <p14:xfrm>
                <a:off x="6216404" y="3189259"/>
                <a:ext cx="722520" cy="5716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81794FC-59FF-2FD9-06F0-865DFD003B3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05604" y="3178459"/>
                  <a:ext cx="74376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6E0DDB8-09A4-F4D3-2D37-E47CFA06FCD8}"/>
                    </a:ext>
                  </a:extLst>
                </p14:cNvPr>
                <p14:cNvContentPartPr/>
                <p14:nvPr/>
              </p14:nvContentPartPr>
              <p14:xfrm>
                <a:off x="3161084" y="2537299"/>
                <a:ext cx="3870000" cy="12294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6E0DDB8-09A4-F4D3-2D37-E47CFA06FCD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50644" y="2526859"/>
                  <a:ext cx="3891240" cy="12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44BE2DC-EBAD-A9AE-6669-96E9B11059C0}"/>
                    </a:ext>
                  </a:extLst>
                </p14:cNvPr>
                <p14:cNvContentPartPr/>
                <p14:nvPr/>
              </p14:nvContentPartPr>
              <p14:xfrm>
                <a:off x="3431444" y="2232019"/>
                <a:ext cx="3281040" cy="14983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44BE2DC-EBAD-A9AE-6669-96E9B11059C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420644" y="2221219"/>
                  <a:ext cx="3302280" cy="151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613D4AE1-2683-30E2-ADB7-82FD81B88AA3}"/>
              </a:ext>
            </a:extLst>
          </p:cNvPr>
          <p:cNvGrpSpPr/>
          <p:nvPr/>
        </p:nvGrpSpPr>
        <p:grpSpPr>
          <a:xfrm>
            <a:off x="7321244" y="5031379"/>
            <a:ext cx="3369600" cy="1572840"/>
            <a:chOff x="7321244" y="5031379"/>
            <a:chExt cx="3369600" cy="157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729A09F-88D0-A42A-FF16-C160E4F5669C}"/>
                    </a:ext>
                  </a:extLst>
                </p14:cNvPr>
                <p14:cNvContentPartPr/>
                <p14:nvPr/>
              </p14:nvContentPartPr>
              <p14:xfrm>
                <a:off x="7321244" y="5545819"/>
                <a:ext cx="475200" cy="233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729A09F-88D0-A42A-FF16-C160E4F5669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310444" y="5535379"/>
                  <a:ext cx="4964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D01BAE8-99C8-42D7-CE92-F1AB458CE58E}"/>
                    </a:ext>
                  </a:extLst>
                </p14:cNvPr>
                <p14:cNvContentPartPr/>
                <p14:nvPr/>
              </p14:nvContentPartPr>
              <p14:xfrm>
                <a:off x="7964204" y="5622859"/>
                <a:ext cx="106560" cy="2869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D01BAE8-99C8-42D7-CE92-F1AB458CE58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53764" y="5612419"/>
                  <a:ext cx="1278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73A9738-E3B7-E173-C862-74E3EAF5648F}"/>
                    </a:ext>
                  </a:extLst>
                </p14:cNvPr>
                <p14:cNvContentPartPr/>
                <p14:nvPr/>
              </p14:nvContentPartPr>
              <p14:xfrm>
                <a:off x="8164724" y="5733739"/>
                <a:ext cx="367560" cy="3009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73A9738-E3B7-E173-C862-74E3EAF5648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53924" y="5722939"/>
                  <a:ext cx="388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8BB02E7-E15A-299F-3F5E-C8DFC5D03CE5}"/>
                    </a:ext>
                  </a:extLst>
                </p14:cNvPr>
                <p14:cNvContentPartPr/>
                <p14:nvPr/>
              </p14:nvContentPartPr>
              <p14:xfrm>
                <a:off x="8333924" y="5629699"/>
                <a:ext cx="255600" cy="81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8BB02E7-E15A-299F-3F5E-C8DFC5D03CE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323124" y="5618899"/>
                  <a:ext cx="276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C642D02-A974-77EE-BDA2-5946BEFE7A8F}"/>
                    </a:ext>
                  </a:extLst>
                </p14:cNvPr>
                <p14:cNvContentPartPr/>
                <p14:nvPr/>
              </p14:nvContentPartPr>
              <p14:xfrm>
                <a:off x="8904164" y="5339539"/>
                <a:ext cx="126000" cy="1404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C642D02-A974-77EE-BDA2-5946BEFE7A8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893364" y="5329099"/>
                  <a:ext cx="147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3322305-41EE-3DF8-EAA9-8A50C8CB144A}"/>
                    </a:ext>
                  </a:extLst>
                </p14:cNvPr>
                <p14:cNvContentPartPr/>
                <p14:nvPr/>
              </p14:nvContentPartPr>
              <p14:xfrm>
                <a:off x="9231404" y="5365459"/>
                <a:ext cx="166680" cy="590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3322305-41EE-3DF8-EAA9-8A50C8CB144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220964" y="5355019"/>
                  <a:ext cx="187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1B208C9-76C9-7315-46B7-9AD149E84308}"/>
                    </a:ext>
                  </a:extLst>
                </p14:cNvPr>
                <p14:cNvContentPartPr/>
                <p14:nvPr/>
              </p14:nvContentPartPr>
              <p14:xfrm>
                <a:off x="9357404" y="5257819"/>
                <a:ext cx="19080" cy="36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1B208C9-76C9-7315-46B7-9AD149E8430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46964" y="5247019"/>
                  <a:ext cx="40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52A1653-7F09-0420-6E0C-ABC7FAA41F76}"/>
                    </a:ext>
                  </a:extLst>
                </p14:cNvPr>
                <p14:cNvContentPartPr/>
                <p14:nvPr/>
              </p14:nvContentPartPr>
              <p14:xfrm>
                <a:off x="9455684" y="5154139"/>
                <a:ext cx="439200" cy="2628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52A1653-7F09-0420-6E0C-ABC7FAA41F7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445244" y="5143339"/>
                  <a:ext cx="460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C37D4E5-B199-4166-4373-52080E93B3E7}"/>
                    </a:ext>
                  </a:extLst>
                </p14:cNvPr>
                <p14:cNvContentPartPr/>
                <p14:nvPr/>
              </p14:nvContentPartPr>
              <p14:xfrm>
                <a:off x="9821084" y="5031379"/>
                <a:ext cx="588600" cy="2340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C37D4E5-B199-4166-4373-52080E93B3E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10284" y="5020579"/>
                  <a:ext cx="609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75EC27D-8CB4-F7C5-4D24-A4194CB983FA}"/>
                    </a:ext>
                  </a:extLst>
                </p14:cNvPr>
                <p14:cNvContentPartPr/>
                <p14:nvPr/>
              </p14:nvContentPartPr>
              <p14:xfrm>
                <a:off x="8597444" y="6127219"/>
                <a:ext cx="376560" cy="2016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75EC27D-8CB4-F7C5-4D24-A4194CB983F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587004" y="6116419"/>
                  <a:ext cx="397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53A31C5-DFFA-DDB0-BBB4-53C18A987F96}"/>
                    </a:ext>
                  </a:extLst>
                </p14:cNvPr>
                <p14:cNvContentPartPr/>
                <p14:nvPr/>
              </p14:nvContentPartPr>
              <p14:xfrm>
                <a:off x="9123764" y="6174379"/>
                <a:ext cx="40320" cy="2606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53A31C5-DFFA-DDB0-BBB4-53C18A987F9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113324" y="6163939"/>
                  <a:ext cx="61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813E2C8-1D50-FFD0-98DB-660983973012}"/>
                    </a:ext>
                  </a:extLst>
                </p14:cNvPr>
                <p14:cNvContentPartPr/>
                <p14:nvPr/>
              </p14:nvContentPartPr>
              <p14:xfrm>
                <a:off x="9299804" y="6249619"/>
                <a:ext cx="361440" cy="3546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813E2C8-1D50-FFD0-98DB-66098397301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89364" y="6239179"/>
                  <a:ext cx="3826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8A2A5EE-0550-97D1-E307-A5F78DFB4BE2}"/>
                    </a:ext>
                  </a:extLst>
                </p14:cNvPr>
                <p14:cNvContentPartPr/>
                <p14:nvPr/>
              </p14:nvContentPartPr>
              <p14:xfrm>
                <a:off x="9420404" y="6105979"/>
                <a:ext cx="288720" cy="1245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8A2A5EE-0550-97D1-E307-A5F78DFB4BE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09604" y="6095179"/>
                  <a:ext cx="3099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F232543-C86F-00A8-D18F-6EFDA1B80B62}"/>
                    </a:ext>
                  </a:extLst>
                </p14:cNvPr>
                <p14:cNvContentPartPr/>
                <p14:nvPr/>
              </p14:nvContentPartPr>
              <p14:xfrm>
                <a:off x="9964364" y="5936419"/>
                <a:ext cx="232560" cy="3157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F232543-C86F-00A8-D18F-6EFDA1B80B6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953924" y="5925619"/>
                  <a:ext cx="2538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B7621BC-1204-B35F-E091-B236DA252D77}"/>
                    </a:ext>
                  </a:extLst>
                </p14:cNvPr>
                <p14:cNvContentPartPr/>
                <p14:nvPr/>
              </p14:nvContentPartPr>
              <p14:xfrm>
                <a:off x="9904604" y="5868739"/>
                <a:ext cx="169920" cy="1231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B7621BC-1204-B35F-E091-B236DA252D7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94164" y="5857939"/>
                  <a:ext cx="191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E95B0BAB-3129-2F58-DCED-7FB314DD65AE}"/>
                    </a:ext>
                  </a:extLst>
                </p14:cNvPr>
                <p14:cNvContentPartPr/>
                <p14:nvPr/>
              </p14:nvContentPartPr>
              <p14:xfrm>
                <a:off x="10226084" y="5867659"/>
                <a:ext cx="137880" cy="1180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E95B0BAB-3129-2F58-DCED-7FB314DD65A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215644" y="5857219"/>
                  <a:ext cx="1591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80AC3E9-DA5A-A261-A7DE-A90EA3AF6F4A}"/>
                    </a:ext>
                  </a:extLst>
                </p14:cNvPr>
                <p14:cNvContentPartPr/>
                <p14:nvPr/>
              </p14:nvContentPartPr>
              <p14:xfrm>
                <a:off x="10407164" y="5825179"/>
                <a:ext cx="136800" cy="788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80AC3E9-DA5A-A261-A7DE-A90EA3AF6F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396364" y="5814739"/>
                  <a:ext cx="158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2B4552C-375F-5F62-BEFE-1E81E0636B78}"/>
                    </a:ext>
                  </a:extLst>
                </p14:cNvPr>
                <p14:cNvContentPartPr/>
                <p14:nvPr/>
              </p14:nvContentPartPr>
              <p14:xfrm>
                <a:off x="10582124" y="5770819"/>
                <a:ext cx="108720" cy="820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2B4552C-375F-5F62-BEFE-1E81E0636B7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571684" y="5760379"/>
                  <a:ext cx="12996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E3299B4C-B899-1410-A3C4-9F7B622BB131}"/>
              </a:ext>
            </a:extLst>
          </p:cNvPr>
          <p:cNvGrpSpPr/>
          <p:nvPr/>
        </p:nvGrpSpPr>
        <p:grpSpPr>
          <a:xfrm>
            <a:off x="9572684" y="4024819"/>
            <a:ext cx="1875960" cy="1009440"/>
            <a:chOff x="9572684" y="4024819"/>
            <a:chExt cx="1875960" cy="100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E16C58C-EB94-3111-CDE4-6D8C866D464F}"/>
                    </a:ext>
                  </a:extLst>
                </p14:cNvPr>
                <p14:cNvContentPartPr/>
                <p14:nvPr/>
              </p14:nvContentPartPr>
              <p14:xfrm>
                <a:off x="10540724" y="4410379"/>
                <a:ext cx="402120" cy="6238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E16C58C-EB94-3111-CDE4-6D8C866D464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30284" y="4399939"/>
                  <a:ext cx="42336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F518852-4674-0592-C48A-FC952E6B9073}"/>
                    </a:ext>
                  </a:extLst>
                </p14:cNvPr>
                <p14:cNvContentPartPr/>
                <p14:nvPr/>
              </p14:nvContentPartPr>
              <p14:xfrm>
                <a:off x="9572684" y="4383019"/>
                <a:ext cx="694080" cy="1616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F518852-4674-0592-C48A-FC952E6B907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562244" y="4372219"/>
                  <a:ext cx="715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5EE6793-1DA2-4257-9391-D0C0DA46BD38}"/>
                    </a:ext>
                  </a:extLst>
                </p14:cNvPr>
                <p14:cNvContentPartPr/>
                <p14:nvPr/>
              </p14:nvContentPartPr>
              <p14:xfrm>
                <a:off x="10225004" y="4223899"/>
                <a:ext cx="55440" cy="86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5EE6793-1DA2-4257-9391-D0C0DA46BD3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214564" y="4213459"/>
                  <a:ext cx="76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276C6E5-3FA3-63C6-991E-051D6E7B6D1E}"/>
                    </a:ext>
                  </a:extLst>
                </p14:cNvPr>
                <p14:cNvContentPartPr/>
                <p14:nvPr/>
              </p14:nvContentPartPr>
              <p14:xfrm>
                <a:off x="10265324" y="4024819"/>
                <a:ext cx="1183320" cy="4028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276C6E5-3FA3-63C6-991E-051D6E7B6D1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254884" y="4014379"/>
                  <a:ext cx="1204560" cy="42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94459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9E8EDE-AF20-03AC-CA36-E6D8B589F1AA}"/>
                  </a:ext>
                </a:extLst>
              </p14:cNvPr>
              <p14:cNvContentPartPr/>
              <p14:nvPr/>
            </p14:nvContentPartPr>
            <p14:xfrm>
              <a:off x="245444" y="4106899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9E8EDE-AF20-03AC-CA36-E6D8B589F1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324" y="410077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99D35177-D8D7-E6F8-C6A0-EB99D3CF5455}"/>
              </a:ext>
            </a:extLst>
          </p:cNvPr>
          <p:cNvGrpSpPr/>
          <p:nvPr/>
        </p:nvGrpSpPr>
        <p:grpSpPr>
          <a:xfrm>
            <a:off x="1290884" y="1590859"/>
            <a:ext cx="4828320" cy="3116520"/>
            <a:chOff x="1290884" y="1590859"/>
            <a:chExt cx="4828320" cy="31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D2D97DC-4785-E40B-4B06-9980147C2C34}"/>
                    </a:ext>
                  </a:extLst>
                </p14:cNvPr>
                <p14:cNvContentPartPr/>
                <p14:nvPr/>
              </p14:nvContentPartPr>
              <p14:xfrm>
                <a:off x="1952204" y="1590859"/>
                <a:ext cx="207360" cy="3116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D2D97DC-4785-E40B-4B06-9980147C2C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41764" y="1580419"/>
                  <a:ext cx="228600" cy="31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6D8B7D-6E52-08B9-D4AF-0C769D3B1C37}"/>
                    </a:ext>
                  </a:extLst>
                </p14:cNvPr>
                <p14:cNvContentPartPr/>
                <p14:nvPr/>
              </p14:nvContentPartPr>
              <p14:xfrm>
                <a:off x="1290884" y="4126339"/>
                <a:ext cx="4828320" cy="208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6D8B7D-6E52-08B9-D4AF-0C769D3B1C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0084" y="4115539"/>
                  <a:ext cx="48495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4B1860-0AB8-B132-B05B-31CC35F74903}"/>
              </a:ext>
            </a:extLst>
          </p:cNvPr>
          <p:cNvGrpSpPr/>
          <p:nvPr/>
        </p:nvGrpSpPr>
        <p:grpSpPr>
          <a:xfrm>
            <a:off x="5935964" y="4258819"/>
            <a:ext cx="1930680" cy="329760"/>
            <a:chOff x="5935964" y="4258819"/>
            <a:chExt cx="193068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038B87-2271-F5A6-B0C1-2C76BC142F36}"/>
                    </a:ext>
                  </a:extLst>
                </p14:cNvPr>
                <p14:cNvContentPartPr/>
                <p14:nvPr/>
              </p14:nvContentPartPr>
              <p14:xfrm>
                <a:off x="5935964" y="4258819"/>
                <a:ext cx="600840" cy="138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038B87-2271-F5A6-B0C1-2C76BC142F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25524" y="4248379"/>
                  <a:ext cx="622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AA5800-32C9-BBF0-D25A-8F61A6852906}"/>
                    </a:ext>
                  </a:extLst>
                </p14:cNvPr>
                <p14:cNvContentPartPr/>
                <p14:nvPr/>
              </p14:nvContentPartPr>
              <p14:xfrm>
                <a:off x="6360764" y="4304179"/>
                <a:ext cx="103680" cy="227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AA5800-32C9-BBF0-D25A-8F61A685290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50324" y="4293379"/>
                  <a:ext cx="1249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846342B-277F-4956-E11E-453F38DB4267}"/>
                    </a:ext>
                  </a:extLst>
                </p14:cNvPr>
                <p14:cNvContentPartPr/>
                <p14:nvPr/>
              </p14:nvContentPartPr>
              <p14:xfrm>
                <a:off x="6553724" y="4487419"/>
                <a:ext cx="16920" cy="101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846342B-277F-4956-E11E-453F38DB426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43284" y="4476619"/>
                  <a:ext cx="38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20A06D5-5457-1BAE-01DE-16D17E6E0BEF}"/>
                    </a:ext>
                  </a:extLst>
                </p14:cNvPr>
                <p14:cNvContentPartPr/>
                <p14:nvPr/>
              </p14:nvContentPartPr>
              <p14:xfrm>
                <a:off x="6718244" y="4341979"/>
                <a:ext cx="19800" cy="12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20A06D5-5457-1BAE-01DE-16D17E6E0BE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07804" y="4331179"/>
                  <a:ext cx="41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CAA7C1B-5294-3E83-1572-360E61C6665A}"/>
                    </a:ext>
                  </a:extLst>
                </p14:cNvPr>
                <p14:cNvContentPartPr/>
                <p14:nvPr/>
              </p14:nvContentPartPr>
              <p14:xfrm>
                <a:off x="6711764" y="4343059"/>
                <a:ext cx="326520" cy="177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CAA7C1B-5294-3E83-1572-360E61C6665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00964" y="4332619"/>
                  <a:ext cx="347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DBC9804-FEBA-4756-8457-17E9E7240A06}"/>
                    </a:ext>
                  </a:extLst>
                </p14:cNvPr>
                <p14:cNvContentPartPr/>
                <p14:nvPr/>
              </p14:nvContentPartPr>
              <p14:xfrm>
                <a:off x="7107044" y="4296259"/>
                <a:ext cx="214560" cy="227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DBC9804-FEBA-4756-8457-17E9E7240A0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96244" y="4285819"/>
                  <a:ext cx="235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7E5547D-4168-F346-5D6C-23AB6115C66D}"/>
                    </a:ext>
                  </a:extLst>
                </p14:cNvPr>
                <p14:cNvContentPartPr/>
                <p14:nvPr/>
              </p14:nvContentPartPr>
              <p14:xfrm>
                <a:off x="7353644" y="4354579"/>
                <a:ext cx="231480" cy="160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7E5547D-4168-F346-5D6C-23AB6115C6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42844" y="4344139"/>
                  <a:ext cx="2527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B2529A0-6C72-3114-B574-32D3D530AAB4}"/>
                    </a:ext>
                  </a:extLst>
                </p14:cNvPr>
                <p14:cNvContentPartPr/>
                <p14:nvPr/>
              </p14:nvContentPartPr>
              <p14:xfrm>
                <a:off x="7649564" y="4338019"/>
                <a:ext cx="69120" cy="206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B2529A0-6C72-3114-B574-32D3D530AAB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39124" y="4327219"/>
                  <a:ext cx="903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07C85C9-1401-EED2-0907-DBE529959CD8}"/>
                    </a:ext>
                  </a:extLst>
                </p14:cNvPr>
                <p14:cNvContentPartPr/>
                <p14:nvPr/>
              </p14:nvContentPartPr>
              <p14:xfrm>
                <a:off x="7670444" y="4374739"/>
                <a:ext cx="196200" cy="16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07C85C9-1401-EED2-0907-DBE529959C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59644" y="4363939"/>
                  <a:ext cx="21744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AF36D29-3BD8-B5B7-8F4E-C8A912E6C962}"/>
              </a:ext>
            </a:extLst>
          </p:cNvPr>
          <p:cNvGrpSpPr/>
          <p:nvPr/>
        </p:nvGrpSpPr>
        <p:grpSpPr>
          <a:xfrm>
            <a:off x="2648804" y="1764739"/>
            <a:ext cx="1187280" cy="684720"/>
            <a:chOff x="2648804" y="1764739"/>
            <a:chExt cx="1187280" cy="68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FDD58B-F4BC-8005-EF29-2C284ED38332}"/>
                    </a:ext>
                  </a:extLst>
                </p14:cNvPr>
                <p14:cNvContentPartPr/>
                <p14:nvPr/>
              </p14:nvContentPartPr>
              <p14:xfrm>
                <a:off x="2687684" y="1764739"/>
                <a:ext cx="204840" cy="231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FDD58B-F4BC-8005-EF29-2C284ED383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76884" y="1754299"/>
                  <a:ext cx="226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2261D0-7330-C724-F7E2-0DC01E978B8C}"/>
                    </a:ext>
                  </a:extLst>
                </p14:cNvPr>
                <p14:cNvContentPartPr/>
                <p14:nvPr/>
              </p14:nvContentPartPr>
              <p14:xfrm>
                <a:off x="2648804" y="1846819"/>
                <a:ext cx="349200" cy="131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52261D0-7330-C724-F7E2-0DC01E978B8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38004" y="1836379"/>
                  <a:ext cx="370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589399A-5710-6775-8606-D391E3888DAC}"/>
                    </a:ext>
                  </a:extLst>
                </p14:cNvPr>
                <p14:cNvContentPartPr/>
                <p14:nvPr/>
              </p14:nvContentPartPr>
              <p14:xfrm>
                <a:off x="3154604" y="1900099"/>
                <a:ext cx="151200" cy="219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589399A-5710-6775-8606-D391E3888DA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43804" y="1889659"/>
                  <a:ext cx="172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EA47373-373D-92F1-8AA6-06713A191032}"/>
                    </a:ext>
                  </a:extLst>
                </p14:cNvPr>
                <p14:cNvContentPartPr/>
                <p14:nvPr/>
              </p14:nvContentPartPr>
              <p14:xfrm>
                <a:off x="3103844" y="1941859"/>
                <a:ext cx="344520" cy="141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EA47373-373D-92F1-8AA6-06713A1910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93044" y="1931419"/>
                  <a:ext cx="365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B1F050-2DDA-EEF6-5AD5-FFE6A508940C}"/>
                    </a:ext>
                  </a:extLst>
                </p14:cNvPr>
                <p14:cNvContentPartPr/>
                <p14:nvPr/>
              </p14:nvContentPartPr>
              <p14:xfrm>
                <a:off x="2814404" y="2210419"/>
                <a:ext cx="128160" cy="196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B1F050-2DDA-EEF6-5AD5-FFE6A508940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03964" y="2199979"/>
                  <a:ext cx="1494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C250CA-E04C-E39F-B81B-21C2F9D5DEA9}"/>
                    </a:ext>
                  </a:extLst>
                </p14:cNvPr>
                <p14:cNvContentPartPr/>
                <p14:nvPr/>
              </p14:nvContentPartPr>
              <p14:xfrm>
                <a:off x="2762204" y="2256499"/>
                <a:ext cx="414360" cy="9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C250CA-E04C-E39F-B81B-21C2F9D5DE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51764" y="2246059"/>
                  <a:ext cx="435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9120FBD-2A4E-036E-DCC3-E82ECAF2442F}"/>
                    </a:ext>
                  </a:extLst>
                </p14:cNvPr>
                <p14:cNvContentPartPr/>
                <p14:nvPr/>
              </p14:nvContentPartPr>
              <p14:xfrm>
                <a:off x="3494444" y="2258299"/>
                <a:ext cx="26640" cy="191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9120FBD-2A4E-036E-DCC3-E82ECAF244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83644" y="2247499"/>
                  <a:ext cx="47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7AC89E5-E4B5-DC3D-BD98-50FD6B66C070}"/>
                    </a:ext>
                  </a:extLst>
                </p14:cNvPr>
                <p14:cNvContentPartPr/>
                <p14:nvPr/>
              </p14:nvContentPartPr>
              <p14:xfrm>
                <a:off x="3424604" y="2288899"/>
                <a:ext cx="411480" cy="83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7AC89E5-E4B5-DC3D-BD98-50FD6B66C0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13804" y="2278099"/>
                  <a:ext cx="43272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ADA35A2-7578-801F-71FD-CF0771E7A238}"/>
              </a:ext>
            </a:extLst>
          </p:cNvPr>
          <p:cNvGrpSpPr/>
          <p:nvPr/>
        </p:nvGrpSpPr>
        <p:grpSpPr>
          <a:xfrm>
            <a:off x="4743644" y="2666179"/>
            <a:ext cx="974880" cy="819720"/>
            <a:chOff x="4743644" y="2666179"/>
            <a:chExt cx="974880" cy="81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47B9E20-EE22-92AC-D5D8-275879683F33}"/>
                    </a:ext>
                  </a:extLst>
                </p14:cNvPr>
                <p14:cNvContentPartPr/>
                <p14:nvPr/>
              </p14:nvContentPartPr>
              <p14:xfrm>
                <a:off x="5155124" y="2666179"/>
                <a:ext cx="563400" cy="268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47B9E20-EE22-92AC-D5D8-275879683F3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44684" y="2655739"/>
                  <a:ext cx="5846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31B456-FE1F-E38C-B8BF-A928B3BED8FF}"/>
                    </a:ext>
                  </a:extLst>
                </p14:cNvPr>
                <p14:cNvContentPartPr/>
                <p14:nvPr/>
              </p14:nvContentPartPr>
              <p14:xfrm>
                <a:off x="5183564" y="2994499"/>
                <a:ext cx="456120" cy="210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31B456-FE1F-E38C-B8BF-A928B3BED8F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73124" y="2984059"/>
                  <a:ext cx="477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F82C9BE-7A55-DC73-32FA-1F37A9DA52F3}"/>
                    </a:ext>
                  </a:extLst>
                </p14:cNvPr>
                <p14:cNvContentPartPr/>
                <p14:nvPr/>
              </p14:nvContentPartPr>
              <p14:xfrm>
                <a:off x="4743644" y="3017539"/>
                <a:ext cx="539640" cy="217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F82C9BE-7A55-DC73-32FA-1F37A9DA52F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33204" y="3006739"/>
                  <a:ext cx="560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A81D61-B38D-9347-9DBE-B5F8F922F47E}"/>
                    </a:ext>
                  </a:extLst>
                </p14:cNvPr>
                <p14:cNvContentPartPr/>
                <p14:nvPr/>
              </p14:nvContentPartPr>
              <p14:xfrm>
                <a:off x="4810604" y="3343339"/>
                <a:ext cx="528120" cy="142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A81D61-B38D-9347-9DBE-B5F8F922F4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00164" y="3332539"/>
                  <a:ext cx="54936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8C308CD-48A9-AECB-F37B-643E000F66D3}"/>
              </a:ext>
            </a:extLst>
          </p:cNvPr>
          <p:cNvGrpSpPr/>
          <p:nvPr/>
        </p:nvGrpSpPr>
        <p:grpSpPr>
          <a:xfrm>
            <a:off x="1017284" y="1561699"/>
            <a:ext cx="1198440" cy="652680"/>
            <a:chOff x="1017284" y="1561699"/>
            <a:chExt cx="1198440" cy="6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FDBA591-D152-9664-CDDB-1505C466E54A}"/>
                    </a:ext>
                  </a:extLst>
                </p14:cNvPr>
                <p14:cNvContentPartPr/>
                <p14:nvPr/>
              </p14:nvContentPartPr>
              <p14:xfrm>
                <a:off x="1178924" y="1609219"/>
                <a:ext cx="299880" cy="326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FDBA591-D152-9664-CDDB-1505C466E54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8484" y="1598419"/>
                  <a:ext cx="3211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1C70D3-341C-93B2-5A0E-7B3B1438719F}"/>
                    </a:ext>
                  </a:extLst>
                </p14:cNvPr>
                <p14:cNvContentPartPr/>
                <p14:nvPr/>
              </p14:nvContentPartPr>
              <p14:xfrm>
                <a:off x="1207004" y="1621819"/>
                <a:ext cx="592560" cy="328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1C70D3-341C-93B2-5A0E-7B3B143871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96564" y="1611019"/>
                  <a:ext cx="6138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C637D2-1EE5-9134-7F25-7DCA016485B0}"/>
                    </a:ext>
                  </a:extLst>
                </p14:cNvPr>
                <p14:cNvContentPartPr/>
                <p14:nvPr/>
              </p14:nvContentPartPr>
              <p14:xfrm>
                <a:off x="1833764" y="1561699"/>
                <a:ext cx="381960" cy="136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C637D2-1EE5-9134-7F25-7DCA016485B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22964" y="1550899"/>
                  <a:ext cx="4032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A5D2FA-D93F-EE62-3EFF-6D6E35278E6B}"/>
                    </a:ext>
                  </a:extLst>
                </p14:cNvPr>
                <p14:cNvContentPartPr/>
                <p14:nvPr/>
              </p14:nvContentPartPr>
              <p14:xfrm>
                <a:off x="1017284" y="2026819"/>
                <a:ext cx="1057680" cy="124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A5D2FA-D93F-EE62-3EFF-6D6E35278E6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6484" y="2016379"/>
                  <a:ext cx="1078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DB21C0-A84C-2014-561A-A01FBA60D364}"/>
                    </a:ext>
                  </a:extLst>
                </p14:cNvPr>
                <p14:cNvContentPartPr/>
                <p14:nvPr/>
              </p14:nvContentPartPr>
              <p14:xfrm>
                <a:off x="1294844" y="2196739"/>
                <a:ext cx="465840" cy="17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DB21C0-A84C-2014-561A-A01FBA60D3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84044" y="2186299"/>
                  <a:ext cx="4870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D11EFAE-3D67-2785-EC69-BAB1E0E49EB9}"/>
              </a:ext>
            </a:extLst>
          </p:cNvPr>
          <p:cNvGrpSpPr/>
          <p:nvPr/>
        </p:nvGrpSpPr>
        <p:grpSpPr>
          <a:xfrm>
            <a:off x="6492884" y="4736179"/>
            <a:ext cx="1265400" cy="255600"/>
            <a:chOff x="6492884" y="4736179"/>
            <a:chExt cx="126540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5220EBA-B168-F2D7-E336-97A49E621B28}"/>
                    </a:ext>
                  </a:extLst>
                </p14:cNvPr>
                <p14:cNvContentPartPr/>
                <p14:nvPr/>
              </p14:nvContentPartPr>
              <p14:xfrm>
                <a:off x="6492884" y="4736179"/>
                <a:ext cx="1235160" cy="77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5220EBA-B168-F2D7-E336-97A49E621B2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82444" y="4725379"/>
                  <a:ext cx="1256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A334BC1-9C89-D8DB-0362-71B41F4C7325}"/>
                    </a:ext>
                  </a:extLst>
                </p14:cNvPr>
                <p14:cNvContentPartPr/>
                <p14:nvPr/>
              </p14:nvContentPartPr>
              <p14:xfrm>
                <a:off x="7002284" y="4914739"/>
                <a:ext cx="756000" cy="77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A334BC1-9C89-D8DB-0362-71B41F4C732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91484" y="4903939"/>
                  <a:ext cx="77724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48F102B-1FB9-4108-5AFC-FC0DBF4F0B3A}"/>
                  </a:ext>
                </a:extLst>
              </p14:cNvPr>
              <p14:cNvContentPartPr/>
              <p14:nvPr/>
            </p14:nvContentPartPr>
            <p14:xfrm>
              <a:off x="1864364" y="3393379"/>
              <a:ext cx="191880" cy="118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48F102B-1FB9-4108-5AFC-FC0DBF4F0B3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853564" y="3382939"/>
                <a:ext cx="213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3C98606-70E4-E9FE-350A-778F52A452D9}"/>
                  </a:ext>
                </a:extLst>
              </p14:cNvPr>
              <p14:cNvContentPartPr/>
              <p14:nvPr/>
            </p14:nvContentPartPr>
            <p14:xfrm>
              <a:off x="4031924" y="4137499"/>
              <a:ext cx="118080" cy="1220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3C98606-70E4-E9FE-350A-778F52A452D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21124" y="4127059"/>
                <a:ext cx="1393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4856952-1D8B-EE26-B52E-9A4B6CF004C5}"/>
                  </a:ext>
                </a:extLst>
              </p14:cNvPr>
              <p14:cNvContentPartPr/>
              <p14:nvPr/>
            </p14:nvContentPartPr>
            <p14:xfrm>
              <a:off x="3671564" y="3247939"/>
              <a:ext cx="460800" cy="2296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4856952-1D8B-EE26-B52E-9A4B6CF004C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661124" y="3237139"/>
                <a:ext cx="48204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40915A87-89BB-4423-C202-19BAF925B2D1}"/>
              </a:ext>
            </a:extLst>
          </p:cNvPr>
          <p:cNvGrpSpPr/>
          <p:nvPr/>
        </p:nvGrpSpPr>
        <p:grpSpPr>
          <a:xfrm>
            <a:off x="4245764" y="359659"/>
            <a:ext cx="1611000" cy="601200"/>
            <a:chOff x="4245764" y="359659"/>
            <a:chExt cx="1611000" cy="60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AE27BF2-BFE1-E460-149A-08033B6B3EDD}"/>
                    </a:ext>
                  </a:extLst>
                </p14:cNvPr>
                <p14:cNvContentPartPr/>
                <p14:nvPr/>
              </p14:nvContentPartPr>
              <p14:xfrm>
                <a:off x="4245764" y="578539"/>
                <a:ext cx="191160" cy="382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AE27BF2-BFE1-E460-149A-08033B6B3E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35324" y="567739"/>
                  <a:ext cx="2124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72EF4E4-755E-5597-216C-97AC1582A3D9}"/>
                    </a:ext>
                  </a:extLst>
                </p14:cNvPr>
                <p14:cNvContentPartPr/>
                <p14:nvPr/>
              </p14:nvContentPartPr>
              <p14:xfrm>
                <a:off x="4294364" y="607339"/>
                <a:ext cx="461160" cy="230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72EF4E4-755E-5597-216C-97AC1582A3D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83924" y="596899"/>
                  <a:ext cx="482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C3164B-DAC1-1AD0-A8EC-6036A9A845C5}"/>
                    </a:ext>
                  </a:extLst>
                </p14:cNvPr>
                <p14:cNvContentPartPr/>
                <p14:nvPr/>
              </p14:nvContentPartPr>
              <p14:xfrm>
                <a:off x="4974764" y="659539"/>
                <a:ext cx="235440" cy="57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C3164B-DAC1-1AD0-A8EC-6036A9A845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64324" y="649099"/>
                  <a:ext cx="256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C016C91-1D13-ACD7-974A-F3D96B3AB904}"/>
                    </a:ext>
                  </a:extLst>
                </p14:cNvPr>
                <p14:cNvContentPartPr/>
                <p14:nvPr/>
              </p14:nvContentPartPr>
              <p14:xfrm>
                <a:off x="4916804" y="537139"/>
                <a:ext cx="288720" cy="7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C016C91-1D13-ACD7-974A-F3D96B3AB9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06004" y="526699"/>
                  <a:ext cx="309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3A1AE85-AAA1-5874-E479-80854DFE8FCC}"/>
                    </a:ext>
                  </a:extLst>
                </p14:cNvPr>
                <p14:cNvContentPartPr/>
                <p14:nvPr/>
              </p14:nvContentPartPr>
              <p14:xfrm>
                <a:off x="5326844" y="359659"/>
                <a:ext cx="529920" cy="322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3A1AE85-AAA1-5874-E479-80854DFE8FC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16404" y="349219"/>
                  <a:ext cx="55116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66F381C-5E35-9356-4D1C-57D82716144C}"/>
              </a:ext>
            </a:extLst>
          </p:cNvPr>
          <p:cNvGrpSpPr/>
          <p:nvPr/>
        </p:nvGrpSpPr>
        <p:grpSpPr>
          <a:xfrm>
            <a:off x="2557004" y="1910539"/>
            <a:ext cx="2975040" cy="1760760"/>
            <a:chOff x="2557004" y="1910539"/>
            <a:chExt cx="2975040" cy="176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6A1029A-A6DD-EFD2-4545-629E310C0036}"/>
                    </a:ext>
                  </a:extLst>
                </p14:cNvPr>
                <p14:cNvContentPartPr/>
                <p14:nvPr/>
              </p14:nvContentPartPr>
              <p14:xfrm>
                <a:off x="4106084" y="3313459"/>
                <a:ext cx="983160" cy="21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6A1029A-A6DD-EFD2-4545-629E310C003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95644" y="3302659"/>
                  <a:ext cx="1004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503BFEA-ABF3-D0C1-F39E-C87EBDE282D0}"/>
                    </a:ext>
                  </a:extLst>
                </p14:cNvPr>
                <p14:cNvContentPartPr/>
                <p14:nvPr/>
              </p14:nvContentPartPr>
              <p14:xfrm>
                <a:off x="3928244" y="3139579"/>
                <a:ext cx="942840" cy="168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503BFEA-ABF3-D0C1-F39E-C87EBDE282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17444" y="3128779"/>
                  <a:ext cx="9640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F807B7-C51C-6F8A-A50E-FB69D5B7CE48}"/>
                    </a:ext>
                  </a:extLst>
                </p14:cNvPr>
                <p14:cNvContentPartPr/>
                <p14:nvPr/>
              </p14:nvContentPartPr>
              <p14:xfrm>
                <a:off x="4008884" y="3096739"/>
                <a:ext cx="1523160" cy="230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F807B7-C51C-6F8A-A50E-FB69D5B7CE4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98084" y="3085939"/>
                  <a:ext cx="15444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0C2FE25-090B-CB71-D4C2-1BA75E5B3280}"/>
                    </a:ext>
                  </a:extLst>
                </p14:cNvPr>
                <p14:cNvContentPartPr/>
                <p14:nvPr/>
              </p14:nvContentPartPr>
              <p14:xfrm>
                <a:off x="3852284" y="2847979"/>
                <a:ext cx="1658160" cy="433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0C2FE25-090B-CB71-D4C2-1BA75E5B328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41844" y="2837539"/>
                  <a:ext cx="167940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1C0B69D-FC51-7033-E5A9-8BF6614F34D5}"/>
                    </a:ext>
                  </a:extLst>
                </p14:cNvPr>
                <p14:cNvContentPartPr/>
                <p14:nvPr/>
              </p14:nvContentPartPr>
              <p14:xfrm>
                <a:off x="2983604" y="2324539"/>
                <a:ext cx="865440" cy="977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1C0B69D-FC51-7033-E5A9-8BF6614F34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973164" y="2314099"/>
                  <a:ext cx="886680" cy="9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E4FDB39-C233-5C95-C401-46F3004F9282}"/>
                    </a:ext>
                  </a:extLst>
                </p14:cNvPr>
                <p14:cNvContentPartPr/>
                <p14:nvPr/>
              </p14:nvContentPartPr>
              <p14:xfrm>
                <a:off x="3443324" y="2390059"/>
                <a:ext cx="469800" cy="871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E4FDB39-C233-5C95-C401-46F3004F92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32524" y="2379619"/>
                  <a:ext cx="49104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06F8B3D-585C-30BB-BC43-480300033CB1}"/>
                    </a:ext>
                  </a:extLst>
                </p14:cNvPr>
                <p14:cNvContentPartPr/>
                <p14:nvPr/>
              </p14:nvContentPartPr>
              <p14:xfrm>
                <a:off x="3327764" y="1992619"/>
                <a:ext cx="452160" cy="1197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06F8B3D-585C-30BB-BC43-480300033C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16964" y="1981819"/>
                  <a:ext cx="473400" cy="12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4C54D5B-2748-5C62-DED6-ECBDFFEAB9F1}"/>
                    </a:ext>
                  </a:extLst>
                </p14:cNvPr>
                <p14:cNvContentPartPr/>
                <p14:nvPr/>
              </p14:nvContentPartPr>
              <p14:xfrm>
                <a:off x="2557004" y="1910539"/>
                <a:ext cx="1220400" cy="1271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4C54D5B-2748-5C62-DED6-ECBDFFEAB9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546564" y="1899739"/>
                  <a:ext cx="1241640" cy="12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7852FE9-1719-766A-5A03-AE041A4A7690}"/>
                    </a:ext>
                  </a:extLst>
                </p14:cNvPr>
                <p14:cNvContentPartPr/>
                <p14:nvPr/>
              </p14:nvContentPartPr>
              <p14:xfrm>
                <a:off x="4557524" y="3254419"/>
                <a:ext cx="934560" cy="416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7852FE9-1719-766A-5A03-AE041A4A769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47084" y="3243979"/>
                  <a:ext cx="9558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37F3CC2-6F5C-9A71-D7C2-4F2EBEC7D6DA}"/>
                    </a:ext>
                  </a:extLst>
                </p14:cNvPr>
                <p14:cNvContentPartPr/>
                <p14:nvPr/>
              </p14:nvContentPartPr>
              <p14:xfrm>
                <a:off x="4654004" y="2928979"/>
                <a:ext cx="677880" cy="352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37F3CC2-6F5C-9A71-D7C2-4F2EBEC7D6D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43564" y="2918179"/>
                  <a:ext cx="6991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F548DF5-6D51-0534-916C-D65CC49971EA}"/>
                    </a:ext>
                  </a:extLst>
                </p14:cNvPr>
                <p14:cNvContentPartPr/>
                <p14:nvPr/>
              </p14:nvContentPartPr>
              <p14:xfrm>
                <a:off x="3387164" y="2186299"/>
                <a:ext cx="578880" cy="334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F548DF5-6D51-0534-916C-D65CC49971E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76364" y="2175859"/>
                  <a:ext cx="60012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CB87D71-0894-2556-5972-F17F9657F298}"/>
                  </a:ext>
                </a:extLst>
              </p14:cNvPr>
              <p14:cNvContentPartPr/>
              <p14:nvPr/>
            </p14:nvContentPartPr>
            <p14:xfrm>
              <a:off x="10207004" y="5871619"/>
              <a:ext cx="360" cy="3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CB87D71-0894-2556-5972-F17F9657F2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00884" y="586549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5A7C7E9-147F-C5E3-AE84-52B77801DFCE}"/>
              </a:ext>
            </a:extLst>
          </p:cNvPr>
          <p:cNvGrpSpPr/>
          <p:nvPr/>
        </p:nvGrpSpPr>
        <p:grpSpPr>
          <a:xfrm>
            <a:off x="4539164" y="1064539"/>
            <a:ext cx="7473960" cy="1578240"/>
            <a:chOff x="4539164" y="1064539"/>
            <a:chExt cx="7473960" cy="157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6485636-FAA7-6412-6CC7-3DD751CDF8F5}"/>
                    </a:ext>
                  </a:extLst>
                </p14:cNvPr>
                <p14:cNvContentPartPr/>
                <p14:nvPr/>
              </p14:nvContentPartPr>
              <p14:xfrm>
                <a:off x="6131444" y="2264419"/>
                <a:ext cx="66240" cy="15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6485636-FAA7-6412-6CC7-3DD751CDF8F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120644" y="2253619"/>
                  <a:ext cx="87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78EAF8-F795-58C4-5C24-126BE990F0DA}"/>
                    </a:ext>
                  </a:extLst>
                </p14:cNvPr>
                <p14:cNvContentPartPr/>
                <p14:nvPr/>
              </p14:nvContentPartPr>
              <p14:xfrm>
                <a:off x="5713484" y="1411219"/>
                <a:ext cx="2608920" cy="973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78EAF8-F795-58C4-5C24-126BE990F0D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703044" y="1400419"/>
                  <a:ext cx="2630160" cy="9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5264301-25C3-4F65-4A44-EC502C7DEE12}"/>
                    </a:ext>
                  </a:extLst>
                </p14:cNvPr>
                <p14:cNvContentPartPr/>
                <p14:nvPr/>
              </p14:nvContentPartPr>
              <p14:xfrm>
                <a:off x="6273644" y="1887139"/>
                <a:ext cx="239760" cy="336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5264301-25C3-4F65-4A44-EC502C7DEE1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262844" y="1876699"/>
                  <a:ext cx="2610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4850A3-A5F3-B5D4-C95B-6CE5DE1F273D}"/>
                    </a:ext>
                  </a:extLst>
                </p14:cNvPr>
                <p14:cNvContentPartPr/>
                <p14:nvPr/>
              </p14:nvContentPartPr>
              <p14:xfrm>
                <a:off x="6523124" y="1938619"/>
                <a:ext cx="170640" cy="178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4850A3-A5F3-B5D4-C95B-6CE5DE1F273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12684" y="1927819"/>
                  <a:ext cx="191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D6EE2D5-36B5-D8BF-661C-9D830F9F08BC}"/>
                    </a:ext>
                  </a:extLst>
                </p14:cNvPr>
                <p14:cNvContentPartPr/>
                <p14:nvPr/>
              </p14:nvContentPartPr>
              <p14:xfrm>
                <a:off x="6757844" y="1999819"/>
                <a:ext cx="222480" cy="81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D6EE2D5-36B5-D8BF-661C-9D830F9F08B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747404" y="1989379"/>
                  <a:ext cx="243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3A8FECB-02A0-D273-7257-DABC0AF25829}"/>
                    </a:ext>
                  </a:extLst>
                </p14:cNvPr>
                <p14:cNvContentPartPr/>
                <p14:nvPr/>
              </p14:nvContentPartPr>
              <p14:xfrm>
                <a:off x="6921284" y="1871659"/>
                <a:ext cx="168480" cy="177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3A8FECB-02A0-D273-7257-DABC0AF2582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910844" y="1861219"/>
                  <a:ext cx="1897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B3C731E-DA0E-92CE-EDF9-FA0C91BF3697}"/>
                    </a:ext>
                  </a:extLst>
                </p14:cNvPr>
                <p14:cNvContentPartPr/>
                <p14:nvPr/>
              </p14:nvContentPartPr>
              <p14:xfrm>
                <a:off x="7078244" y="1971379"/>
                <a:ext cx="194760" cy="82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B3C731E-DA0E-92CE-EDF9-FA0C91BF369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67444" y="1960579"/>
                  <a:ext cx="216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447D107-9715-90E0-FB33-6C087590FC38}"/>
                    </a:ext>
                  </a:extLst>
                </p14:cNvPr>
                <p14:cNvContentPartPr/>
                <p14:nvPr/>
              </p14:nvContentPartPr>
              <p14:xfrm>
                <a:off x="7165004" y="1858339"/>
                <a:ext cx="202320" cy="195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447D107-9715-90E0-FB33-6C087590FC3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154564" y="1847899"/>
                  <a:ext cx="223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E1836DA-098F-2498-CED5-7069C064DB75}"/>
                    </a:ext>
                  </a:extLst>
                </p14:cNvPr>
                <p14:cNvContentPartPr/>
                <p14:nvPr/>
              </p14:nvContentPartPr>
              <p14:xfrm>
                <a:off x="7320884" y="1911979"/>
                <a:ext cx="150120" cy="114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E1836DA-098F-2498-CED5-7069C064DB7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10444" y="1901179"/>
                  <a:ext cx="171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351511E-C8D6-EC2F-754B-86E6650C5750}"/>
                    </a:ext>
                  </a:extLst>
                </p14:cNvPr>
                <p14:cNvContentPartPr/>
                <p14:nvPr/>
              </p14:nvContentPartPr>
              <p14:xfrm>
                <a:off x="7411244" y="1934299"/>
                <a:ext cx="339120" cy="223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351511E-C8D6-EC2F-754B-86E6650C575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400444" y="1923859"/>
                  <a:ext cx="360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1AF7D11-0260-9C69-2DAB-4B660410CE25}"/>
                    </a:ext>
                  </a:extLst>
                </p14:cNvPr>
                <p14:cNvContentPartPr/>
                <p14:nvPr/>
              </p14:nvContentPartPr>
              <p14:xfrm>
                <a:off x="7763324" y="1894339"/>
                <a:ext cx="284400" cy="16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1AF7D11-0260-9C69-2DAB-4B660410CE2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752884" y="1883899"/>
                  <a:ext cx="305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B1D401-F4E6-7E51-4FCD-85BDB0401C1E}"/>
                    </a:ext>
                  </a:extLst>
                </p14:cNvPr>
                <p14:cNvContentPartPr/>
                <p14:nvPr/>
              </p14:nvContentPartPr>
              <p14:xfrm>
                <a:off x="8103164" y="1744579"/>
                <a:ext cx="208800" cy="226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B1D401-F4E6-7E51-4FCD-85BDB0401C1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092364" y="1734139"/>
                  <a:ext cx="230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A32913B-79E5-B8F4-E9F4-DF7F411605A1}"/>
                    </a:ext>
                  </a:extLst>
                </p14:cNvPr>
                <p14:cNvContentPartPr/>
                <p14:nvPr/>
              </p14:nvContentPartPr>
              <p14:xfrm>
                <a:off x="8349404" y="1823779"/>
                <a:ext cx="256680" cy="91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A32913B-79E5-B8F4-E9F4-DF7F411605A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338604" y="1813339"/>
                  <a:ext cx="2779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E810848-251C-1DF5-1448-EF8CB2EF4422}"/>
                    </a:ext>
                  </a:extLst>
                </p14:cNvPr>
                <p14:cNvContentPartPr/>
                <p14:nvPr/>
              </p14:nvContentPartPr>
              <p14:xfrm>
                <a:off x="8442284" y="1715419"/>
                <a:ext cx="224640" cy="164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E810848-251C-1DF5-1448-EF8CB2EF442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431484" y="1704979"/>
                  <a:ext cx="245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0EBAC3B-440D-1041-F705-1856C5E1BAF6}"/>
                    </a:ext>
                  </a:extLst>
                </p14:cNvPr>
                <p14:cNvContentPartPr/>
                <p14:nvPr/>
              </p14:nvContentPartPr>
              <p14:xfrm>
                <a:off x="8648564" y="1785259"/>
                <a:ext cx="569880" cy="190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0EBAC3B-440D-1041-F705-1856C5E1BAF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637764" y="1774459"/>
                  <a:ext cx="591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05F80FE-5EDD-C6DC-6538-75BBC0B7E285}"/>
                    </a:ext>
                  </a:extLst>
                </p14:cNvPr>
                <p14:cNvContentPartPr/>
                <p14:nvPr/>
              </p14:nvContentPartPr>
              <p14:xfrm>
                <a:off x="9152564" y="1670419"/>
                <a:ext cx="261720" cy="241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05F80FE-5EDD-C6DC-6538-75BBC0B7E28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141764" y="1659979"/>
                  <a:ext cx="282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87050C3-FD80-3D5B-F8EB-46C0FBA889EA}"/>
                    </a:ext>
                  </a:extLst>
                </p14:cNvPr>
                <p14:cNvContentPartPr/>
                <p14:nvPr/>
              </p14:nvContentPartPr>
              <p14:xfrm>
                <a:off x="9239684" y="1477099"/>
                <a:ext cx="262800" cy="120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87050C3-FD80-3D5B-F8EB-46C0FBA889E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228884" y="1466299"/>
                  <a:ext cx="284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170790B-C6E0-FA2B-8B42-491201A5A75B}"/>
                    </a:ext>
                  </a:extLst>
                </p14:cNvPr>
                <p14:cNvContentPartPr/>
                <p14:nvPr/>
              </p14:nvContentPartPr>
              <p14:xfrm>
                <a:off x="9737924" y="1740619"/>
                <a:ext cx="133920" cy="125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170790B-C6E0-FA2B-8B42-491201A5A75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727124" y="1730179"/>
                  <a:ext cx="155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0D4C68F-214B-F002-DFE9-CDC1E81B2970}"/>
                    </a:ext>
                  </a:extLst>
                </p14:cNvPr>
                <p14:cNvContentPartPr/>
                <p14:nvPr/>
              </p14:nvContentPartPr>
              <p14:xfrm>
                <a:off x="9582404" y="1791379"/>
                <a:ext cx="314280" cy="28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0D4C68F-214B-F002-DFE9-CDC1E81B297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571964" y="1780579"/>
                  <a:ext cx="3355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FEC4B9A-4330-8734-151B-3D99DA3FEC42}"/>
                    </a:ext>
                  </a:extLst>
                </p14:cNvPr>
                <p14:cNvContentPartPr/>
                <p14:nvPr/>
              </p14:nvContentPartPr>
              <p14:xfrm>
                <a:off x="10117004" y="1596259"/>
                <a:ext cx="300240" cy="205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FEC4B9A-4330-8734-151B-3D99DA3FEC4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106204" y="1585459"/>
                  <a:ext cx="321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937CEC1-EADC-549E-12ED-F128769EF329}"/>
                    </a:ext>
                  </a:extLst>
                </p14:cNvPr>
                <p14:cNvContentPartPr/>
                <p14:nvPr/>
              </p14:nvContentPartPr>
              <p14:xfrm>
                <a:off x="10381604" y="1549459"/>
                <a:ext cx="245880" cy="155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937CEC1-EADC-549E-12ED-F128769EF32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370804" y="1539019"/>
                  <a:ext cx="267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AE66D85-4073-0B58-1AD9-C7B01C6EB03A}"/>
                    </a:ext>
                  </a:extLst>
                </p14:cNvPr>
                <p14:cNvContentPartPr/>
                <p14:nvPr/>
              </p14:nvContentPartPr>
              <p14:xfrm>
                <a:off x="10409684" y="1609219"/>
                <a:ext cx="226800" cy="50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AE66D85-4073-0B58-1AD9-C7B01C6EB03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399244" y="1598419"/>
                  <a:ext cx="248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39B7F9B-62A1-89BE-8B16-DDB86B0668B5}"/>
                    </a:ext>
                  </a:extLst>
                </p14:cNvPr>
                <p14:cNvContentPartPr/>
                <p14:nvPr/>
              </p14:nvContentPartPr>
              <p14:xfrm>
                <a:off x="10592564" y="1567819"/>
                <a:ext cx="202320" cy="186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39B7F9B-62A1-89BE-8B16-DDB86B0668B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581764" y="1557379"/>
                  <a:ext cx="223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2FEB6FA-732E-4091-BD77-B02F317F09AD}"/>
                    </a:ext>
                  </a:extLst>
                </p14:cNvPr>
                <p14:cNvContentPartPr/>
                <p14:nvPr/>
              </p14:nvContentPartPr>
              <p14:xfrm>
                <a:off x="10826924" y="1514179"/>
                <a:ext cx="200880" cy="140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2FEB6FA-732E-4091-BD77-B02F317F09A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816124" y="1503379"/>
                  <a:ext cx="222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A6C9870-58B4-05EC-7E56-FF351DE730C7}"/>
                    </a:ext>
                  </a:extLst>
                </p14:cNvPr>
                <p14:cNvContentPartPr/>
                <p14:nvPr/>
              </p14:nvContentPartPr>
              <p14:xfrm>
                <a:off x="11130764" y="1553059"/>
                <a:ext cx="161640" cy="33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A6C9870-58B4-05EC-7E56-FF351DE730C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120324" y="1542619"/>
                  <a:ext cx="182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D94E3EE-C3B5-5F85-CBA9-F6A4CB4B69B5}"/>
                    </a:ext>
                  </a:extLst>
                </p14:cNvPr>
                <p14:cNvContentPartPr/>
                <p14:nvPr/>
              </p14:nvContentPartPr>
              <p14:xfrm>
                <a:off x="11258204" y="1444339"/>
                <a:ext cx="257400" cy="150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D94E3EE-C3B5-5F85-CBA9-F6A4CB4B69B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247764" y="1433539"/>
                  <a:ext cx="278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BFED782-29EB-6275-5480-E6DE97A40884}"/>
                    </a:ext>
                  </a:extLst>
                </p14:cNvPr>
                <p14:cNvContentPartPr/>
                <p14:nvPr/>
              </p14:nvContentPartPr>
              <p14:xfrm>
                <a:off x="11242004" y="1470619"/>
                <a:ext cx="208080" cy="30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BFED782-29EB-6275-5480-E6DE97A4088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231204" y="1460179"/>
                  <a:ext cx="229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FD22CCF-79FD-EE73-D82D-0CD2BCC62883}"/>
                    </a:ext>
                  </a:extLst>
                </p14:cNvPr>
                <p14:cNvContentPartPr/>
                <p14:nvPr/>
              </p14:nvContentPartPr>
              <p14:xfrm>
                <a:off x="11428844" y="1422019"/>
                <a:ext cx="195480" cy="204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FD22CCF-79FD-EE73-D82D-0CD2BCC6288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418044" y="1411579"/>
                  <a:ext cx="216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2FB2DA4-089E-002C-ED42-DF7BACBC9BDE}"/>
                    </a:ext>
                  </a:extLst>
                </p14:cNvPr>
                <p14:cNvContentPartPr/>
                <p14:nvPr/>
              </p14:nvContentPartPr>
              <p14:xfrm>
                <a:off x="11644844" y="1387819"/>
                <a:ext cx="152280" cy="144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2FB2DA4-089E-002C-ED42-DF7BACBC9BD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634044" y="1377019"/>
                  <a:ext cx="173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62AD2A3-9341-DBFA-65CC-8849C56A8F2E}"/>
                    </a:ext>
                  </a:extLst>
                </p14:cNvPr>
                <p14:cNvContentPartPr/>
                <p14:nvPr/>
              </p14:nvContentPartPr>
              <p14:xfrm>
                <a:off x="11770124" y="1281979"/>
                <a:ext cx="207720" cy="222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62AD2A3-9341-DBFA-65CC-8849C56A8F2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759684" y="1271539"/>
                  <a:ext cx="2289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AB251D3-A1C7-2C01-8E1D-2143B41B3D5A}"/>
                    </a:ext>
                  </a:extLst>
                </p14:cNvPr>
                <p14:cNvContentPartPr/>
                <p14:nvPr/>
              </p14:nvContentPartPr>
              <p14:xfrm>
                <a:off x="11747804" y="1101259"/>
                <a:ext cx="265320" cy="127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AB251D3-A1C7-2C01-8E1D-2143B41B3D5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737004" y="1090459"/>
                  <a:ext cx="2865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7931562-37F9-2174-3DD6-631385A9AC3D}"/>
                    </a:ext>
                  </a:extLst>
                </p14:cNvPr>
                <p14:cNvContentPartPr/>
                <p14:nvPr/>
              </p14:nvContentPartPr>
              <p14:xfrm>
                <a:off x="8201084" y="1064539"/>
                <a:ext cx="2703600" cy="315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7931562-37F9-2174-3DD6-631385A9AC3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90644" y="1053739"/>
                  <a:ext cx="27248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62CFCC-8885-F14D-BBAC-9617B8D4AB43}"/>
                    </a:ext>
                  </a:extLst>
                </p14:cNvPr>
                <p14:cNvContentPartPr/>
                <p14:nvPr/>
              </p14:nvContentPartPr>
              <p14:xfrm>
                <a:off x="4539164" y="1917739"/>
                <a:ext cx="704520" cy="281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62CFCC-8885-F14D-BBAC-9617B8D4AB4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528724" y="1907299"/>
                  <a:ext cx="7257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1E6609E-3301-B42C-560A-DE890D87897B}"/>
                    </a:ext>
                  </a:extLst>
                </p14:cNvPr>
                <p14:cNvContentPartPr/>
                <p14:nvPr/>
              </p14:nvContentPartPr>
              <p14:xfrm>
                <a:off x="4752284" y="2069299"/>
                <a:ext cx="984960" cy="573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1E6609E-3301-B42C-560A-DE890D87897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741484" y="2058499"/>
                  <a:ext cx="1006200" cy="59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36E8551-716E-C96D-94AE-FAAFF164C6D1}"/>
              </a:ext>
            </a:extLst>
          </p:cNvPr>
          <p:cNvGrpSpPr/>
          <p:nvPr/>
        </p:nvGrpSpPr>
        <p:grpSpPr>
          <a:xfrm>
            <a:off x="6930284" y="2735299"/>
            <a:ext cx="2479680" cy="745920"/>
            <a:chOff x="6930284" y="2735299"/>
            <a:chExt cx="2479680" cy="74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A69DE10-ED52-0137-B2EF-23491AD4CCCA}"/>
                    </a:ext>
                  </a:extLst>
                </p14:cNvPr>
                <p14:cNvContentPartPr/>
                <p14:nvPr/>
              </p14:nvContentPartPr>
              <p14:xfrm>
                <a:off x="6930284" y="3023299"/>
                <a:ext cx="310680" cy="457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A69DE10-ED52-0137-B2EF-23491AD4CCC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919844" y="3012859"/>
                  <a:ext cx="3319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52EBC40-FBC2-9DE1-DDC9-F242DEB9F44D}"/>
                    </a:ext>
                  </a:extLst>
                </p14:cNvPr>
                <p14:cNvContentPartPr/>
                <p14:nvPr/>
              </p14:nvContentPartPr>
              <p14:xfrm>
                <a:off x="6958364" y="3047779"/>
                <a:ext cx="608760" cy="3384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52EBC40-FBC2-9DE1-DDC9-F242DEB9F44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947564" y="3037339"/>
                  <a:ext cx="6300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34346D2-A2EC-B016-0507-81954C25CBB0}"/>
                    </a:ext>
                  </a:extLst>
                </p14:cNvPr>
                <p14:cNvContentPartPr/>
                <p14:nvPr/>
              </p14:nvContentPartPr>
              <p14:xfrm>
                <a:off x="7693484" y="3159019"/>
                <a:ext cx="292680" cy="237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34346D2-A2EC-B016-0507-81954C25CBB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683044" y="3148219"/>
                  <a:ext cx="313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8307884-8C55-052D-962A-B6023F1FECD9}"/>
                    </a:ext>
                  </a:extLst>
                </p14:cNvPr>
                <p14:cNvContentPartPr/>
                <p14:nvPr/>
              </p14:nvContentPartPr>
              <p14:xfrm>
                <a:off x="7626524" y="3049579"/>
                <a:ext cx="313200" cy="110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8307884-8C55-052D-962A-B6023F1FECD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616084" y="3039139"/>
                  <a:ext cx="3344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6A61109-2DCC-8045-B676-9361318EBB6B}"/>
                    </a:ext>
                  </a:extLst>
                </p14:cNvPr>
                <p14:cNvContentPartPr/>
                <p14:nvPr/>
              </p14:nvContentPartPr>
              <p14:xfrm>
                <a:off x="8009564" y="2900179"/>
                <a:ext cx="487800" cy="2779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6A61109-2DCC-8045-B676-9361318EBB6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998764" y="2889739"/>
                  <a:ext cx="5090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237C06B-0B52-526E-39A1-334AB9F9D8C6}"/>
                    </a:ext>
                  </a:extLst>
                </p14:cNvPr>
                <p14:cNvContentPartPr/>
                <p14:nvPr/>
              </p14:nvContentPartPr>
              <p14:xfrm>
                <a:off x="8660444" y="2832859"/>
                <a:ext cx="324360" cy="153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237C06B-0B52-526E-39A1-334AB9F9D8C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650004" y="2822059"/>
                  <a:ext cx="345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99EAD7A-9F71-07E5-6EF7-E18BD319EA72}"/>
                    </a:ext>
                  </a:extLst>
                </p14:cNvPr>
                <p14:cNvContentPartPr/>
                <p14:nvPr/>
              </p14:nvContentPartPr>
              <p14:xfrm>
                <a:off x="8997044" y="2735299"/>
                <a:ext cx="412920" cy="219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99EAD7A-9F71-07E5-6EF7-E18BD319EA7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986604" y="2724499"/>
                  <a:ext cx="434160" cy="240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9CE65CD-82F8-FD61-F81C-D3AF518311F8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KNN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D32871C2-5D20-0F90-2166-0BE9788EB9FB}"/>
                  </a:ext>
                </a:extLst>
              </p14:cNvPr>
              <p14:cNvContentPartPr/>
              <p14:nvPr/>
            </p14:nvContentPartPr>
            <p14:xfrm>
              <a:off x="1588244" y="6427459"/>
              <a:ext cx="360" cy="3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D32871C2-5D20-0F90-2166-0BE9788EB9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2124" y="642133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0219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6FDA44-82F6-CAC4-6CB7-2953FC996747}"/>
                  </a:ext>
                </a:extLst>
              </p14:cNvPr>
              <p14:cNvContentPartPr/>
              <p14:nvPr/>
            </p14:nvContentPartPr>
            <p14:xfrm>
              <a:off x="5744444" y="2949859"/>
              <a:ext cx="685080" cy="402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6FDA44-82F6-CAC4-6CB7-2953FC9967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3644" y="2939419"/>
                <a:ext cx="706320" cy="42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12CDD0F-7C63-90B5-45CF-76AC8E395CD4}"/>
              </a:ext>
            </a:extLst>
          </p:cNvPr>
          <p:cNvGrpSpPr/>
          <p:nvPr/>
        </p:nvGrpSpPr>
        <p:grpSpPr>
          <a:xfrm>
            <a:off x="2414084" y="1658899"/>
            <a:ext cx="1481400" cy="1074960"/>
            <a:chOff x="2414084" y="1658899"/>
            <a:chExt cx="1481400" cy="107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78D1143-1CB3-D8C0-3354-C019D0A1CB1A}"/>
                    </a:ext>
                  </a:extLst>
                </p14:cNvPr>
                <p14:cNvContentPartPr/>
                <p14:nvPr/>
              </p14:nvContentPartPr>
              <p14:xfrm>
                <a:off x="3438284" y="1918459"/>
                <a:ext cx="457200" cy="329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78D1143-1CB3-D8C0-3354-C019D0A1CB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27844" y="1907659"/>
                  <a:ext cx="4784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2950034-51AE-93F1-1B5D-C48E1F13AFC7}"/>
                    </a:ext>
                  </a:extLst>
                </p14:cNvPr>
                <p14:cNvContentPartPr/>
                <p14:nvPr/>
              </p14:nvContentPartPr>
              <p14:xfrm>
                <a:off x="3327404" y="2309419"/>
                <a:ext cx="521280" cy="221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2950034-51AE-93F1-1B5D-C48E1F13AFC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16964" y="2298979"/>
                  <a:ext cx="542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52039BB-7001-6A48-65BE-60C7FC42E6D5}"/>
                    </a:ext>
                  </a:extLst>
                </p14:cNvPr>
                <p14:cNvContentPartPr/>
                <p14:nvPr/>
              </p14:nvContentPartPr>
              <p14:xfrm>
                <a:off x="2995484" y="2514979"/>
                <a:ext cx="480240" cy="218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52039BB-7001-6A48-65BE-60C7FC42E6D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85044" y="2504179"/>
                  <a:ext cx="5014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59546C-E9D1-B60B-21A4-F48573C7087B}"/>
                    </a:ext>
                  </a:extLst>
                </p14:cNvPr>
                <p14:cNvContentPartPr/>
                <p14:nvPr/>
              </p14:nvContentPartPr>
              <p14:xfrm>
                <a:off x="2819804" y="2183419"/>
                <a:ext cx="417960" cy="187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59546C-E9D1-B60B-21A4-F48573C708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09364" y="2172619"/>
                  <a:ext cx="4392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3A8BC98-B940-4BB7-2C7D-1133BF22D21E}"/>
                    </a:ext>
                  </a:extLst>
                </p14:cNvPr>
                <p14:cNvContentPartPr/>
                <p14:nvPr/>
              </p14:nvContentPartPr>
              <p14:xfrm>
                <a:off x="3052364" y="1658899"/>
                <a:ext cx="427680" cy="278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3A8BC98-B940-4BB7-2C7D-1133BF22D2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41564" y="1648459"/>
                  <a:ext cx="4489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D882604-7821-1E55-4338-1A1A26E1436C}"/>
                    </a:ext>
                  </a:extLst>
                </p14:cNvPr>
                <p14:cNvContentPartPr/>
                <p14:nvPr/>
              </p14:nvContentPartPr>
              <p14:xfrm>
                <a:off x="2414084" y="1809019"/>
                <a:ext cx="325800" cy="243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D882604-7821-1E55-4338-1A1A26E143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03644" y="1798219"/>
                  <a:ext cx="34704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183245-D127-4CC0-6C65-8A484900D306}"/>
              </a:ext>
            </a:extLst>
          </p:cNvPr>
          <p:cNvGrpSpPr/>
          <p:nvPr/>
        </p:nvGrpSpPr>
        <p:grpSpPr>
          <a:xfrm>
            <a:off x="7862684" y="1681219"/>
            <a:ext cx="2121480" cy="1152720"/>
            <a:chOff x="7862684" y="1681219"/>
            <a:chExt cx="2121480" cy="115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0D289C2-90A7-FE5F-CA74-41C04B1F9FA6}"/>
                    </a:ext>
                  </a:extLst>
                </p14:cNvPr>
                <p14:cNvContentPartPr/>
                <p14:nvPr/>
              </p14:nvContentPartPr>
              <p14:xfrm>
                <a:off x="7945484" y="2086939"/>
                <a:ext cx="462600" cy="415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0D289C2-90A7-FE5F-CA74-41C04B1F9FA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35044" y="2076499"/>
                  <a:ext cx="4838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6AAF24-F480-B2AA-CB79-15291F7A3295}"/>
                    </a:ext>
                  </a:extLst>
                </p14:cNvPr>
                <p14:cNvContentPartPr/>
                <p14:nvPr/>
              </p14:nvContentPartPr>
              <p14:xfrm>
                <a:off x="7862684" y="2127619"/>
                <a:ext cx="866520" cy="248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6AAF24-F480-B2AA-CB79-15291F7A32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852244" y="2117179"/>
                  <a:ext cx="887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76194C0-C786-8294-5637-983EB0BECFA6}"/>
                    </a:ext>
                  </a:extLst>
                </p14:cNvPr>
                <p14:cNvContentPartPr/>
                <p14:nvPr/>
              </p14:nvContentPartPr>
              <p14:xfrm>
                <a:off x="8959604" y="1856899"/>
                <a:ext cx="263160" cy="330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76194C0-C786-8294-5637-983EB0BECFA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49164" y="1846099"/>
                  <a:ext cx="2844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794A633-CB54-95E4-4E81-D1C5E0945E8F}"/>
                    </a:ext>
                  </a:extLst>
                </p14:cNvPr>
                <p14:cNvContentPartPr/>
                <p14:nvPr/>
              </p14:nvContentPartPr>
              <p14:xfrm>
                <a:off x="8700764" y="1978219"/>
                <a:ext cx="797400" cy="146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794A633-CB54-95E4-4E81-D1C5E0945E8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90324" y="1967779"/>
                  <a:ext cx="8186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152D70E-FAC1-A1E2-8A83-89112DCB9853}"/>
                    </a:ext>
                  </a:extLst>
                </p14:cNvPr>
                <p14:cNvContentPartPr/>
                <p14:nvPr/>
              </p14:nvContentPartPr>
              <p14:xfrm>
                <a:off x="8098844" y="1681219"/>
                <a:ext cx="375120" cy="329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152D70E-FAC1-A1E2-8A83-89112DCB98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88404" y="1670779"/>
                  <a:ext cx="3963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86697A-7FD6-0512-94AF-670C02B18337}"/>
                    </a:ext>
                  </a:extLst>
                </p14:cNvPr>
                <p14:cNvContentPartPr/>
                <p14:nvPr/>
              </p14:nvContentPartPr>
              <p14:xfrm>
                <a:off x="8023244" y="1708939"/>
                <a:ext cx="712800" cy="207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86697A-7FD6-0512-94AF-670C02B1833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12444" y="1698139"/>
                  <a:ext cx="7340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160B0D-D2AB-AD8C-A3CC-2B3BFA2EE1C4}"/>
                    </a:ext>
                  </a:extLst>
                </p14:cNvPr>
                <p14:cNvContentPartPr/>
                <p14:nvPr/>
              </p14:nvContentPartPr>
              <p14:xfrm>
                <a:off x="8497364" y="2512819"/>
                <a:ext cx="265320" cy="321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160B0D-D2AB-AD8C-A3CC-2B3BFA2EE1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86924" y="2502379"/>
                  <a:ext cx="2865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BF9A804-90C3-4DCB-30E4-EF0BC1739FEA}"/>
                    </a:ext>
                  </a:extLst>
                </p14:cNvPr>
                <p14:cNvContentPartPr/>
                <p14:nvPr/>
              </p14:nvContentPartPr>
              <p14:xfrm>
                <a:off x="8250764" y="2612899"/>
                <a:ext cx="855000" cy="114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BF9A804-90C3-4DCB-30E4-EF0BC1739FE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39964" y="2602459"/>
                  <a:ext cx="876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2C1D59F-696E-B65C-82FC-DCBEA5DC1BDE}"/>
                    </a:ext>
                  </a:extLst>
                </p14:cNvPr>
                <p14:cNvContentPartPr/>
                <p14:nvPr/>
              </p14:nvContentPartPr>
              <p14:xfrm>
                <a:off x="9228164" y="2354779"/>
                <a:ext cx="756000" cy="258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2C1D59F-696E-B65C-82FC-DCBEA5DC1BD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17724" y="2344339"/>
                  <a:ext cx="77724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987C2E0-D208-5DB1-1151-887A07EB8BD4}"/>
              </a:ext>
            </a:extLst>
          </p:cNvPr>
          <p:cNvGrpSpPr/>
          <p:nvPr/>
        </p:nvGrpSpPr>
        <p:grpSpPr>
          <a:xfrm>
            <a:off x="5196164" y="196939"/>
            <a:ext cx="1295640" cy="367560"/>
            <a:chOff x="5196164" y="196939"/>
            <a:chExt cx="129564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42713E2-19DF-4C0C-9CE1-FBA3EEBD1960}"/>
                    </a:ext>
                  </a:extLst>
                </p14:cNvPr>
                <p14:cNvContentPartPr/>
                <p14:nvPr/>
              </p14:nvContentPartPr>
              <p14:xfrm>
                <a:off x="5196164" y="246259"/>
                <a:ext cx="66600" cy="318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42713E2-19DF-4C0C-9CE1-FBA3EEBD196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85364" y="235819"/>
                  <a:ext cx="878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2C88FB-98C7-ECA1-76E8-34C9E42C39FE}"/>
                    </a:ext>
                  </a:extLst>
                </p14:cNvPr>
                <p14:cNvContentPartPr/>
                <p14:nvPr/>
              </p14:nvContentPartPr>
              <p14:xfrm>
                <a:off x="5258444" y="274699"/>
                <a:ext cx="262440" cy="203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2C88FB-98C7-ECA1-76E8-34C9E42C39F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47644" y="263899"/>
                  <a:ext cx="283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698EDEA-7E11-276E-ED18-3AA2938E5E13}"/>
                    </a:ext>
                  </a:extLst>
                </p14:cNvPr>
                <p14:cNvContentPartPr/>
                <p14:nvPr/>
              </p14:nvContentPartPr>
              <p14:xfrm>
                <a:off x="5691884" y="412219"/>
                <a:ext cx="227520" cy="2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698EDEA-7E11-276E-ED18-3AA2938E5E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81084" y="401779"/>
                  <a:ext cx="248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60A17E-599E-F77E-A35F-4719C4CB99B1}"/>
                    </a:ext>
                  </a:extLst>
                </p14:cNvPr>
                <p14:cNvContentPartPr/>
                <p14:nvPr/>
              </p14:nvContentPartPr>
              <p14:xfrm>
                <a:off x="5690804" y="342379"/>
                <a:ext cx="222840" cy="19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60A17E-599E-F77E-A35F-4719C4CB99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80004" y="331579"/>
                  <a:ext cx="244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88AB0BE-0E9B-D922-15DC-81C7C97D367C}"/>
                    </a:ext>
                  </a:extLst>
                </p14:cNvPr>
                <p14:cNvContentPartPr/>
                <p14:nvPr/>
              </p14:nvContentPartPr>
              <p14:xfrm>
                <a:off x="6058724" y="196939"/>
                <a:ext cx="433080" cy="147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88AB0BE-0E9B-D922-15DC-81C7C97D36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47924" y="186139"/>
                  <a:ext cx="45432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A3EA4EA-1D88-088F-C6EC-3EC941913AC5}"/>
              </a:ext>
            </a:extLst>
          </p:cNvPr>
          <p:cNvGrpSpPr/>
          <p:nvPr/>
        </p:nvGrpSpPr>
        <p:grpSpPr>
          <a:xfrm>
            <a:off x="2870924" y="2308339"/>
            <a:ext cx="2870280" cy="955080"/>
            <a:chOff x="2870924" y="2308339"/>
            <a:chExt cx="2870280" cy="95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5B7A63-0748-CA9C-2C78-75941A86CD92}"/>
                    </a:ext>
                  </a:extLst>
                </p14:cNvPr>
                <p14:cNvContentPartPr/>
                <p14:nvPr/>
              </p14:nvContentPartPr>
              <p14:xfrm>
                <a:off x="3662204" y="2589139"/>
                <a:ext cx="2079000" cy="452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5B7A63-0748-CA9C-2C78-75941A86CD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51404" y="2578339"/>
                  <a:ext cx="210024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4FFE2B-12EA-7916-EDCD-E168107E9273}"/>
                    </a:ext>
                  </a:extLst>
                </p14:cNvPr>
                <p14:cNvContentPartPr/>
                <p14:nvPr/>
              </p14:nvContentPartPr>
              <p14:xfrm>
                <a:off x="3277724" y="2754739"/>
                <a:ext cx="2415600" cy="508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4FFE2B-12EA-7916-EDCD-E168107E92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66924" y="2744299"/>
                  <a:ext cx="24368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62B370-F879-C0F9-D9F0-63296BB1B4BA}"/>
                    </a:ext>
                  </a:extLst>
                </p14:cNvPr>
                <p14:cNvContentPartPr/>
                <p14:nvPr/>
              </p14:nvContentPartPr>
              <p14:xfrm>
                <a:off x="2870924" y="2484019"/>
                <a:ext cx="719640" cy="239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62B370-F879-C0F9-D9F0-63296BB1B4B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60124" y="2473579"/>
                  <a:ext cx="740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2065706-06AC-52FB-2BB9-C75CA1FDA792}"/>
                    </a:ext>
                  </a:extLst>
                </p14:cNvPr>
                <p14:cNvContentPartPr/>
                <p14:nvPr/>
              </p14:nvContentPartPr>
              <p14:xfrm>
                <a:off x="3462044" y="2308339"/>
                <a:ext cx="437760" cy="187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2065706-06AC-52FB-2BB9-C75CA1FDA79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51244" y="2297539"/>
                  <a:ext cx="45900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9A0A11-01FB-58A8-700F-480D999B8372}"/>
              </a:ext>
            </a:extLst>
          </p:cNvPr>
          <p:cNvGrpSpPr/>
          <p:nvPr/>
        </p:nvGrpSpPr>
        <p:grpSpPr>
          <a:xfrm>
            <a:off x="6394244" y="2107099"/>
            <a:ext cx="2456640" cy="969480"/>
            <a:chOff x="6394244" y="2107099"/>
            <a:chExt cx="2456640" cy="96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7249F5-C881-0FC7-5836-C8D1C3380C2A}"/>
                    </a:ext>
                  </a:extLst>
                </p14:cNvPr>
                <p14:cNvContentPartPr/>
                <p14:nvPr/>
              </p14:nvContentPartPr>
              <p14:xfrm>
                <a:off x="6394244" y="2427499"/>
                <a:ext cx="1665720" cy="514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47249F5-C881-0FC7-5836-C8D1C3380C2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83444" y="2416699"/>
                  <a:ext cx="168696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3E5BBF5-C701-BB33-4731-4AE982BD3233}"/>
                    </a:ext>
                  </a:extLst>
                </p14:cNvPr>
                <p14:cNvContentPartPr/>
                <p14:nvPr/>
              </p14:nvContentPartPr>
              <p14:xfrm>
                <a:off x="6424484" y="2781739"/>
                <a:ext cx="1931040" cy="294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3E5BBF5-C701-BB33-4731-4AE982BD323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14044" y="2770939"/>
                  <a:ext cx="1952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2C4822-9B07-F74A-31A0-4A82116C997D}"/>
                    </a:ext>
                  </a:extLst>
                </p14:cNvPr>
                <p14:cNvContentPartPr/>
                <p14:nvPr/>
              </p14:nvContentPartPr>
              <p14:xfrm>
                <a:off x="7999124" y="2107099"/>
                <a:ext cx="378720" cy="225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2C4822-9B07-F74A-31A0-4A82116C997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88324" y="2096299"/>
                  <a:ext cx="399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0A2F4EC-42A0-C0FD-78BA-5283AF0CE7AF}"/>
                    </a:ext>
                  </a:extLst>
                </p14:cNvPr>
                <p14:cNvContentPartPr/>
                <p14:nvPr/>
              </p14:nvContentPartPr>
              <p14:xfrm>
                <a:off x="7942604" y="2163619"/>
                <a:ext cx="641520" cy="135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0A2F4EC-42A0-C0FD-78BA-5283AF0CE7A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32164" y="2152819"/>
                  <a:ext cx="662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5B2BAA1-0EDA-7009-0275-509B451DE11B}"/>
                    </a:ext>
                  </a:extLst>
                </p14:cNvPr>
                <p14:cNvContentPartPr/>
                <p14:nvPr/>
              </p14:nvContentPartPr>
              <p14:xfrm>
                <a:off x="8533724" y="2561419"/>
                <a:ext cx="317160" cy="201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5B2BAA1-0EDA-7009-0275-509B451DE11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23284" y="2550979"/>
                  <a:ext cx="338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286F420-194F-054D-363D-68F868FB5CC9}"/>
                    </a:ext>
                  </a:extLst>
                </p14:cNvPr>
                <p14:cNvContentPartPr/>
                <p14:nvPr/>
              </p14:nvContentPartPr>
              <p14:xfrm>
                <a:off x="8351924" y="2644579"/>
                <a:ext cx="487440" cy="118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286F420-194F-054D-363D-68F868FB5C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41124" y="2633779"/>
                  <a:ext cx="50868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A34ABC5-02F2-DB01-35D5-EA24F1523DD1}"/>
                  </a:ext>
                </a:extLst>
              </p14:cNvPr>
              <p14:cNvContentPartPr/>
              <p14:nvPr/>
            </p14:nvContentPartPr>
            <p14:xfrm>
              <a:off x="3376364" y="1964539"/>
              <a:ext cx="579600" cy="292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A34ABC5-02F2-DB01-35D5-EA24F1523DD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365564" y="1953739"/>
                <a:ext cx="600840" cy="31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D52ABE07-7DD0-751C-267B-B95AA3EB62E0}"/>
              </a:ext>
            </a:extLst>
          </p:cNvPr>
          <p:cNvGrpSpPr/>
          <p:nvPr/>
        </p:nvGrpSpPr>
        <p:grpSpPr>
          <a:xfrm>
            <a:off x="586004" y="3291499"/>
            <a:ext cx="4602960" cy="1552680"/>
            <a:chOff x="586004" y="3291499"/>
            <a:chExt cx="4602960" cy="15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984ABB-CD97-5FCE-5D4C-A17EA3A387D9}"/>
                    </a:ext>
                  </a:extLst>
                </p14:cNvPr>
                <p14:cNvContentPartPr/>
                <p14:nvPr/>
              </p14:nvContentPartPr>
              <p14:xfrm>
                <a:off x="973004" y="4401739"/>
                <a:ext cx="256680" cy="273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984ABB-CD97-5FCE-5D4C-A17EA3A387D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2564" y="4391299"/>
                  <a:ext cx="2779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E88B6FC-C2D5-AA7D-8D7A-7BC283F7F58E}"/>
                    </a:ext>
                  </a:extLst>
                </p14:cNvPr>
                <p14:cNvContentPartPr/>
                <p14:nvPr/>
              </p14:nvContentPartPr>
              <p14:xfrm>
                <a:off x="1748084" y="4472299"/>
                <a:ext cx="51480" cy="371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E88B6FC-C2D5-AA7D-8D7A-7BC283F7F58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37284" y="4461499"/>
                  <a:ext cx="7272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8B1B939-D0F1-919B-CB51-016537063B54}"/>
                    </a:ext>
                  </a:extLst>
                </p14:cNvPr>
                <p14:cNvContentPartPr/>
                <p14:nvPr/>
              </p14:nvContentPartPr>
              <p14:xfrm>
                <a:off x="1707764" y="4443499"/>
                <a:ext cx="228240" cy="170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8B1B939-D0F1-919B-CB51-016537063B5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97324" y="4433059"/>
                  <a:ext cx="249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F56BC82-E3B9-7EDD-D2FC-0090BA8AFABC}"/>
                    </a:ext>
                  </a:extLst>
                </p14:cNvPr>
                <p14:cNvContentPartPr/>
                <p14:nvPr/>
              </p14:nvContentPartPr>
              <p14:xfrm>
                <a:off x="2019524" y="3851299"/>
                <a:ext cx="803160" cy="790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F56BC82-E3B9-7EDD-D2FC-0090BA8AFA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008724" y="3840499"/>
                  <a:ext cx="82440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3FEC873-F3AB-9007-1276-3C734EAE14AF}"/>
                    </a:ext>
                  </a:extLst>
                </p14:cNvPr>
                <p14:cNvContentPartPr/>
                <p14:nvPr/>
              </p14:nvContentPartPr>
              <p14:xfrm>
                <a:off x="3088724" y="3523699"/>
                <a:ext cx="2100240" cy="676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3FEC873-F3AB-9007-1276-3C734EAE14A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78284" y="3512899"/>
                  <a:ext cx="212148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F19D29-F080-CA55-7D0A-4E19F75E73CE}"/>
                    </a:ext>
                  </a:extLst>
                </p14:cNvPr>
                <p14:cNvContentPartPr/>
                <p14:nvPr/>
              </p14:nvContentPartPr>
              <p14:xfrm>
                <a:off x="957524" y="3766699"/>
                <a:ext cx="363960" cy="284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F19D29-F080-CA55-7D0A-4E19F75E73C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46724" y="3755899"/>
                  <a:ext cx="3852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27A5BE-E764-55BF-6D90-DD1CB1B99356}"/>
                    </a:ext>
                  </a:extLst>
                </p14:cNvPr>
                <p14:cNvContentPartPr/>
                <p14:nvPr/>
              </p14:nvContentPartPr>
              <p14:xfrm>
                <a:off x="1538204" y="3809179"/>
                <a:ext cx="333000" cy="282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27A5BE-E764-55BF-6D90-DD1CB1B9935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27764" y="3798379"/>
                  <a:ext cx="3542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26829D6-9A49-5A16-CF44-C042377BDD5D}"/>
                    </a:ext>
                  </a:extLst>
                </p14:cNvPr>
                <p14:cNvContentPartPr/>
                <p14:nvPr/>
              </p14:nvContentPartPr>
              <p14:xfrm>
                <a:off x="868244" y="3787939"/>
                <a:ext cx="585360" cy="403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26829D6-9A49-5A16-CF44-C042377BDD5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57444" y="3777499"/>
                  <a:ext cx="6066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EF46F9E-D6BD-8200-4B57-E96C0D7AD335}"/>
                    </a:ext>
                  </a:extLst>
                </p14:cNvPr>
                <p14:cNvContentPartPr/>
                <p14:nvPr/>
              </p14:nvContentPartPr>
              <p14:xfrm>
                <a:off x="586004" y="4479139"/>
                <a:ext cx="1390680" cy="123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EF46F9E-D6BD-8200-4B57-E96C0D7AD3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5204" y="4468339"/>
                  <a:ext cx="1411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2B1DB2F-AE0E-13D6-3ED3-73922F0991AE}"/>
                    </a:ext>
                  </a:extLst>
                </p14:cNvPr>
                <p14:cNvContentPartPr/>
                <p14:nvPr/>
              </p14:nvContentPartPr>
              <p14:xfrm>
                <a:off x="1452884" y="3291499"/>
                <a:ext cx="2734200" cy="550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2B1DB2F-AE0E-13D6-3ED3-73922F0991A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42444" y="3280699"/>
                  <a:ext cx="2755440" cy="57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7CB8FE-1E3D-328B-6D59-63BDF9AC31D9}"/>
                  </a:ext>
                </a:extLst>
              </p14:cNvPr>
              <p14:cNvContentPartPr/>
              <p14:nvPr/>
            </p14:nvContentPartPr>
            <p14:xfrm>
              <a:off x="441644" y="5532859"/>
              <a:ext cx="2160" cy="61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7CB8FE-1E3D-328B-6D59-63BDF9AC31D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30844" y="5522059"/>
                <a:ext cx="23400" cy="27360"/>
              </a:xfrm>
              <a:prstGeom prst="rect">
                <a:avLst/>
              </a:prstGeom>
            </p:spPr>
          </p:pic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id="{A41ABA3A-8FAA-6943-588B-C87F5379EB7D}"/>
              </a:ext>
            </a:extLst>
          </p:cNvPr>
          <p:cNvSpPr/>
          <p:nvPr/>
        </p:nvSpPr>
        <p:spPr>
          <a:xfrm>
            <a:off x="1" y="6126479"/>
            <a:ext cx="3978970" cy="7315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3328379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8875</TotalTime>
  <Words>711</Words>
  <Application>Microsoft Macintosh PowerPoint</Application>
  <PresentationFormat>Widescreen</PresentationFormat>
  <Paragraphs>292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Decision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 Charkhi</dc:creator>
  <cp:lastModifiedBy>Amir Charkhi</cp:lastModifiedBy>
  <cp:revision>12</cp:revision>
  <dcterms:created xsi:type="dcterms:W3CDTF">2025-10-30T08:35:37Z</dcterms:created>
  <dcterms:modified xsi:type="dcterms:W3CDTF">2025-11-21T00:09:24Z</dcterms:modified>
</cp:coreProperties>
</file>