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78" r:id="rId4"/>
    <p:sldId id="279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893"/>
    <p:restoredTop sz="94632"/>
  </p:normalViewPr>
  <p:slideViewPr>
    <p:cSldViewPr snapToGrid="0">
      <p:cViewPr varScale="1">
        <p:scale>
          <a:sx n="132" d="100"/>
          <a:sy n="132" d="100"/>
        </p:scale>
        <p:origin x="4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20:26.8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03.3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4045 24575,'9'0'0,"1"0"0,-1 0 0,1 0 0,-1 0 0,1 0 0,-1 0 0,1 0 0,-1 0 0,1-5 0,-1 4 0,5-7 0,-3 2 0,7-3 0,6-3 0,-2-2 0,7 1 0,-10 0 0,10 1 0,-7-2 0,7 1 0,42-33 0,-29 21 0,31-19 0,-43 26 0,40-23 0,-42 23 0,50-32 0,-65 38 0,24-14 0,-24 14 0,11-5 0,-11 7 0,-2 0 0,3-4 0,3-11 0,-5 4 0,10-8 0,-8 9 0,1 1 0,3 0 0,-5-10 0,5 7 0,-3-17 0,43-23 0,-34 13 0,34-12 0,-45 31 0,5 11 0,-8 0 0,12-10 0,-10 7 0,14-17 0,-10 17 0,4-17 0,3 7 0,-2-10 0,7 0 0,20-40 0,-15 30 0,-6 1 0,1 0 0,1 4 0,14-37 0,-16 16 0,8 0 0,-13-16 0,6 37 0,-6-36 0,6 35 0,-6-35 0,-1 36 0,11-37 0,-15 37 0,10-16 0,-7 21 0,-1-21 0,3 16 0,-5-16 0,-1 31 0,-1-7 0,-1 17 0,-1-17 0,-3 17 0,16-36 0,-13 32 0,13-33 0,-14 28 0,8-11 0,-5 0 0,4 10 0,-6-8 0,-3 19 0,3-19 0,-3 19 0,2-9 0,-1 1 0,-1 7 0,2-7 0,-1 0 0,3 7 0,1-17 0,7 7 0,-4 0 0,3-7 0,-3 17 0,-5-7 0,0 10 0,5-11 0,-6 9 0,10-9 0,-12 11 0,4 0 0,0 0 0,-4 4 0,8-3 0,-7 3 0,2-4 0,1 4 0,1-3 0,8-7 0,-7 4 0,5-9 0,-6 11 0,4 0 0,0 0 0,0 0 0,0 0 0,10 2 0,-7-2 0,7 2 0,-10 3 0,-4-4 0,3 7 0,-3-3 0,-1 4 0,4 5 0,-3-3 0,4 2 0,0-3 0,10-3 0,3 6 0,10-6 0,21 10 0,-16-10 0,36 10 0,-15-4 0,21 6 0,0 0 0,-35 6 0,1 0 0,39-3 0,-39 9 0,-2 0 0,14-9 0,-17 14 0,-10-10 0,12 9 0,-5-1 0,37 16 0,-16-10 0,0 7 0,-5-4 0,-32-11 0,9 7 0,-9-2 0,32 11 0,-16 1 0,16 5 0,-21-7 0,-11-4 0,-1-5 0,-11-1 0,0-4 0,0 5 0,0 0 0,4 11 0,1 1 0,21 22 0,-13-8 0,2-4 0,1 0 0,-2 9 0,19 21 0,-17-8 0,-5-16 0,-1-2 0,1 2 0,11 23 0,13 7 0,-12 7 0,-5-17 0,-12-13 0,-1 2 0,-1-9 0,0 0 0,1 9 0,0-2 0,13 14 0,-4 15 0,-6-36 0,6 37 0,4-16 0,-3 20 0,1-20 0,-2 16 0,-4-37 0,14 37 0,-13-37 0,-1 15 0,-3-20 0,-4 0 0,29 30 0,-17-23 0,12 22 0,-20-29 0,13 11 0,0 13 0,25 3 0,-17 17 0,17-17 0,-24-4 0,22-1 0,-38-34 0,15 10 0,-24-30 0,0 4 0,3 0 0,-4-4 0,5 8 0,0-7 0,11 4 0,1-3 0,11 8 0,0-4 0,0 4 0,0 0 0,0-5 0,0 6 0,-11-10 0,9-3 0,-19 0 0,19-1 0,-19-1 0,18 7 0,-7-12 0,10 11 0,0-4 0,0 6 0,0 0 0,-11-2 0,-1-5 0,-11 2 0,0-4 0,0 0 0,0-1 0,0 1 0,0 0 0,0 0 0,0-1 0,0 1 0,0-4 0,0 7 0,0-7 0,0 8 0,0-4 0,0 0 0,0 4 0,0-8 0,8 11 0,-10-10 0,9 11 0,-11-12 0,4 8 0,-4-8 0,3 7 0,-3-7 0,4 3 0,0 1 0,-4-4 0,3 7 0,-8-7 0,4 3 0,-5-4 0,1 5 0,-1-4 0,1 3 0,-1-4 0,1 0 0,-5 0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11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3842 24575,'10'0'0,"-1"0"0,1 0 0,-1 0 0,1 0 0,12 0 0,-5 0 0,20-6 0,-15 5 0,17-12 0,-17 12 0,7-6 0,-10 3 0,4 3 0,-7-8 0,6 8 0,-11-3 0,3 4 0,-1-4 0,-2 3 0,3-8 0,-1 8 0,2-7 0,4 2 0,0 1 0,0-4 0,-4 8 0,3-7 0,-8 3 0,8-1 0,-3-2 0,4 2 0,0-3 0,0-1 0,10-1 0,-7 0 0,17-8 0,-7 5 0,18-10 0,-16 6 0,4 1 0,-23 4 0,2 3 0,-2 0 0,4 1 0,-4-5 0,3 3 0,-3-3 0,4 1 0,-4-2 0,3-4 0,-4-1 0,5 6 0,0-4 0,0 3 0,0-4 0,-4-1 0,3 1 0,-3 0 0,4 0 0,0 0 0,0 0 0,-4 0 0,3 0 0,-4-1 0,5 1 0,4-10 0,-3 7 0,7-17 0,-7 17 0,7-17 0,-7 17 0,7-17 0,-3 7 0,28-40 0,-19 23 0,2 7 0,-1 1 0,-2-3 0,14-9 0,-19 11 0,1 0 0,-4 10 0,3-7 0,-3 7 0,4-10 0,0 0 0,0 0 0,-4 10 0,-4-7 0,-1 17 0,-5-18 0,0 19 0,6-19 0,-8 19 0,13-19 0,-13 19 0,8-19 0,-6 18 0,0-17 0,5 17 0,-7-7 0,2 10 0,4-10 0,-5-3 0,14-10 0,-6 0 0,14-21 0,-5 16 0,13-37 0,-20 37 0,18-37 0,-26 47 0,11-13 0,-17 31 0,1 4 0,-1-3 0,1 7 0,-5-7 0,7-5 0,-5 2 0,7-3 0,-5 6 0,1 3 0,-1-4 0,3-10 0,6-1 0,-3-12 0,12 2 0,-13 8 0,11-7 0,-11 7 0,4 0 0,-6 3 0,-3 10 0,1 0 0,-1 0 0,1 4 0,-1-3 0,1 3 0,-1-4 0,1-1 0,-1 1 0,5-8 0,-4 6 0,4-7 0,-4 9 0,-1 0 0,5 4 0,1-12 0,4 10 0,-5-10 0,8-3 0,-10 9 0,10-9 0,-12 11 0,8 0 0,-7 4 0,3-3 0,-1 8 0,-2-8 0,3 7 0,-5-3 0,5 0 0,-4 4 0,8-4 0,-7 0 0,7 3 0,-8-3 0,8 1 0,-3 2 0,4-3 0,0 0 0,0 4 0,0-4 0,10 2 0,-7 2 0,17-3 0,-7 0 0,10 0 0,0-1 0,0 6 0,-11 2 0,-2 6 0,-10 0 0,0 0 0,-4 0 0,3 0 0,-7 0 0,7 0 0,-4 0 0,16 6 0,1 1 0,11 7 0,0 0 0,-10-2 0,7 2 0,-7-3 0,0 1 0,-3-4 0,-14 0 0,3-3 0,-4 5 0,5 4 0,11-2 0,-9 7 0,18 1 0,-7 4 0,10 4 0,0 0 0,0 0 0,0 0 0,0 0 0,-1-1 0,-9-7 0,7 6 0,-17-10 0,7 3 0,0 2 0,-7-5 0,17 11 0,-7-3 0,0 0 0,18 20 0,-26-20 0,37 38 0,-32-28 0,33 30 0,-30-20 0,9-1 0,-7 17 0,-8-23 0,9 26 0,1 0 0,11-5 0,-1 28 0,9-7 0,-18-11 0,5 15 0,5-25 0,-17-5 0,-1-1 0,21 11 0,-22-13 0,-1 2 0,27 25 0,-13-7 0,-11-24 0,-1 0 0,8 22 0,17 11 0,-7 8 0,0-29 0,-16-6 0,-12-23 0,3-1 0,-6-11 0,3 9 0,-1-11 0,-3 4 0,4 0 0,0 0 0,0 0 0,0 0 0,0 0 0,4 10 0,7-3 0,-5 4 0,26 14 0,-6 1 0,1 1 0,15 15 0,-37-37 0,16 16 0,-21-21 0,0 0 0,0-4 0,0-1 0,0 0 0,0 0 0,10 9 0,-7-3 0,17 7 0,-7-3 0,10 4 0,0-6 0,0 4 0,0-4 0,-1-1 0,1 6 0,0-12 0,0 11 0,0-10 0,-10 2 0,28-1 0,-23 2 0,25 0 0,1 5 0,5-5 0,21 3 0,0 0 0,-1 0 0,-20-4 0,-5 0 0,-21-4 0,0-6 0,0 4 0,8-4 0,-6-1 0,6 6 0,-8-12 0,0 12 0,0-12 0,0 12 0,-10-12 0,-3 5 0,-10-6 0,-4 0 0,3 4 0,-8-2 0,8 2 0,-7-4 0,2 0 0,-7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18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4076 10430,'19'9'0,"-4"-4"5056,3 0-5056,-3-1 2460,4-3-2460,-5 3 1422,4 0-1422,-7-3 5207,3 4-5207,9-5 0,-5 0 0,21 0 0,-7 0 0,10 0 0,0 0 0,-15 0 0,1-5 0,-3-2 0,7-5 0,0 4 0,7-4 0,34-14 0,-31 14 0,29-17 0,0 4 0,-39 15 0,29-14 0,1 0 0,-30 13 0,29-13 0,0-1 0,-29 10 0,49-16 0,-59 21 0,3-2 0,-7 3 0,-8-1 0,4 0 0,0-3 0,-4 2 0,4-7 0,-5 7 0,9-17 0,-2 11 0,3-8 0,26-33 0,-27 33 0,23-30 0,-31 37 0,-1 3 0,29-64 0,-17 45 0,20-56 0,-27 68 0,1-7 0,-4 10 0,35-40 0,-29 30 0,25-30 0,-33 40 0,1 0 0,1-10 0,-1 7 0,2-7 0,-1-1 0,14-22 0,-7 5 0,7-6 0,-13 24 0,-7 10 0,3-1 0,-7 6 0,8-5 0,-4 5 0,1-6 0,2 1 0,-3 0 0,1-10 0,2 7 0,-3-7 0,5 10 0,-5 0 0,3 0 0,0-11 0,2 9 0,1-9 0,1 1 0,-2 8 0,3-19 0,-3 18 0,1-7 0,1 0 0,6-3 0,-4 0 0,5-7 0,-7 7 0,8-10 0,-4 0 0,2 10 0,-5-7 0,-1 7 0,0 0 0,8-7 0,-7 7 0,5 0 0,-4-7 0,-4 17 0,3-17 0,-1 7 0,4 0 0,-1-8 0,1 9 0,-4-1 0,1-8 0,5 9 0,-4-1 0,6-8 0,-9 8 0,10-10 0,-6 0 0,5 0 0,0 1 0,-4-1 0,6 10 0,-7-8 0,7 8 0,-7-10 0,12 0 0,-10 11 0,10-9 0,5-12 0,-3 4 0,7-14 0,-1-1 0,12 5 0,0-29 0,12 10 0,-25 20 0,-3 9 0,-17 29 0,-4 4 0,-1 1 0,1 5 0,-1-1 0,1-4 0,3 4 0,-2-4 0,3 0 0,-1 3 0,2-3 0,0 5 0,-1-1 0,-1 1 0,6-5 0,1 3 0,-1-3 0,-1 4 0,-3 1 0,4-1 0,0 1 0,0 3 0,-4-2 0,-1 7 0,-1-4 0,-2 5 0,3 0 0,-5 0 0,1 0 0,3 0 0,2 0 0,4 0 0,0 5 0,10 2 0,-7 3 0,17 10 0,14-3 0,-6 10 0,37 6 0,4 8-665,-42-18 0,2-1 665,17 5 0,1 0 0,-20-4 0,2-1 0,17-1 0,0-1 0,-18 2 0,0-1-88,9-8 0,-3 0 88,15 22 0,-5-16 0,-21 1 0,0-12 0,-10 2 1317,-3-4-1317,-14 3 189,2 1-189,-2 3 0,4-2 0,10 5 0,-7-2 0,7 2 0,-10-1 0,10 7 0,-7-6 0,11 17 0,-13-11 0,13 11 0,10 8 0,19 27 0,6 3-797,-31-29 0,-1 1 797,1 1 0,-1-3 0,22 13 0,-5 16 0,-2-23 0,-19-2 0,20 1 0,-23-5 0,29 24 0,-7-5 0,-12-9 0,2 2 0,-4-8 0,0 0 0,5 9 0,-2 0 895,17 25-895,-19-27 0,0-3 0,13 12 0,-11-10 0,-1 1 0,12 9 0,-13-12 0,0 3 0,19 27 0,-17-26 0,2 2-820,-1-1 0,-1 1 820,1-1 0,0 0 0,-1 1 0,1-1 0,-3-8 0,-1-2 0,19 30 0,-11-21 641,-11-18-641,-5 6 0,1-16 0,14 25 1698,-15-15-1698,33 29 0,-34-30 0,33 27 0,-36-36 0,15 15 0,-17-11 0,15 1 0,-10 1 0,20 0 0,13 17 0,9-7 0,-18 2 0,3 3 0,0-12 0,1 0 0,0 12 0,0 2 0,4-6 0,0-3 0,-8-6 0,-4-1 0,29 21 0,-14-24 0,-32-11 0,9-4 0,-19-4 0,8-3 0,0-3 0,3-4 0,10 0 0,0 0 0,0 0 0,0 0 0,20 0 0,-14 0 0,14 0 0,-30 5 0,7-4 0,-17 3 0,3-4 0,-11 0 0,-5 0 0,-4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29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4051 24575,'4'6'0,"1"-2"0,5-4 0,-1 0 0,1 0 0,4 0 0,-4 0 0,8-4 0,-7 3 0,7-4 0,-4 1 0,5 3 0,-4-7 0,-1 6 0,-4-2 0,13-2 0,-9 4 0,9-8 0,-13 9 0,-1-3 0,1-1 0,14-2 0,-7-3 0,22-4 0,-17 4 0,42-11 0,-36 13 0,22-10 0,-32 12 0,-7 1 0,7-4 0,-8 8 0,4-7 0,0 2 0,-4 1 0,8-3 0,-3-2 0,4-1 0,0-2 0,0 3 0,0 0 0,0 1 0,19-11 0,-4-1 0,6-5 0,-1-1 0,-7 3 0,10-4 0,20-7 0,-15 5 0,9-5 0,-1-2 0,-1 0 0,26-19 0,-47 24 0,-13 19 0,24-37 0,-23 34 0,12-21 0,0-4 0,-11 11 0,25-30 0,-1-3 0,-24 34 0,24-30 0,-20 9 0,-4 23 0,6-33 0,-14 38 0,6-17 0,11-34 0,-8 30 0,10-28 0,-2 0 0,-13 39 0,16-39 0,-22 42 0,3 8 0,0-9 0,4 1 0,29-44 0,-23 30 0,25-38 0,-30 49 0,-1 1 0,7-9 0,-6 8 0,0 1 0,6-9 0,-15 18 0,15-17 0,-10 17 0,4-17 0,27-35 0,-20 22 0,17-21 0,-18 33 0,-11 18 0,6-17 0,1 7 0,0-10 0,0 0 0,0 10 0,-1-7 0,3 7 0,4-10 0,-1 0 0,1 0 0,0 0 0,-4 10 0,3-7 0,-7 17 0,7-17 0,-7 17 0,3-7 0,0 0 0,7 3 0,-4-4 0,7-3 0,-13 11 0,13-11 0,-12 13 0,8-3 0,12-18 0,-7 13 0,9-13 0,7-3 0,-16 15 0,19-16 0,-11 17 0,-10 4 0,-3 5 0,0-3 0,-7 6 0,36-23 0,-1 4 0,9-7 0,-4 7 0,-20 13 0,21-12 0,-16 11 0,37-10 0,-16-2 0,0 14 0,15-10 0,-36 16 0,16 4 0,-21 4 0,-10 7 0,7 0 0,-7 0 0,9 0 0,1 7 0,0 0 0,21 21 0,5-7 0,21 21 0,-35-23 0,1 0 0,-8 4 0,0 0 0,7 1 0,2 1-513,-1-2 0,-1 2 513,-4 5 0,3 2-134,5-2 0,6 1 0,-5 2 134,3 10 0,-1 1 0,26 9 0,-5-1 0,-35-14 0,-4-1 0,0 0 0,-1-1 0,1 1 0,-1 0 0,30 31 0,-8-16 0,-3 9 0,-37-37 1005,20 27-1005,-24-30 423,7 18-423,14 4 0,-9 2 0,14 8 0,-1-1 0,-13-7 0,30 19 0,-34-30 0,33 27 0,-32-26 0,8 8 0,-15-14 0,-4 0 0,6 3 0,4 10 0,0-1 0,24 31 0,-1-11 0,3 5 0,-8-6 0,2 1 0,-2-13 0,4 1 0,-4-2-2483,-3 8 1,-2-4 2482,3-12 0,-1 0 0,-6 3 0,-1 1-246,30 23 246,1 1 0,-1-1 0,1 1 0,-25-31 0,1 1 0,28 31-262,-18-27 0,-2-2 262,9 12 0,-10-14 0,2 1 0,26 20 0,1-1 0,-31-26 0,-3-3 0,2 2 4718,5 1-4718,-12-4 313,-9-3-313,11 4 0,0 0 0,0 0 0,0 0 704,0 0-704,0 0 0,0 0 0,-1-7 0,1 6 0,-10-14 0,7 7 0,-17-10 0,7 1 0,-10-1 0,0-5 0,0-1 0,10-4 0,-7 0 0,7 0 0,-10 4 0,10-3 0,-7 4 0,17-5 0,-17 0 0,7 0 0,-14 0 0,-2 0 0,-3 0 0,-1 0 0,1 0 0,-1 4 0,1-3 0,-1 3 0,-3-4 0,-2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35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3851 24575,'9'0'0,"1"0"0,-1 0 0,-4-4 0,4 3 0,-4-3 0,5-1 0,-1 4 0,1-7 0,-5 2 0,3 1 0,-2-3 0,3 2 0,1 1 0,-1-4 0,1 0 0,3-6 0,2 0 0,4-3 0,-4 3 0,31-44 0,-25 30 0,13-9 0,0-4 0,2-13 0,28-14 0,-25 3 0,6 13 0,-25 21 0,2 3 0,-3 0 0,-3 7 0,1-3 0,-7 7 0,8-5 0,-11 6 0,14-10 0,-10 12 0,-1 0 0,11-13 0,-13 11 0,9-13 0,5-3 0,-9 10 0,14-41 0,-16 41 0,20-57 0,-18 57 0,12-27 0,-15 31 0,15-31 0,-12 23 0,20-33 0,-6 7 0,-3 6 0,1-6 0,-13 24 0,29-42 0,-21 29 0,23-42 0,1 0 0,-16 32 0,24-32 0,-31 42 0,13-20 0,-11 14 0,7-3 0,-1-2 0,-1 1 0,22-32 0,-34 42 0,6 10 0,-8-7 0,3 7 0,-1 0 0,1-19 0,1 0 0,6 14 0,9-55 0,-13 54 0,-9 15 0,5-15 0,-7 19 0,1 0 0,7-11 0,-5 9 0,6-9 0,-7 1 0,3 7 0,-1-3 0,16-24 0,-16 27 0,12-24 0,-15 28 0,-1 7 0,1-7 0,-1 7 0,1-2 0,-5-1 0,4 3 0,0-3 0,2 0 0,2 4 0,-3-4 0,-1 0 0,1 3 0,-1-2 0,5-1 0,-3 3 0,7-7 0,-4 3 0,5 0 0,-4 1 0,3 1 0,-3 2 0,4-3 0,0 0 0,0 4 0,0-9 0,10 7 0,-7-2 0,17 0 0,-7-4 0,-1 4 0,9-6 0,-19 10 0,19-3 0,-19 3 0,19-4 0,-9 2 0,20-6 0,-7 3 0,-4-1 0,-1 2 0,-7 8 0,10-6 0,0 4 0,0-6 0,-1 6 0,22-8 0,-16 7 0,37-12 0,-37 12 0,14-1 0,1 1 0,-5 0 0,-5 3 0,-2 0 0,-8 0 0,0 6 0,-11 0 0,9 0 0,-19 0 0,9 5 0,-11 0 0,10 6 0,-8-1 0,19 4 0,0 8 0,-6-7 0,13 15 0,-15-11 0,10 9 0,11 17 0,-9-13 0,20 31 0,-8-14 0,-14-13 0,1 1 0,28 31 0,-26-22 0,2 0 0,-3-8 0,-1 2 0,-2 13 0,2-1 0,10-9 0,0-1 0,-11 9 0,0 3 0,13 3 0,1 2 0,-4 6 0,0 3 0,8 7 0,2 2-1485,-1-2 0,0 2 1485,-19-20 0,0 2 0,-1-3 0,12 13 0,-1-1 0,-11-11 0,0 1 0,-2-6 0,1-3 0,0-3 0,9 16 0,-1-1 0,-10-15 0,-1-2 0,0 1 0,1 0 0,-1-2 0,-1-1 0,21 35 0,-16-40 0,0 1 0,-7 11 0,0-1 0,9-9 0,1 0 0,3 7 0,-2 0 0,26 22 0,-20-23 0,2 1 0,-8-1 0,0 0 0,8 9 0,2 1 0,9 2 0,0 0 0,-8-2 0,2 0 0,15 6 0,1-2 0,-17-9 0,-1-2 0,9 4 0,-2-4 2970,16 9-2970,-27-18 0,-3-2 0,0-4 0,-4-3 0,3-1 0,20 8 0,20 8 0,1-11 0,-34-11 0,0 1 0,-8-6 0,0-1 0,8 3 0,-1-1 0,35 13 0,0-10 0,0 0 0,-35-9 0,1-1 0,39 10 0,-30-14 0,2-1 0,-8 4 0,-1 0 0,11-9 0,0-1 0,-11 4 0,1 2 0,7-1 0,0 0 0,-8-5 0,1 1 0,19 4 0,2 0-853,-8-5 0,-1-2 853,8 1 0,0 0 0,-9 0 0,-2 0 0,2 0 0,-3 0 0,28 0 0,-10 0 0,-52 0 0,-3 0 0,-10 0 0,-4 0 0,-6 0 0,-5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43.8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1190 0 24575,'-29'54'0,"-11"26"0,24-48 0,-11 12 0,-3 5-2070,-5 21 2070,-3-17 0,-1 0 0,-3 17 0,9-28 0,-3-1 0,1-3 0,2-2 665,-8 10-665,-4 4 0,5-3 0,22-22 0,-15 15 0,-1 0 0,13-16 342,-39 37-342,40-36 0,-16 15 0,-3 0 0,15-6 0,-22 19 0,18-11 0,-6-6 0,-19 34 0,21-37 1063,-10 21-1063,33-36 0,-1-3 0,1-4 0,-1 5 0,0-9 0,1 7 0,3-5 0,-2-4 0,7 4 0,-8-4 0,8 5 0,-7-5 0,7 3 0,-8-2 0,8 3 0,-8-4 0,8-9 0,1-2 0,8-23 0,17-19 0,-4-20 0,1 14 0,2-2-615,-6 8 0,0 2 615,15-32-309,-6 17 309,-15 29 0,0 1 0,-5-9 0,2 23 0,-8-11 0,3 17 1209,0 1-1209,-3 2 330,3 2-330,-4 5 0,0 17 0,-13 74-899,9-12 899,-7-12 0,-1-2 0,10-6 0,-18 23 0,17-23 0,-11 0 0,13 2 0,-9-28 0,8-1 0,-8-1 0,8-16 899,-2 4-899,0-7 0,3 3 0,-3-1 0,-1-2 0,4 3 0,-3-5 0,8-4 0,2-5 0,3-1 0,44-27 0,-28 18 0,33-15 0,-39 16 0,61-16 0,-36 8-239,23-8 0,-1 0 239,-23 13 0,27-16 0,-51 27 0,-4-8 0,3 8 0,-7-3 0,2 0 119,-3 2 1,-5-2-1,-1 4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46.1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24575,'14'0'0,"-4"0"0,19 6 0,-8 0 0,9 5 0,-6-5 0,46 22 0,-7-12 0,26 16-1553,-6-2 0,1-2 1553,5-1 0,-17-1 0,13 4 0,-10-5 0,-22-11 0,-2-1 0,22 8 0,3 2-354,2 6 1,-5-2 353,11 0 0,-19 1 0,-5-4 0,-18-17 0,0 6 0,8-8 0,-16 7 0,34 3 2979,-41-8-2979,23 7 834,-31-13-834,-4 7 0,3-7 0,1 8 0,-3-8 0,2 3 0,-9-4 0,-3 4 0,2-3 0,-3 3 0,5-4 0,-1 0 0,1 0 0,3 0 0,-2 0 0,7 0 0,-3 0 0,4 0 0,0 0 0,-4 0 0,-2 5 0,-3-4 0,-1 3 0,-8-4 0,-2 0 0,-13-4 0,-11-10 0,-17-23 0,-3 5 0,-19-30-709,2-7 709,15 23 0,-4-22 0,27 41 0,0-5 0,-3-7 0,11 21 0,2-6 709,6 15-709,7-1 0,-4 0 0,10 5 0,0 1 0,9 8 0,30 35 0,-22-21 0,21 25 0,-8-8 0,-15-15 0,24 31 0,-28-30 0,10 18 0,-14-21 0,1 10 0,0-13 0,-7-1 0,16 15 0,-15-16 0,14 15 0,-15-18 0,8 4 0,-4 0 0,-1-8 0,1 7 0,-1-8 0,1 5 0,-5-1 0,3 1 0,-2-5 0,3 3 0,-4-2 0,4-1 0,-8 3 0,7-7 0,-7 8 0,4-4 0,-1 0 0,-3 4 0,-15 4 0,0 3 0,-15 3 0,-21 10 0,-29 4-420,33-15 0,-2 0 420,-8 1 0,3-2 0,-1 0 0,-5 0 0,31-11 0,1 4 0,-2-9 0,23 8 0,-7-8 840,8 3-840,-1 0 0,-2-3 0,7 3 0,-3-4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11.1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96 24575,'4'-9'0,"-2"-1"0,6 1 0,-7-1 0,7 0 0,-2 5 0,3-8 0,1 11 0,-1-11 0,1 12 0,3-7 0,-2 7 0,3-4 0,-5 5 0,1 0 0,-5 5 0,-1 0 0,1 4 0,0 1 0,4 8 0,-3-6 0,2 5 0,-7-7 0,3 0 0,-4 3 0,-6 12 0,-5 28 0,-22 23 0,13-16 0,-3-14 0,1-3 0,6-6 0,-9 12 0,13-21 0,7-18 0,-4 4 0,8-4 0,-7-5 0,2 3 0,1-2 0,1 3 0,0-4 0,7 0 0,-2-5 0,8 0 0,1 0 0,3 0 0,-2 0 0,3 0 0,-5 0 0,15 0 0,-11 0 0,11 0 0,-10 0 0,-4 0 0,4 0 0,-9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12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 10803,'4'-10'0,"1"1"5013,5-1-5013,-1 5 2396,1-4-2396,-1 8 1376,-4-7-1376,4 7 4987,-4-4-4987,5 5 0,-1 0 0,1 5 0,-1-4 0,1 7 0,-5-3 0,3 1 0,-7 2 0,4-3 0,-5 9 0,0-3 0,4 2 0,-3-3 0,3 14 0,-4-11 0,0 11 0,0-10 0,0-4 0,0 4 0,0-5 0,0 1 0,0-1 0,0 1 0,-4-5 0,3 4 0,-8-4 0,8 4 0,-7-3 0,2-2 0,1 0 0,-4-3 0,4 3 0,-5-4 0,1 0 0,-1 0 0,1 0 0,-1-4 0,5-1 0,-4-5 0,8 1 0,-7-1 0,6 0 0,-2 1 0,0-1 0,3 1 0,-3-1 0,4 0 0,0 1 0,0-1 0,4 5 0,-3-4 0,7 4 0,-2-5 0,3 1 0,1-1 0,-1 5 0,-4 0 0,0 5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12.9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73 24575,'13'-13'0,"-2"2"0,7-3 0,-3 0 0,0 8 0,-2-7 0,-3 12 0,-1 1 0,1 9 0,-1 10 0,1-3 0,-1 6 0,-3 3 0,2-7 0,-7 6 0,3-15 0,-4 1 0,0-1 0,0 1 0,0 3 0,0-2 0,0 7 0,0-8 0,-4 4 0,3-4 0,-8-1 0,8 1 0,-7-5 0,7 3 0,-8-7 0,4 8 0,-5-8 0,1 3 0,-5-4 0,-1 0 0,-4 0 0,0 0 0,4-4 0,1 3 0,4-3 0,1-1 0,-1 0 0,1-5 0,-5-8 0,3 7 0,1-8 0,2 10 0,7-1 0,-3 1 0,4-1 0,0 0 0,0 1 0,0-1 0,4 5 0,-3-4 0,3 8 0,-4-3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8:37.6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2:21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959 1 24575,'0'19'0,"10"39"0,5 23 0,-9-23 0,1 7 0,1 4 0,2 7 0,-3-4-2011,-5 6 0,-1 0 2011,7-6 0,2 4 0,-2-8 0,-6-7 0,-1-7 628,11 25-628,-12-19 792,0-28-792,0-1 0,0-2 0,0 1 2065,0-13-2065,0 7 537,0-10-537,0-4 0,0 18 0,0-10 0,0 11 0,0 21 0,0-28 0,0 37 0,0-31 0,0 35 0,0-16 0,0 15 0,0 1 0,0-30 0,0 47 0,0-47 0,0 19 0,0 8 0,0-2 0,0 31 0,0-31 0,0-8 0,0 0 0,0 28 0,0-15 0,-6 1 0,0-5 0,3-27 0,-4 28 0,2 2 0,5-19 0,0 30-429,-7-22 1,0 0 428,4 17 0,-11 16 0,1 4-1324,9 11 1324,-17-1 0,0-3 0,13-11 0,-10-24 0,1 5 0,15 10 0,2-4 0,-12-3 0,11 12 0,0 6 0,-8-18 0,-2-5 0,4-11 0,0 0 0,-1 14 0,-1-1 0,-11 18 0,19-29 0,0 2 0,-9-7 0,0 1 0,9 6 0,0-2-829,-15 8 829,7 1 0,1 0 0,-1-1 0,-3 2 0,3-3-210,7-19 210,-4 21 0,0-10 0,-2 4 0,2-8 0,-1 1 0,0 6 0,-2-3 754,-7 10-754,14-21 1303,-14 21-1303,14-16 0,-9 15 0,-2 1 917,4-6-917,1-3 0,1-3 0,0-9 0,1 0 246,5-1-246,-6 1 0,7 0 0,-6 0 0,6 18 0,-1 5-803,-15 19 803,15-19 0,-1 0 0,-18 19 0,18-16 0,-18 21 0,18-1 0,-18 1 0,13-15 0,2 1 0,-1-23 0,-1 0-295,-4 23 1,2-1 294,7 15 0,-8 0 0,0-1 0,8-20 0,-18 16 0,17-16 0,-13 0 0,15 15 0,-5-36 0,1 6 778,4-14-778,-3-7 0,4 0 0,-6 7 0,4-7 0,-4 10 0,6 20 0,0 6 0,-10 21 0,8 0-69,-9-35 0,0 1 69,8 39 0,-9-30 0,-1 3 0,5 10 0,1 0 0,0-16 0,-1 3-533,-1 6 0,-1 7 0,3-13 533,3 9-334,-6-13 0,1-7 334,8-24 666,-3 24-666,-6 15 0,7 8 0,-16 10 0,16 11 0,-13-24-350,15-21 0,1 0 350,-17 16 0,16-12 0,0-2 0,-9 5 0,4-9 0,2 0 0,2 4 0,-18 35 0,17-1-4744,-6-20 4744,1-4 0,2-2 0,3-15 215,-3 14 1,-2 1-216,-2-5 0,8 32 0,-8 0 0,0 0-319,7-1 319,-6-20 514,9-15-514,0-14 6592,0 14-6592,0-6 81,0 16-81,0-21 498,0-15-498,0 1 0,0-3 0,0-3 0,0 3 0,0 3 0,0-11 0,0 8 0,0-11 0,0-1 0,0-2 0,0 7 0,0-8 0,0 19 0,0-12 0,0 8 0,0-7 0,0 7 0,0-8 0,0 11 0,0-17 0,0 3 0,0-5 0,0 1 0,0-1 0,0 1 0,0-5 0,0-1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2:24.0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56 24575,'5'-5'0,"0"0"0,9 5 0,-4 0 0,4 0 0,-5 0 0,15 0 0,-6 0 0,21 0 0,-17 0 0,62 0 0,15 0 0,-11 0-2262,-18 0 1,11 0 0,0 0 2261,-6 0 0,-1 0 0,-4 0 0,10 0 0,2 0-606,-3 0 0,5 0 1,-8 0 605,-5 0 0,-6 0-562,3 6 1,0 0 561,-1-5 0,1 1 0,-2 10 0,4 0 0,0-9 0,6-4 0,-3 2-707,5 12 1,0-1 706,22-10 0,-2-1 0,-30 4 0,-6 2 0,32 2 0,-39-7 0,0-1 4628,34 9-4628,-28-9 0,6-2 0,-2 1 0,5 0 0,-2 0 324,19 0 1,1 0-325,13 0 0,-4 0 0,-30 0 0,-4 0 0,-6 0 0,1 0 0,10-1 0,0 2 0,-12 3 0,2 2 0,37-5 0,1 0 0,-32 4 0,2 0-169,4-4 0,6-2 0,-6 1 169,2 0 0,-3 0 0,10 0 0,-1 0 0,-10 0 0,-1 0 0,1 0 0,0 0 0,0 0 0,-1 0 0,1 0 0,0 0 0,0 0 0,-1 0 0,-8 0 0,-3 0 896,0 0 0,-2 0-896,35 0 0,-1 0 0,1 0 0,0 0 0,0 0 0,-1 0 0,-33 0 0,0 0-649,39 0 649,-30 0 0,2 0 0,-8 0 0,-1 0 0,0 0 0,1 0 0,7 0 0,0 0 0,-8 0 0,1 0 776,9 0 1,2 0-777,-2 0 0,1 0 0,0 0 0,0 0 370,-1 0 0,1 0-370,10 0 0,1 0-842,1-1 1,1 2 841,10 5 0,1 1 0,-1-5 0,0 0-2402,0 5 0,1-1 2402,-26-5 0,3-1 0,-1-1 0,1 1 0,0 0 0,1 0-716,6 0 0,1 0 0,0 0 716,-1 0 0,1 0 0,-1 0-247,1 0 1,-1 0-1,1 0 247,-1 0 0,0 0 0,1 0 0,-1 0 0,1 0 0,-1 0 0,1 0 0,-1 0 0,1 0 0,-1 1 0,0-1 0,1-1 0,6-3 0,1-2 0,-1 1 0,-5 3 0,-1 2 0,3-2 0,9-3 0,2-1 0,0 2 0,-6 3 0,-1 1 0,2 1-209,6-1 0,0 0 0,0 0 209,-6 0 0,-1 0 0,-1 0 0,0 0 0,0 0 0,-1 0 0,-6 0 0,-1 1 0,0-2 0,0-4 0,1 0 0,-1 0 0,1 3 0,-1 2 0,1-2 628,-1-2 1,0-2-1,1 2-628,-1 3 0,1 1 0,-1 1 0,1-1 0,-1 0 0,1 0 0,-1 0 0,1 0 0,-1 0 0,0 0 0,1 0 0,-1 0 0,1 0 0,-1 0 0,1 0 0,-1 0 0,1 0 0,-1 0-535,0 0 0,0 0 0,1 0 535,6 0 0,1 1 0,0-2 0,-6-3 0,-1-2 0,2 1 312,10 4 1,3 1-1,-2-2-312,-4-7 0,-1-3 0,-1 3 0,2 6 0,-1 3 0,0-1 249,-2-4 0,1-1 1,-1 2-250,1 2 0,-1 3 0,0 0-37,-4-1 1,-1 0 0,0 0 36,-2 0 0,1 1 0,-1-2 0,-1-4 0,0 0 0,-1 0 0,-4 3 0,-1 2 0,1-2 0,5-2 0,2-2 0,0 2 0,-1 3 0,0 1 0,1 1 397,6-1 0,1 0 1,-1 0-398,-4 0 0,-2 0 0,2 0 0,11 0 0,1 0 0,-1 0 22,-11 0 0,-2 0 0,1 0-22,6 0 0,0 0 0,-1 0 0,-6 0 0,0 0 0,-2 0-356,-5 0 1,0 0 0,-2 0 355,1 0 0,-1 0 0,-1 0 0,24 1 0,0-2 528,-24-3 0,1-2 1,1 1-529,-1 3 0,2 2 0,0-2 0,4-2 0,1-2 0,5 2 0,4 3 0,7 1 0,0 0 0,-5 1 624,3-1 1,-5 0 0,4 0-625,-7 0 0,5 0 0,-1 0 0,-6 0 0,0 0 0,-4 0 0,-5 0 0,5 0 0,-4 0 0,8 0 0,-7 0 0,-4 0 792,-15 0-792,7 0 3501,-33 0-3501,54 0 672,-55 0-672,24 0 2461,-31 0-2461,11 0 0,-13 0 0,7 0 0,-10 0 0,-4 0 0,0 0 0,-6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5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24575,'9'0'0,"1"0"0,-1 0 0,1 0 0,-1 0 0,1 0 0,-1 0 0,1 0 0,-1 0 0,1 0 0,-1 0 0,1 0 0,-1 0 0,1 0 0,-1 0 0,1 0 0,-1 0 0,1 0 0,-5 0 0,-1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6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24575,'9'0'0,"1"0"0,-1 0 0,1 0 0,-1 0 0,1 0 0,-1 0 0,1 0 0,-1 0 0,1 0 0,-1 0 0,1 0 0,-5 4 0,-1-3 0,-4 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7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12847,'9'0'0,"1"0"4636,3 0-4636,-2 0 2038,3 0-2038,-5 0 1132,1 0-1132,-1 0 3922,1 0-3922,-1 0 0,1 0 0,-1 0 0,-3 0 0,-2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8.7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24575,'9'0'0,"1"0"0,-1 0 0,1 0 0,-1 0 0,1 0 0,-1 0 0,1 0 0,-1 0 0,1 0 0,-1 0 0,-3-4 0,2 3 0,-7-3 0,4 4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9.7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24575,'10'0'0,"-1"0"0,1 0 0,-1 0 0,1 0 0,-1 0 0,1 0 0,-1 0 0,-3-4 0,2 3 0,-3-3 0,9 4 0,-3 0 0,2 0 0,-3 0 0,-1 0 0,-3 0 0,-2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1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24575,'14'0'0,"1"0"0,4 0 0,0 0 0,0 0 0,-5 0 0,0 0 0,-4 0 0,-1 0 0,1 0 0,-1 0 0,1 0 0,-1 0 0,1 0 0,-1 0 0,1 0 0,-1 0 0,1 0 0,-1 0 0,-4 0 0,0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3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24575,'10'0'0,"-1"0"0,1 0 0,-1 0 0,1 0 0,-1 0 0,1 0 0,-1 0 0,1 0 0,-1 0 0,1 0 0,-1 0 0,1 0 0,-1 0 0,1 0 0,-1 0 0,1 0 0,-1 0 0,1 0 0,-1 0 0,1 0 0,-1 0 0,1 0 0,-1 0 0,1 0 0,-1 0 0,5 0 0,-3 0 0,2 0 0,1 0 0,-3 0 0,7 0 0,-4-4 0,1 3 0,-1-3 0,0 4 0,-4 0 0,4 0 0,-4 0 0,-1 0 0,1 0 0,-1 0 0,1 0 0,-1 0 0,-4 0 0,0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6.3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24575,'0'36'0,"0"25"0,0-20 0,0 30 0,0-41 0,0 2 0,0-18 0,0-3 0,0 2 0,0-3 0,0-1 0,0-3 0,0-2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7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24575,'0'14'0,"0"1"0,0 4 0,0-4 0,-5 3 0,4-3 0,-3 4 0,4 0 0,0 0 0,0-5 0,0 0 0,0-4 0,0-1 0,0 1 0,0-1 0,0 1 0,0-1 0,0-4 0,0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8.2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0 24575,'0'10'0,"-10"53"0,7-25 0,-7 33 0,10-42 0,0-14 0,0-2 0,0 1 0,0-3 0,0-2 0,0-5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8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0 24575,'0'19'0,"0"-4"0,0 13 0,0-1 0,-4 5 0,3-3 0,-3-14 0,4-1 0,0-5 0,0 1 0,0-5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9.6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 24575,'0'9'0,"0"5"0,0 1 0,0 4 0,0 31 0,0 10 0,0 34-1262,1-8 1,-2 3 1261,-4-29 0,0-5 0,3 33 0,-8-25 600,10-21-600,0-10 0,4-12 0,1-15 0,1-6 0,-2-4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0.7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24575,'0'14'0,"0"0"0,0 10 0,0 3 0,5 5 0,-4-7 0,3-11 0,-4-5 0,4-3 0,-3 2 0,3-3 0,-4 5 0,0-1 0,5 5 0,-4 1 0,3 14 0,-4-7 0,0 7 0,0 62 0,0-43 0,0 46 0,0-65 0,0-10 0,0-4 0,0-6 0,0-4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1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24575,'0'32'0,"0"7"0,0-17 0,0 17 0,0-7 0,0-1 0,0 9 0,0-19 0,0 4 0,0-11 0,0-4 0,0-1 0,0 1 0,0-1 0,0-4 0,0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2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0 24575,'0'19'0,"-10"31"0,7-23 0,-7 23 0,10-31 0,0 0 0,0-4 0,0-1 0,0-5 0,0 1 0,0-1 0,0 1 0,0-1 0,0 1 0,0-1 0,0 1 0,4-1 0,-2 1 0,2-5 0,-4-1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8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60 24575,'5'-9'0,"0"-1"0,4 1 0,1 3 0,-1-2 0,1 7 0,-1-8 0,1 8 0,-1-3 0,1 4 0,-1 0 0,-3 4 0,-2 1 0,-4 5 0,4-1 0,-3 1 0,3-1 0,-4 1 0,0-1 0,0 5 0,0-3 0,0 2 0,0-3 0,-4-1 0,3 1 0,-7-1 0,6 1 0,-2-1 0,0-3 0,3 2 0,-8-7 0,8 8 0,-7-8 0,2 3 0,-3-4 0,-1 0 0,1 0 0,-1 0 0,0 0 0,1 0 0,-1 0 0,0 0 0,5-4 0,1-2 0,4-3 0,0-1 0,0 0 0,0 1 0,0-1 0,0 1 0,0-5 0,0 3 0,4-7 0,1 7 0,5-7 0,-1 8 0,1-4 0,-1 4 0,1 1 0,-1 3 0,1 2 0,-1 4 0,1 0 0,-5 4 0,4-3 0,-8 8 0,7-8 0,-7 7 0,8-7 0,-8 8 0,3-4 0,-4 4 0,0 5 0,0-3 0,4 3 0,-3-5 0,3 1 0,-4 3 0,0-2 0,0 3 0,0-5 0,0 1 0,0-1 0,0 1 0,-4-1 0,3 1 0,-7-5 0,2-1 0,-3-4 0,-1 0 0,5-4 0,-4 3 0,8-8 0,-3 4 0,4-5 0,0 1 0,0-1 0,4 5 0,-3-4 0,3 12 0,-4-2 0,0 9 0,0-1 0,0 1 0,0-1 0,-4 1 0,3-1 0,-8-3 0,4-2 0,-5-4 0,1 0 0,4-4 0,0-2 0,5-3 0,0-1 0,0 0 0,0 1 0,4 3 0,2-2 0,3 7 0,1-8 0,3 4 0,-2 0 0,3-4 0,-5 8 0,1-3 0,-5 8 0,-1 1 0,-4 5 0,0-1 0,0 1 0,0-1 0,-4 1 0,3-1 0,-8 5 0,4-8 0,0 7 0,-4-12 0,8 8 0,-7-8 0,2 3 0,-3-4 0,-1 0 0,0 0 0,1-4 0,-1 2 0,1-6 0,-5-6 0,3 2 0,-3-6 0,9 9 0,-4-1 0,8 0 0,-3 1 0,4-5 0,0 3 0,0-3 0,0 5 0,0-1 0,0 1 0,4 3 0,1 2 0,5 4 0,-1 0 0,-3 4 0,2-3 0,-3 4 0,5-1 0,-1 1 0,1 0 0,-5 4 0,4-4 0,-8 5 0,7-1 0,-7 1 0,3-1 0,-4 1 0,0-1 0,0 1 0,0-1 0,-4-4 0,3 4 0,-7-8 0,7-1 0,-4-5 0,5-5 0,0 0 0,5 1 0,0 3 0,4-2 0,1 7 0,-5-4 0,-1 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5.4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 0 14783,'5'10'0,"-1"3"4107,2 12-4107,-4 28 0,14 15 0,-14 0 0,8 15 1694,-10-46-1694,0 13 918,0 0-918,-12 29 0,5-16 0,-12 18 0,3-29 3073,7-19-3073,-5 16 0,13-34 0,-8-1 0,8 0 0,-3-4 0,4-1 0,0 1 0,0-1 0,0-4 0,0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5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24575,'0'10'0,"4"-5"0,-3 3 0,12-7 0,-7 8 0,8-8 0,10 9 0,3-8 0,36 4 0,26 6 0,5-9 0,-38 8 0,-3 0 0,1-9 0,5 8 0,-32-10 0,15 0 0,-14 0 0,-4 0 0,-15 0 0,1 0 0,-1 0 0,1 0 0,-5 0 0,-1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6.7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1 165 12302,'5'4'0,"3"1"4757,-7 5-4757,8-5 2135,-8 3-2135,7-6 1195,-2 2-1195,3-4 4186,-4 4-4186,4-3 0,0 3 0,6-4 0,4 0 0,10 0 0,-11-4 0,10 3 0,17-23 0,-8 13 0,26-23 0,-35 20 0,0-3 0,-22 7 0,7 0 0,-12 1 0,3-1 0,-8 1 0,3-1 0,-12-4 0,7 3 0,-8-2 0,0 7 0,3 2 0,-3 4 0,5 0 0,3 4 0,2 1 0,4 5 0,0-1 0,0 1 0,0 0 0,0-1 0,0 5 0,0-4 0,6 18 0,-4-14 0,8 5 0,-9-10 0,8-4 0,-8 4 0,20 9 0,-4-2 0,7-1 0,-2-2 0,-11-12 0,7 7 0,-8-7 0,8 8 0,-3-8 0,14 9 0,-7-4 0,17 1 0,-7 4 0,18-10 0,-16 5 0,-5-6 0,-20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7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125 1 24575,'-15'0'0,"2"0"0,3 4 0,0-3 0,1 7 0,-1-2 0,1-1 0,-1 3 0,0-2 0,1-1 0,-1 3 0,5-2 0,1 3 0,4 1 0,0-1 0,0 1 0,0 3 0,4-2 0,1 3 0,5-5 0,13 3 0,5 6 0,14-3 0,0 5 0,0 0 0,-1-4 0,-13 2 0,10-5 0,-10 6 0,34 0 0,-14 2 0,14 2 0,-30-9 0,-7-1 0,-11-4 0,-5-4 0,-4 5 0,0-1 0,-5 1 0,0-1 0,0 1 0,0-1 0,-5 1 0,-4 3 0,-2-2 0,-7 3 0,7-5 0,-2-4 0,-1 4 0,-1-8 0,-4 3 0,4-4 0,1 0 0,4 0 0,-3 0 0,2 0 0,-7 0 0,7-4 0,-17-10 0,19 7 0,-10-5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8.1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24575,'9'19'0,"16"45"0,2 6 0,-12-23-1229,20 43 1,0 5 1228,-17-11 31,2-37 1,0 0-32,1 37 570,-7-53-570,-3-2 0,-6-14 0,4-5 1232,1-6-1232,-1-4 592,1 0-592,-1 0 0,1 0 0,-1 0 0,1 0 0,-1 0 0,-3-4 0,2 3 0,-7-4 0,3 5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8.8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14067,'4'-5'0,"1"0"4318,5 5-4318,-1 0 1822,1 0-1822,4 0 995,-4 0-995,18 0 3373,-15 5-3373,26-4 0,-26 7 0,11-7 0,-11 8 0,2-8 0,14 9 0,-11-8 0,20 10 0,-21-6 0,8 1 0,-11-3 0,0 0 0,31-3 0,-18 8 0,54 2 0,-54-5 0,19 9 0,-28-14 0,-8 3 0,8 0 0,-7-3 0,2 3 0,-3-4 0,-1 0 0,1 0 0,0 0 0,-1 0 0,1 0 0,-5 0 0,-1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24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24575,'10'0'0,"-1"0"0,1 0 0,-1 0 0,1 0 0,-1 0 0,1 0 0,-1 0 0,1 0 0,-1 0 0,-3-4 0,2 3 0,-3-3 0,5 4 0,-1 0 0,1 0 0,-1 0 0,1 0 0,-1-5 0,1 4 0,-1-3 0,-3 4 0,-2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26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 0 24575,'10'0'0,"-1"0"0,1 0 0,-1 0 0,1 0 0,-1 0 0,1 0 0,-1 0 0,1 0 0,-24 0 0,10 0 0,-24 0 0,13 0 0,0 0 0,1 0 0,4 0 0,1 0 0,-1 0 0,0 0 0,1 0 0,-1 0 0,1 0 0,-1 0 0,5 0 0,0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5.1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15 24575,'5'-5'0,"0"1"0,0-1 0,4 4 0,-8 1 0,3 6 0,-4 3 0,0 1 0,0-1 0,0 1 0,0-1 0,0 1 0,0-1 0,-4-4 0,3 4 0,-8-8 0,4 3 0,-5-4 0,0 0 0,1 0 0,-1 0 0,5-4 0,1-1 0,4-5 0,4 0 0,1 5 0,0-4 0,4 4 0,-4-4 0,5 3 0,-1-2 0,1 7 0,-1-4 0,1 5 0,-1 0 0,1 0 0,-1 0 0,1 0 0,-1 0 0,-4 5 0,4 0 0,-8 4 0,7 1 0,-7-1 0,4 1 0,-5-1 0,0 5 0,-5-3 0,0 2 0,0-3 0,-4-1 0,4-3 0,-5-2 0,-4-4 0,8-4 0,2 3 0,5 5 0,3 2 0,-4 8 0,0-5 0,0 1 0,0-1 0,0 1 0,0-1 0,0 1 0,-4-5 0,-6-1 0,-1-4 0,-7-4 0,4-1 0,-6-5 0,6 0 0,4-3 0,1 2 0,8-3 0,-3 5 0,8 3 0,2 2 0,3 4 0,1 0 0,-1 0 0,1 0 0,-1 0 0,1 0 0,-1 0 0,5 0 0,-4 4 0,8-3 0,-7 8 0,3-8 0,-5 3 0,1 0 0,-1-3 0,-4 8 0,-5-8 0,-9-6 0,2-1 0,-1-8 0,8 5 0,0-1 0,0 5 0,0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8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24575,'9'0'0,"1"0"0,4 0 0,-4 0 0,8 0 0,-7 0 0,11 0 0,-6 0 0,3 0 0,-6 0 0,-3 0 0,-1 0 0,5 0 0,-8 0 0,3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8.9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24575,'10'0'0,"-1"0"0,1 0 0,3 0 0,2 0 0,0 0 0,-1 0 0,-5 0 0,1 0 0,-1 0 0,1 0 0,-1 0 0,1 0 0,-5 0 0,-1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9.6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1 24575,'0'9'0,"0"36"0,0-12 0,0 30 0,-12 20 0,3 9 0,-5 1 0,8-26 0,6-29 0,0-20 0,-4 11 0,3-14 0,-4-2 0,5-3 0,0-5 0,0-1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0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1 164 9527,'5'-10'0,"-1"0"5115,1 5-5115,-4-3 2611,7 2-2611,-7-3 1539,8-1-1539,-8-4 5783,7 4-5783,-2-4 0,3 4 0,1 0 0,-1 5 0,-4-3 0,4 2 0,-4 1 0,5-4 0,-1 8 0,-4-7 0,4 7 0,-4-4 0,5 10 0,-5 0 0,3 9 0,-2 0 0,-1 5 0,-1 0 0,-4 0 0,0 0 0,0 0 0,0 11 0,-6 1 0,0 1 0,-6-7 0,7-11 0,-3-5 0,7 5 0,-8-3 0,8 2 0,-8-7 0,4 2 0,0-3 0,-4 5 0,8-1 0,-7-3 0,2-2 0,1-4 0,1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1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24575,'0'13'0,"12"54"0,-9-6 0,9 12 0,-12-16 0,0-39 0,0 11 0,0-10 0,0-4 0,0-2 0,0-12 0,0-16 0,13-13 0,-6-4 0,17-15 0,-11 13 0,3-7 0,-3-2 0,-3 20 0,-3-6 0,2 10 0,-4 9 0,0-4 0,4 9 0,-8-4 0,3 4 0,0-1 0,2 2 0,-1 0 0,-1 3 0,-4-3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2.7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64 22088,'0'10'0,"0"-1"1203,4-4-1203,-3 4 419,3-4-419,0 5 213,-3-1-213,8 1 652,-4-1-652,5 1 0,-1-5 0,-4 3 0,4-2 0,0-1 0,-2 3 0,10-2 0,-11-1 0,12 3 0,-3-7 0,4 8 0,-5-8 0,15 9 0,-16-8 0,11 4 0,-15-6 0,1 0 0,-1 0 0,5 0 0,-4 0 0,8 0 0,-7 0 0,3-4 0,-9-2 0,-1-7 0,-8-2 0,-3-15 0,-4 9 0,0-8 0,1 14 0,5-3 0,-4 7 0,4-3 0,0 4 0,-4 1 0,8-1 0,-7 5 0,6-4 0,-2 4 0,0 0 0,-1 5 0,-1 5 0,-10 19 0,12-11 0,-20 25 0,1 15 0,-14 16 0,12-7 0,-1-2 0,24-43 0,-4 11 0,6-13 0,-4 0 0,3 3 0,-4-8 0,5 4 0,0-4 0,5-5 0,-4 3 0,7-7 0,-3 4 0,5-5 0,-1 4 0,1-3 0,-1 3 0,1-4 0,-1 0 0,1 0 0,-1 0 0,1 0 0,-1-4 0,1 3 0,-1-8 0,5 4 0,-3-5 0,3 5 0,-5-4 0,5 4 0,-4-4 0,4-1 0,-4 0 0,-5 5 0,-1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4.1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158 601 24575,'-9'-5'0,"-6"5"0,-15 1 0,4 7 0,-3-7 0,14 3 0,1 1 0,4-4 0,5 7 0,1-3 0,4 5 0,0-1 0,0 1 0,0-1 0,0 5 0,0-3 0,0 17 0,0-15 0,4 11 0,-3-15 0,3 1 0,1-5 0,-4 4 0,7-8 0,-3 3 0,1 0 0,-2-7 0,0 2 0,-3-9 0,8 1 0,-2-15 0,18-25 0,-4-19 0,8 0 0,-14 15 0,2-7 0,-4 23 0,3-16 0,-3 14 0,-1 7 0,0 0 0,-5 3 0,-3 14 0,1-3 0,-4 3 0,3-4 0,0 4 0,-3 1 0,3 0 0,-4 4 0,0-4 0,5 4 0,-4 1 0,3-1 0,-4 1 0,4-5 0,-3 3 0,3-3 0,-4 5 0,5-1 0,-4 9 0,3 6 0,-4 41 0,-11 18 0,-2 11 0,3 10 0,-1 1-901,-2-3 1,-2-1 900,2 2 0,0-1 0,4-14 0,0-3 0,1-4 0,0 1 0,0 15 0,2-4-396,6 15 396,0-22 0,0-18 0,0-11 0,0-25 0,0 11 1763,0-14-1763,0-1 0,0-4 0,0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9.8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 24575,'14'0'0,"0"0"0,1 0 0,3 0 0,-7 0 0,2 0 0,-3 0 0,-1 0 0,1 0 0,-1 0 0,1 0 0,-1 0 0,-3-5 0,-2 4 0,-4-3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0.9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24575,'14'4'0,"-4"-3"0,4 3 0,-4-4 0,3 4 0,-2-3 0,7 8 0,-3-8 0,12 3 0,-6 0 0,7-3 0,-9 4 0,-5-5 0,4 0 0,-3 0 0,4 4 0,9-3 0,-12 3 0,11-4 0,-17 0 0,4 0 0,-4 0 0,-1 0 0,1 0 0,-1 0 0,1 0 0,-5 0 0,-1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3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1 24575,'-9'0'0,"-1"0"0,5 8 0,-4-1 0,8 6 0,-3 1 0,4-3 0,0 2 0,-4-3 0,2-1 0,2 1 0,1-1 0,4 1 0,-1 4 0,-3-4 0,7 4 0,-6-4 0,2-1 0,-4-4 0,0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4.5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24575,'5'10'0,"-4"3"0,3-2 0,-4 3 0,0-5 0,0 1 0,0-1 0,0 1 0,0-1 0,0 1 0,0-1 0,0-3 0,0-2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5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24575,'0'14'0,"0"-3"0,0 6 0,0 8 0,0-7 0,0 10 0,0-18 0,0 19 0,0-8 0,0 5 0,0-8 0,0-8 0,4-1 0,-3 1 0,4-5 0,-5-1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9.2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49 24575,'5'-10'0,"4"1"0,9-1 0,-1 1 0,10 3 0,-12 2 0,-1 4 0,-5 0 0,1 0 0,-5 8 0,-5-1 0,-5 11 0,-1-8 0,-2 8 0,2-7 0,-3 7 0,3-4 0,-2 5 0,7-4 0,-8 3 0,8-7 0,-3 7 0,0-8 0,-2 4 0,1-4 0,1-1 0,-1-4 0,4 4 0,-7-8 0,3-1 0,-1-6 0,2-7 0,4 2 0,0-3 0,-4 4 0,3-3 0,-4 2 0,10-11 0,0 10 0,4-6 0,1 8 0,-1-4 0,1 4 0,-5-4 0,4 9 0,-4 0 0,4 5 0,1 0 0,-1 0 0,1 4 0,-5 2 0,-1 3 0,1 1 0,-4 4 0,9 10 0,-8-6 0,4 6 0,-6-15 0,0 1 0,0-1 0,0 1 0,0-1 0,-5 1 0,0-1 0,-4 1 0,3-1 0,-2 5 0,-2 1 0,-1 0 0,2-2 0,0-7 0,4-2 0,-5-4 0,1-5 0,3-4 0,-2-2 0,7-7 0,-8 3 0,8 0 0,-3 2 0,4-1 0,0 3 0,0-3 0,0 0 0,0 4 0,0-8 0,0 7 0,0-3 0,0 4 0,4 1 0,1 4 0,5 0 0,-1 5 0,1 0 0,-1 0 0,5 0 0,5 5 0,-3 0 0,2 0 0,-13 4 0,-1 0 0,-4 2 0,0 7 0,0-4 0,0 1 0,0 3 0,-4-3 0,3 4 0,-7 0 0,7-4 0,-4-2 0,1-3 0,3-1 0,-8-3 0,4-2 0,-5-4 0,1-4 0,4-2 0,-4-3 0,8-5 0,-3 3 0,4-7 0,4 7 0,-3-2 0,7 3 0,-7 0 0,8 5 0,-8-3 0,7 6 0,-7 7 0,8 1 0,-8 8 0,3-1 0,-4-2 0,-4 7 0,-6 5 0,0-2 0,-4 7 0,0-13 0,3-2 0,-3-3 0,5-1 0,-1 1 0,1-1 0,-1-8 0,5-2 0,0-13 0,5 4 0,0-4 0,0 8 0,0 2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56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1 24575,'5'5'0,"0"-1"0,4-4 0,1 0 0,4 0 0,-4 0 0,4 0 0,-5 0 0,1 0 0,-1 0 0,1 0 0,-1 0 0,1 0 0,-1 0 0,-8 0 0,-6 0 0,-10 0 0,-4 0 0,4 0 0,-13 0 0,15 0 0,-11 0 0,14 0 0,0 0 0,1 0 0,-1 0 0,1 0 0,-1-4 0,0 3 0,1-3 0,3 4 0,2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59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164 97 24575,'-4'5'0,"-1"4"0,-5-4 0,0 0 0,1 4 0,-5-8 0,3 3 0,-3-4 0,5 0 0,-1 0 0,1 0 0,-1 0 0,0 0 0,1-4 0,-1 3 0,5-8 0,1 4 0,-1-1 0,4-2 0,-3 2 0,4-3 0,0-1 0,4 5 0,-3-4 0,8 4 0,-4-5 0,4 5 0,1-3 0,-1 6 0,1-2 0,-1 0 0,1 3 0,-5 1 0,4 1 0,-8 7 0,7-11 0,-7 2 0,12-9 0,-11 1 0,11 3 0,-8 2 0,4 8 0,-3 2 0,-2 3 0,-4 1 0,0-1 0,0 1 0,0-1 0,0 1 0,0-1 0,0 1 0,0-1 0,0 1 0,-4-1 0,3 1 0,-4-1 0,1-3 0,3 2 0,-3-3 0,-1 1 0,4 2 0,-7-7 0,3 3 0,-5-4 0,0 0 0,1 0 0,-1 0 0,0 0 0,5-4 0,1-1 0,0-5 0,3 0 0,-4 1 0,5-5 0,0 3 0,0-3 0,0 5 0,0-5 0,0 3 0,0-2 0,4 7 0,2 2 0,3 4 0,1 0 0,-1 0 0,-3 4 0,-2 1 0,-4 5 0,4 4 0,-3-4 0,3 4 0,-4-5 0,0 1 0,0-1 0,0 1 0,-4-5 0,3-5 0,-3-5 0,8-5 0,-3 1 0,7-5 0,2-1 0,0 4 0,4 3 0,-9 12 0,4 1 0,-8 5 0,3-1 0,0-3 0,-3 2 0,4-3 0,-5 5 0,0-1 0,0 1 0,-5-5 0,4 3 0,-3-6 0,4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4.9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22596,'4'-5'0,"1"1"964,5 4-964,-1 0 333,1 0-333,-1 0 168,1 0-168,-1 0 514,1 0-514,-5 4 0,4-3 0,-4 12 0,0-7 0,4 8 0,-8-5 0,3 1 0,-4-1 0,0 1 0,0-1 0,0 1 0,0-1 0,-4-4 0,-2 0 0,-3-5 0,-1 0 0,0 0 0,1 0 0,3-5 0,-2 4 0,3-7 0,-1 2 0,2 1 0,4 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5.6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0 116 24575,'0'-10'0,"5"1"0,-4-1 0,7 0 0,-3 1 0,5-1 0,-1 1 0,1-5 0,-1 3 0,1-3 0,-1 9 0,1 1 0,-5 8 0,-1 1 0,-4 5 0,0-1 0,0 1 0,0-1 0,0 1 0,0-1 0,0-4 0,0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6.6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98 24575,'1'4'0,"-2"2"0,-9-1 0,5 3 0,7-25 0,-1 12 0,18-33 0,-7 20 0,6-7 0,-4 16 0,-4 0 0,-5 12 0,-1-2 0,-8 9 0,3-1 0,-4-3 0,5-2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7.4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641 912 24575,'-5'10'0,"-4"-5"0,0 3 0,-6-2 0,4 3 0,-2 1 0,4-1 0,-2-3 0,-7-2 0,7-13 0,-39-74 0,16 28 0,-4-6-1445,1-5 0,-3-7 0,0 1 1445,2 7 0,-1 0 0,2 0 0,3 0 0,1 1 0,4 5-37,1 3 1,5 7 36,-2-17 0,21 60 0,4 7 0,0 5 0,0-2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8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24 357 24575,'-12'-32'0,"4"-28"0,4 15 0,14-41 0,-1 30 0,11 3 0,-8 33 0,-2 15 0,-2 15 0,-7 15 0,3-4 0,-4 4 0,0-7 0,-4-3 0,3-9 0,-3-3 0,4-12 0,0 3 0,0 2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8.9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 24575,'6'4'0,"-2"1"0,-4 5 0,0-1 0,0 36 0,0-12 0,0 29 0,0-30 0,0-3 0,0 0 0,-4-7 0,-2 3 0,-3-16 0,-1-9 0,0-9 0,1-6 0,-16-35 0,15 31 0,-9-20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9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476 295 12164,'-6'-5'0,"2"0"4786,0-5-4786,3 1 2159,-8 3-2159,8-2 1212,-12 3-1212,3-5 4254,-19-8-4254,-24-9 0,-36-15 0,16 4 0,4 7 0,30 11 0,22 6 0,-13 1 0,20-1 0,-3 9 0,12-4 0,-3 8 0,4-3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0.3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24575,'5'4'0,"4"6"0,-4 0 0,13 18 0,-11-15 0,5 11 0,-12-14 0,0-1 0,0 1 0,5-5 0,4-9 0,6 2 0,4-11 0,10 12 0,-12-4 0,7 5 0,-10 5 0,-4 4 0,4 2 0,-4 7 0,-1-8 0,-3 4 0,-2-4 0,-4-1 0,0-4 0,0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1.2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10 160 24575,'-4'-14'0,"3"-1"0,-4-4 0,5 4 0,0 1 0,0 4 0,5 5 0,0 1 0,0 8 0,4-3 0,-8 7 0,7-6 0,-7 6 0,3-11 0,-4-3 0,0-8 0,5-6 0,0 1 0,4 9 0,-3-3 0,2 12 0,-7 1 0,3 9 0,-4 2 0,0 3 0,-4-1 0,3-2 0,-8 3 0,8-9 0,-3-1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2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 74 17363,'-14'-5'0,"3"4"3216,2-7-3216,4 2 1237,10-3-1237,0-5 653,0 3-653,-1-3 2106,1 9-2106,-4 5 0,3 1 0,-4 3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2.7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10 642 24575,'-5'10'0,"0"-9"0,5-7 0,5-9 0,-4-4 0,27-52 0,2-13-1373,18 12 0,7-4 1373,-17 11 0,2 3 0,22 7 0,-2 6 0,-10-4 0,-1 29 0,-34 22 0,-5 2 0,3 10 0,-12 5 0,3 14 0,-4 23 0,-12 37 658,-2-21 0,-2 0-658,4-18 0,-1-1 0,-8 7 0,1-8 0,6-20 0,-8 0 0,12-18 0,-4 0 0,4-6 0,1-4 1430,-1-8-1430,0-3 0,-1-18 0,5 16 0,0-6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3.3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0 330 8191,'30'-11'0,"-9"1"5063,4-2-5063,-11 7 2818,-9-4-2818,5-11 1719,-4 3-1719,38-64 6784,-10 30-6784,16-24 0,-23 45 0,-14 22 0,-3 12 0,-5 1 0,9 40 0,-1 13 0,-1 1 0,-2 5 0,-16-32 0,0-5 0,-2-3 0,0-19 0,7 0 0,-3-5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3.9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64 24575,'-1'5'0,"2"-5"0,8-6 0,1-7 0,-1 2 0,5-7 0,-8 7 0,7 2 0,-12 9 0,3 5 0,-4 4 0,0 1 0,0 4 0,-4 0 0,3 1 0,-8-5 0,8-2 0,-7-7 0,7 8 0,-4-8 0,5 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4.3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98 670 24575,'-19'0'0,"4"0"0,1 0 0,4 0 0,5-4 0,1-2 0,4-3 0,0-1 0,0 1 0,-14-78 0,11 58 0,-6-47 0,4-11 0,17 2 0,1 22 0,7 0 0,6 15 0,7 9 0,46 4 0,-11 16 0,-20 19 0,-10 12 0,-29-5 0,14 15 0,-22-7 0,3 4 0,0 0 0,-2-4 0,2-6 0,-4-5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52.7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9886 24575,'5'-5'0,"0"-4"0,4 8 0,15-9 0,-11 4 0,46-21 0,-26 11 0,20-9 0,28-7 0,-49 18 0,29-10 0,0-2 0,-29 7 0,29-6 0,1 0 0,-30 6 0,49-12 0,-29 5 0,-19 11 0,16-10 0,-3 0 0,-20 11 0,19-14 0,0-1 0,-16 11 0,30-27 0,-40 34 0,10-11 0,19-9 0,5-4-2501,17-21 2501,-14 12 0,11-6 0,-8 5 0,-13 11 0,-1 1 0,16-20 0,4-2 0,11 3 0,3 0 0,-19 11 0,2-3 0,0 1-1186,-1 0 1,0-1-1,4-2 1186,2-1 0,5-3 0,-1 1 0,-10 7 0,2 2 0,-5 0-865,-3-2 0,3-4 0,0 1 865,4 1 0,0 1 0,-8 4-903,-14 6 1,1-1 902,31-23 0,12-8 0,-16 12 766,-9 10-766,-3-3 0,11-10 0,-11 10 0,3 3 0,-7 1 0,7-7 0,-10 9 0,-5 6 0,1-1 0,-2 1 2642,-11 10-2642,12-9 0,3-3 0,18-20 1092,-20 20 0,3-2-1092,14-8 0,-2 1 0,10-12 0,-13 19 0,-1-2 0,8-22 0,10 6 0,0-1 0,2-1 0,-30 24 0,1 0 741,34-25 0,-2 2-741,0-1 0,0 0 0,2 1 0,-1-2 0,-5-2 0,-23 22 0,8-4 0,-9 5 0,9-13 0,-5 13 0,11-5 0,-7 4-397,-9 5 0,-1 0 397,11-6 0,7-4 0,-6 3 0,-5-1 0,-3 2 0,1 0 0,0-1 0,0 0 0,1 0 0,-1 0 0,0 1 0,-4 7 0,0 1 0,3-7 0,0 1 0,-2 4 0,-2 3 0,30-27 0,-31 21 0,5-2 0,25-11 0,2-1-976,-17 5 0,3 0 976,-2 5 0,7-2 0,-7 2 0,4-10 0,-5 2 0,0 6 0,0 0-379,7-6 1,0-1 378,-15 10 0,1-2 0,-1 4 0,3-2 0,-2 1 0,4-6 0,0-1 0,-4 7 0,2-1 0,-3 2 0,2-4 0,-2 2 0,5 0 0,0-1 0,5-9 0,-2 0 0,-7 7 0,1 0 0,10-5 0,6-3 0,-2 0 0,4-3 0,-2 1 0,-18 14 0,-1 1 0,3-3-418,5-3 1,6-3 0,-1-1 0,-5 3 417,0-4 0,-5 2 0,1 1 0,7 1 0,1 1 0,0-1 0,-1-4 0,1 0 0,-1 1 0,1 4 0,-1 1 0,1-1 0,-1-4 0,1-2 0,-1 2 0,1 2 0,0 2 0,-1-1 0,-1 2 0,0 1 0,-2-1 0,-3 2 0,-1 0 0,0 1 0,4 2 0,1 1 0,-2 0 0,14-16 0,-1 1 589,8-1 1,-1 2-590,-12 10 0,-2 1 0,-5-1 0,-1 0 84,0 0 0,-1 1-84,-10 7 0,0 1 0,3-8 0,0 2 312,-8 14 0,1 0-312,13-15 0,0 0 0,-12 15 0,0 0 0,12-14 0,0-2 0,-9 8 0,0-1 0,10-1 0,1-1 0,-5-5 0,-1 2 0,2 11 0,-2 1 0,-10-10 0,-2 1 0,43-12 0,-42 12 0,0-1 0,37-22 0,-34 27 0,1-2 0,-4-2 0,-1 0 0,39-24 0,-34 28 0,-1-1 0,22-32 0,-4 24 3176,-22 3-3176,-14 19 169,-14 9-169,-2 3 2123,-3-2-2123,-1 2 1117,1 1-1117,4-4 0,-4 4 0,4-4 0,-5-1 0,-3 5 0,-2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01.9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1657 24575,'18'23'0,"-3"-9"0,0 15 0,6-1 0,-10-11 0,12 12 0,-8-10 0,-1 1 0,8 13 0,-14-15 0,13 10 0,-20-18 0,7-5 0,-6 4 0,6-8 0,-3-1 0,5-10 0,8-13 0,25-50 0,-14 20 0,4-8-1690,11-11 0,6-10 0,0 0 1690,-2 6 0,-1 0 0,0 1 0,-3 0 0,0 0 0,4 3-667,11-2 1,4 2-1,-11 8 667,-21 13 0,0 0 0,23-12 0,9-5 0,-10 10 0,4-16-59,-16 24 0,6-7 0,-4 6 59,-3 6 0,-3 4 0,-1-3 0,-3 2 0,17-21 0,-36 50 4353,-3 2-4353,2-3 2623,-3 4-2623,-5 1 0,-1 4 0,-4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09.0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70 70 24575,'0'10'0,"4"22"0,-3-12 0,7 17 0,-7-18 0,8-8 0,-8 6 0,7-11 0,-7 8 0,8-5 0,-4 1 0,5 3 0,-1-6 0,1 10 0,8-3 0,-7 2 0,11 2 0,-3-4 0,-7-3 0,5-2 0,-12 0 0,5-8 0,-1 7 0,1-7 0,-1 8 0,1-8 0,-1 3 0,5 0 0,-3-3 0,2 3 0,-3-4 0,-1 0 0,-3-4 0,6-1 0,11-24 0,9 7 0,2-13 0,-9 17 0,14-22 0,-23 24 0,23-23 0,-28 29 0,7-13 0,-12 12 0,3-8 0,-5 6 0,-3 2 0,7-3 0,-7 5 0,4-1 0,-5 0 0,0 1 0,0-1 0,0 0 0,0 1 0,0-1 0,0 1 0,0-1 0,0 0 0,0 9 0,0 21 0,0-2 0,6 26 0,-5-12 0,5 10 0,1-1 0,-6 1 0,5 0 0,-6-10 0,7 7 0,-6 14 0,5 15 0,-6 20-441,0-32 1,0-2 440,0 19 0,0 11 0,0-42 0,-6 9 0,-1 2 0,3 4 0,-3-6 0,1 3 0,6 29 0,-6-30 0,4 30 0,-4-51 0,6 28 881,-6-23-881,4 46 0,-10-35 0,4 14 0,-6-20 0,2-14 0,-2 10 0,2-11 0,0 1 0,1-4 0,1-15 0,-4 1 0,8-1 0,-7-3 0,-7-2 0,7 0 0,-25-3 0,24 3 0,-14-4 0,-18 0 0,24 0 0,-58-10 0,57 8 0,-58-28 0,58 21 0,-36-24 0,46 25 0,-11-8 0,14 10 0,5-3 0,0-1 0,5 1 0,0-1 0,0-4 0,0 3 0,7-17 0,-6 15 0,10-11 0,19-11 0,-14 19 0,19-19 0,-26 26 0,-3-1 0,-2 5 0,-4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09.8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24575,'9'0'0,"1"0"0,-1 0 0,36 0 0,-12 6 0,29-4 0,-20 10 0,0-10-566,7 7-1,7 2 567,3-9 0,2-1 0,-3 6 0,4-1 0,25-5 0,-8-2 0,-21 1 0,-4 0 0,-4 0 0,-18 0 0,57 0 0,-44 0 0,36 0 0,-51 0 0,-16 0 0,-4 0 0,-6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0.8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12800,'3'0'0,"3"0"4647,44 0-4647,-13 7 2046,26-6-2046,-35 5 1138,10-6-1138,-21 0 3944,23 0-3944,-9 0 0,-3 0 0,0 0 0,-13 0 0,4 0 0,-5 0 0,4 0 0,-7 0 0,3 0 0,-5 0 0,1 0 0,-1 0 0,5 0 0,-3 0 0,6 0 0,-6 0 0,7 0 0,-7 0 0,6 0 0,8 0 0,-7 0 0,10 0 0,-18 0 0,0 0 0,-6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2.4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 9224,'5'-5'0,"-4"5"5120,3 5-5120,-4 19 0,0 24 0,12 41 2660,-9 5-2660,9-5 0,-12-6 1579,0-36-1579,0 6 5992,0-14-5992,0-7 0,0 0 0,0-7 0,0-12 0,0-3 0,0-13 0,0-4 0,0-22 0,10-24 0,-1 6 0,9-14 0,4-1 0,4 5 0,11-31 0,-11 50 0,-14 20 0,7-21 0,-4 17 0,-3-3 0,-2 11 0,-2 9 0,-3 1 0,1 8 0,4 16 0,-8-7 0,11 49 0,4 16 0,1 16-641,-2-23 1,-1 2 640,-8-6 0,-1-11 0,3-24 0,-8 35 0,3-18 0,-4-31 0,4 31 0,-3-39 1281,8-9-1281,-8-3 0,7-16 0,23-18 0,0-13 0,5-6 0,4 6 0,0-1-337,-4-6 0,-3 3 337,17-16 0,-13 26 0,-5-1 0,13-9 0,-25 21 0,1 3 0,-14 14 0,5 1 0,-6 4 674,3 1-674,-4-1 0,4 5 0,-8 5 0,3 5 0,0 9 0,-3 1 0,10 14 0,0 23 0,8 16 0,-7 0 0,4-5 0,-14-21 0,4-11 0,-6-6 0,4-7 0,-3-3 0,3 0 0,-4-6 0,0-4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3.9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0 257 24575,'4'-10'0,"2"1"0,3-1 0,-3 1 0,2-1 0,-3 0 0,5 1 0,-1-5 0,9-1 0,-6-4 0,10 4 0,-11 1 0,7 0 0,-4 4 0,1 0 0,-1 2 0,-5 6 0,1-2 0,-5 8 0,4 2 0,-2 18 0,3-7 0,1 12 0,-6-10 0,6 10 0,0 32 0,4-11 0,-4 11 0,-4-37 0,-7 5 0,0-12 0,0 12 0,0-10 0,0 0 0,-5 0 0,4-4 0,-3-1 0,0-1 0,3 2 0,-8 0 0,4-1 0,-1-5 0,-2 5 0,3-4 0,-1 4 0,-2-4 0,2-1 0,-3 1 0,3-1 0,8-22 0,0 8 0,34-44 0,-17 18 0,26-22 0,-17 11 0,17-10 0,-21 17 0,11-1 0,-23 8 0,6 0 0,-5-4 0,5 3 0,-4 10 0,-8 0 0,7 4 0,-12 1 0,7 0 0,-2-1 0,-1 1 0,3-5 0,-2 5 0,-1-1 0,3 1 0,-7 4 0,4 1 0,-1-5 0,1 3 0,0-3 0,4 5 0,-8-5 0,3 12 0,-4-2 0,-10 49 0,3-22 0,-13 58 0,3-24 0,-5 32 0,8-39 0,1-3 0,0 13 0,-1-5 0,14-37 0,0-4 0,0 1 0,0-1 0,0-5 0,0 1 0,0-1 0,4-3 0,-3 2 0,7-7 0,-2 8 0,3-8 0,1 7 0,8-3 0,8 7 0,-1-2 0,5-3 0,-16 1 0,4-6 0,-7 2 0,3-4 0,-5 0 0,1 0 0,-5 0 0,-1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4.5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24575,'5'4'0,"-1"2"0,0 3 0,2 5 0,-1-4 0,-1 18 0,6 21 0,-8 19 0,8-10 0,-10 23 0,6-45 0,-4 17 0,4-14 0,-6-21 0,4 10 0,-3-18 0,4 4 0,-5-4 0,0-1 0,0 1 0,0-5 0,0-1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5.0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24575,'14'0'0,"32"0"0,12 0 0,10 0 0,4 0 0,-1 0 0,-8 0 0,0 0 0,-3 0 0,-29 0 0,-6 0 0,-11 0 0,-9 0 0,-1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6.6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24575,'0'24'0,"0"3"0,12 57-2027,-10-29 1,-1 4 2026,5 10 0,0 3 0,-6 7 0,0-1 0,6-8 0,0-5 0,-3 29 0,3-31 0,0-1 0,-6 32 0,0-10 0,0-31 0,0-4 1253,0-12-1253,0 11 662,0-24-662,0-10 0,0-4 0,0 4 2138,0-5-2138,0 1 0,0-1 0,0 1 0,0-1 0,0 1 0,0-1 0,0 1 0,0-1 0,0 1 0,0-1 0,4-8 0,-3-2 0,8-12 0,-2-13 0,7 5 0,7-19 0,-5 23 0,1-7 0,-7 10 0,-1 8 0,1-7 0,-1 12 0,-3-8 0,2 8 0,-3-3 0,5 4 0,-1 0 0,1 0 0,-1 0 0,1 0 0,-1 0 0,1 0 0,-1 0 0,-3 4 0,2-3 0,-2 4 0,-1-1 0,3 1 0,2 9 0,-4-4 0,7 4 0,-8-4 0,5 3 0,-5-2 0,3 7 0,-2-8 0,-1 4 0,3 0 0,-7-4 0,8 8 0,-8-7 0,3 7 0,0-8 0,-3 4 0,4-4 0,-5-1 0,0 1 0,0-1 0,0 1 0,-5-5 0,4 3 0,-7-7 0,7 8 0,-8-8 0,8 7 0,-8-7 0,4 8 0,-9-8 0,4 7 0,-19-7 0,16 4 0,-15-5 0,13 0 0,-4 0 0,0 0 0,0 0 0,0-5 0,-1 4 0,-9-9 0,12 4 0,-7-1 0,14 2 0,0 1 0,1 3 0,-1-3 0,1 4 0,-1-4 0,0 3 0,5-8 0,-3 4 0,7-5 0,-8 5 0,8 0 0,-3 5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8.9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24575,'9'0'0,"1"0"0,4 0 0,-4 0 0,4 0 0,0 0 0,-4 0 0,4 0 0,0 0 0,1 0 0,14 0 0,2 0 0,11 0 0,0 0 0,-10 0 0,7 0 0,-7 0 0,10 0 0,21 0 0,-16 0 0,15 0 0,-20 0 0,0 0 0,0 0 0,0 0 0,-10 0 0,-3 0 0,0 0 0,-7 0 0,17 7 0,-18-6 0,19 5 0,-9-6 0,11 0 0,-10 0 0,-3 0 0,-10 0 0,10 0 0,-7 0 0,7 0 0,-10 0 0,0 0 0,-4 0 0,-1 0 0,-5 0 0,-4 0 0,0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9.9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24575,'15'0'0,"3"0"0,-4 0 0,1 0 0,3 0 0,-7 0 0,7 0 0,-8 0 0,4 0 0,0 0 0,-4 0 0,4 0 0,0 4 0,-4-3 0,4 4 0,10-5 0,-11 4 0,23-3 0,-23 7 0,14-7 0,-17 4 0,8-5 0,-7 0 0,7 0 0,6 0 0,6 0 0,2 0 0,-5 0 0,-12 4 0,-1-3 0,-5 3 0,1-4 0,-1 0 0,-3 0 0,-2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3.2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27 24575,'14'0'0,"30"0"0,-18 0 0,73 0 0,-36 0-1700,1 0 1,3 0 1699,27 0 0,-40 0 0,1 0 284,2 0 0,-4 0-284,10 0 669,18 0-669,-29 0 0,-15 0 0,44 0 1740,-44 0-1740,26 0 422,-21 0-422,-15 5 0,12-4 0,9 3 0,-1-4 0,16 0 0,-3 0 0,-23 0 0,21 0 0,-6-10 0,-5 8 0,6-8 0,-14 10 0,-7 0 0,0 0 0,49 0 0,-49 0 0,25 0 0,8 0-967,19 0 967,-16 0 0,-1 0 0,17 0 0,-19 0 0,-7 0 0,-26 0 0,29 0 0,0 0 0,-29 0 0,17 0 0,4 0 0,5 0 0,0 0 0,23 0 0,-54 0 0,33 0 967,-8 0-967,-5 0 0,6 0 0,-1 0 0,-10 0 0,20 0 0,-2 0 0,-28 0 0,39 0 0,-52 0 0,10-7 0,-7 6 0,3-5 0,24 6 0,-31 0 0,31 0 0,-34 0 0,14 0 0,-12 0 0,12 0 0,-15 0 0,1 0 0,-1 0 0,-5 0 0,1 0 0,4 0 0,-4 0 0,8 0 0,-7 0 0,7 0 0,-8 0 0,4 0 0,-5 0 0,1 0 0,4 0 0,-4 0 0,4 0 0,-9 0 0,-1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5.2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24575,'0'9'0,"13"15"0,-6-7 0,15 17 0,-3-4 0,-4-4 0,3-1 0,-8-7 0,-1-3 0,-4-1 0,4-4 0,-8 3 0,7-7 0,-7 8 0,4-5 0,-1 1 0,-3-1 0,3 1 0,0-1 0,-3 1 0,4-1 0,-5 5 0,0-4 0,0 4 0,0-4 0,0 3 0,0 2 0,0 0 0,0 3 0,0-8 0,0 4 0,0-4 0,0-1 0,0 1 0,0-1 0,0 5 0,0-4 0,-5 8 0,4-3 0,-7 4 0,7-4 0,-8 3 0,8-7 0,-3 2 0,4-3 0,-4-5 0,2 3 0,-2 2 0,4 1 0,-4-2 0,3 0 0,-3-4 0,-1 4 0,4 13 0,-7-9 0,7 9 0,-8-12 0,8-1 0,-3 1 0,4-1 0,-5 1 0,4-1 0,-3 1 0,0-1 0,3 1 0,-8-1 0,8 5 0,-7-3 0,7 2 0,-4-3 0,5-5 0,0-1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7.0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1 423 24575,'6'-24'0,"-5"11"0,10-15 0,0-1 0,0 10 0,5-13 0,-11 17 0,4 4 0,-4-6 0,4 7 0,1-5 0,8-14 0,-7 16 0,7-15 0,-9 17 0,1-3 0,8-8 0,-7 9 0,7-9 0,-4 8 0,-8 4 0,7 0 0,-8 1 0,5 8 0,-5-7 0,4 7 0,-4-4 0,4 5 0,-3 5 0,2-4 0,-1 22 0,3-15 0,2 21 0,-7-15 0,4 1 0,2 18 0,0-15 0,1 11 0,-4-15 0,-7 0 0,7-4 0,-6 4 0,2 0 0,-4 0 0,4 1 0,-3 13 0,3-15 0,-4 11 0,0-14 0,0-1 0,0 1 0,0 3 0,0-2 0,0 3 0,0-5 0,0 1 0,0 3 0,-4-2 0,3 3 0,-3-5 0,-1 1 0,4 4 0,-7-4 0,7 4 0,-8 0 0,4-4 0,-1 4 0,-2-5 0,3 1 0,-1-1 0,-2-3 0,7 2 0,-8-3 0,4 5 0,-5-1 0,1 1 0,-1-5 0,5 4 0,-4-8 0,4 3 0,-5 0 0,1-3 0,-1 3 0,0-4 0,1 0 0,-1 0 0,0 0 0,1 0 0,-1 0 0,1 0 0,-1 0 0,5-4 0,-4 3 0,8-8 0,-3 4 0,0 0 0,-2-4 0,1 0 0,-4-2 0,8-3 0,-3 5 0,0-5 0,3 3 0,-8-7 0,8 7 0,-3-3 0,0 5 0,2-5 0,-2 3 0,4-7 0,0 3 0,0-4 0,0 0 0,0 0 0,0 0 0,4 4 0,-3 1 0,4 9 0,-5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7.9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 24575,'10'0'0,"-1"0"0,1 0 0,-1 0 0,1 0 0,3 0 0,-2 0 0,3 0 0,-5 0 0,1 0 0,4 0 0,-4 0 0,4 0 0,-5 0 0,1 0 0,-1 0 0,1 0 0,-1 0 0,1 0 0,-1 0 0,1 0 0,-1 0 0,1 0 0,4 0 0,-4 0 0,4 0 0,-5 0 0,1 0 0,-1-4 0,1 3 0,-1-3 0,1 4 0,-1 0 0,1 0 0,-1 0 0,1 0 0,-1 0 0,1 0 0,-1 0 0,1 0 0,-1 0 0,1 0 0,-1 0 0,-3 0 0,-2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1.5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174 0 24575,'-5'6'0,"4"2"0,-12-3 0,7 5 0,-8-1 0,5 1 0,3-1 0,-2-3 0,7 2 0,-8-7 0,4 8 0,-5-4 0,1 0 0,3 4 0,-2-8 0,2 7 0,-3-3 0,-1 5 0,0-5 0,5 4 0,-3-8 0,2 7 0,1-7 0,1 3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2.1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212 0 12159,'-6'4'0,"-2"-3"4787,7 8-4787,-8-8 2160,8 7-2160,-7-7 1212,2 8-1212,-3 0 4257,-1-2-4257,1 5 0,-1-6 0,0 3 0,1 1 0,-1-1 0,-4 1 0,4-1 0,-4 1 0,4-1 0,0-4 0,1 4 0,-1-8 0,5 7 0,-4-7 0,8 8 0,-7-8 0,7 3 0,-4-4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2.6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282 0 24575,'-5'4'0,"-4"2"0,4-1 0,-5 3 0,1-7 0,4 8 0,-8-4 0,6 5 0,-6-5 0,7 3 0,-2-7 0,2 8 0,-3-8 0,3 7 0,-2-2 0,2 3 0,-3 1 0,-5-5 0,8 3 0,-22 6 0,20-3 0,-16 7 0,14-13 0,5 4 0,-4-4 0,4 0 0,-5 4 0,5-4 0,-4 0 0,4 4 0,0-8 0,0 3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3.1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259 0 9968,'-9'5'0,"-1"4"5094,0-8-5094,1 7 2538,-1-2-2538,1-1 1482,-1 3-1482,0-2 5493,1-1-5493,-1 3 0,1-2 0,-1-1 0,5 3 0,-4-7 0,8 8 0,-8-8 0,0 7 0,3-2 0,-7-1 0,3 3 0,0-2 0,-4 3 0,-4 1 0,6-5 0,-2 3 0,5-7 0,8 4 0,-3-5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3.6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193 1 8191,'-19'9'0,"4"1"5063,-3-1-5063,11 1 2818,-5-5-2818,6-1 1719,1 0-1719,-4-3 6784,8 8-6784,-7-8 0,2 3 0,-3 0 0,-1-3 0,5 8 0,-4-8 0,4 7 0,-5-7 0,1 4 0,3-1 0,-2-3 0,3 7 0,-1-7 0,2 4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4.9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 24575,'10'-6'0,"-1"2"0,1 4 0,8 0 0,8 0 0,31 0 0,-20 0 0,11 6 0,5 0 0,31-3 0,10 9 0,-21-8 0,-12-3 0,-35 4 0,20-5 0,-32 0 0,-5 0 0,1 0 0,-5 4 0,4-3 0,-4 3 0,4-4 0,1 0 0,-1 0 0,-3 4 0,-6-3 0,-6 4 0,-3-1 0,-5-3 0,3 3 0,-7-4 0,7 0 0,-2 0 0,3 0 0,0 0 0,1 0 0,-1 0 0,5 0 0,1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6.3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24575,'0'10'0,"0"-1"0,0 5 0,10 32 0,-1-9 0,8 26 0,-3-22 0,0 1 0,-2-10 0,1 7 0,-3-17 0,17 38 0,-17-37 0,13 26 0,-21-35 0,6 5 0,-7 0 0,7-4 0,-6 3 0,2-3 0,0 4 0,-3 0 0,3 0 0,-4 0 0,0-4 0,0 13 0,0-15 0,0 11 0,0-15 0,0 1 0,0-1 0,0 1 0,0-9 0,5-2 0,-4-44 0,9 12 0,1-51 0,2 47 0,4-23 0,-7 38 0,2-3 0,-3 7 0,1 8 0,-1-4 0,1 9 0,-1-4 0,1 4 0,-1-1 0,1 2 0,-1 4 0,1 0 0,-1 4 0,-3 2 0,6 7 0,-1 6 0,8 1 0,-4 4 0,-6-10 0,4 4 0,-11-3 0,6 0 0,-3-1 0,-4-5 0,3 1 0,-4 3 0,0 2 0,0 0 0,0-1 0,0-5 0,0 1 0,-4-1 0,2 1 0,-2-1 0,0 1 0,-1-1 0,-1 1 0,-2-5 0,2 3 0,-8-2 0,4-1 0,-4-1 0,4-4 0,1 0 0,-15-6 0,-4-2 0,1-4 0,-2 1 0,14 1 0,1 5 0,-5-4 0,5 8 0,3-3 0,2 4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51.3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24575,'9'0'0,"1"0"0,4 0 0,36 0 0,-27 0 0,30 0 0,-28 0 0,-3 0 0,7 0 0,0 0 0,3 0 0,0 0 0,-7 0 0,-7 0 0,-8 0 0,4 0 0,-5 0 0,1 0 0,-1 0 0,1 0 0,-1 0 0,1 0 0,-1 0 0,1 0 0,-5 0 0,-1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51.9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24 11485,'4'-5'0,"6"1"4912,0 4-4912,8 0 2278,7 0-2278,-3 0 1293,17-6-1293,-17 4 4607,7-4-4607,-10 6 0,31 0 0,-28 0 0,27 0 0,-38 0 0,3 0 0,-5 0 0,1 0 0,-1 0 0,-4 0 0,0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3.5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24575,'0'24'0,"0"-11"0,0 11 0,0 0 0,0 24 0,6-1 0,-4 16 0,4-21 0,-2-10 0,3 7 0,-1-22 0,5 11 0,-10-17 0,7 7 0,-3-12 0,1 7 0,2-12 0,-3 3 0,5-4 0,-1-4 0,1 3 0,-1-8 0,1 8 0,4-7 0,0-2 0,1-1 0,-1-2 0,-5 3 0,1-4 0,-1 4 0,1-4 0,-1 0 0,3-11 0,-6 7 0,4-6 0,-3 0 0,-1 11 0,6-25 0,-6 25 0,8-26 0,-9 26 0,6-11 0,-10 14 0,15-14 0,-13 11 0,14-15 0,-12 17 0,1-3 0,2 9 0,-7 9 0,3 46 0,-4 31 0,0-31 0,0 2 0,0 4 0,0-2 0,0 35 0,0-31 0,0 2 0,0-29 0,0 11 0,0-10 0,0 28 0,-6-23 0,0 16 0,-7-14 0,3-17 0,2 3 0,0-8 0,3-2 0,-5-4 0,0 1 0,1-2 0,-5 1 0,3 2 0,-7-3 0,3-1 0,-4 1 0,4-5 0,1 4 0,1-8 0,-12 3 0,7-4 0,-10 0 0,17 0 0,-3 0 0,5-4 0,3-2 0,2-3 0,4-5 0,0 3 0,0-3 0,0 5 0,0 3 0,0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4.3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24575,'9'0'0,"1"0"0,-1 0 0,5 0 0,-3 0 0,7 0 0,-8 0 0,4 0 0,-5 0 0,1 0 0,-1 0 0,1 0 0,-1 0 0,1 0 0,-1 0 0,-3 0 0,-2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5.0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24575,'3'0'0,"-1"0"0,12 0 0,-4 0 0,-1 0 0,1 0 0,-1 0 0,1 0 0,-1 0 0,1 0 0,3 0 0,-2 0 0,3 0 0,-9 0 0,-1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6.5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7 24575,'0'9'0,"0"15"0,0 3 0,0 5 0,-4 2 0,2-14 0,-2 3 0,4-8 0,0-2 0,0-16 0,0 1 0,13-26 0,-2 10 0,10-21 0,-7 21 0,2-10 0,-6 13 0,8-4 0,-7 4 0,3 1 0,-5 9 0,-4 5 0,4 5 0,-2 19 0,-1-11 0,6 34 0,-4-17 0,0 6 0,-2 2 0,-2-17 0,-3 5 0,3-3 0,-4-13 0,0 4 0,4-13 0,2-2 0,3-13 0,1-1 0,3-4 0,6-10 0,-7 11 0,9-10 0,-11 13 0,5-4 0,-1 0 0,-1 0 0,-6 4 0,10-3 0,-15 7 0,10 2 0,-11 0 0,4 12 0,-1-6 0,-3 16 0,9 7 0,-8 2 0,8 7 0,-9-10 0,8 0 0,-8-4 0,7-1 0,-7-5 0,4 5 0,-1-4 0,-3 4 0,3-4 0,0-1 0,-3 1 0,4-1 0,-5-4 0,0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7.9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1 154 21193,'4'-5'0,"-3"-4"1615,7 8-1615,-7-7 571,8 7-571,-4-8 292,0 4-292,4-5 904,-4 5-904,5-4 0,-1 4 0,1-5 0,3 1 0,-2-1 0,3 0 0,-1 1 0,2-1 0,0 1 0,-1-1 0,-5 5 0,1 0 0,-1 10 0,1 0 0,-5 4 0,5 15 0,-4-6 0,8 29 0,-4-23 0,-3 24 0,-3-31 0,-4 7 0,0-10 0,0-4 0,0 8 0,-4 1 0,3-3 0,-8 2 0,8-8 0,-3-1 0,0-4 0,2 4 0,-2-4 0,4-4 0,4-6 0,2-10 0,3-4 0,9-10 0,-11 11 0,16-25 0,-16 29 0,4-18 0,-2 21 0,-8-7 0,7 12 0,-7-7 0,3 7 0,1 1 0,-4-3 0,3 2 0,0 1 0,-3-4 0,3 4 0,1 0 0,-4 5 0,3 5 0,-16 60 0,9-37 0,-9 53 0,12-55 0,0 0 0,0-8 0,4-9 0,-3 1 0,8 4 0,-4-8 0,0 7 0,4-8 0,-4 4 0,4-3 0,1 2 0,-1-3 0,1 1 0,-1-2 0,1-4 0,-5 0 0,-1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8.4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11 9381,'5'-10'0,"-1"9"5119,-4 2-5119,7 23 2635,-6 4-2635,5 14 1558,-6-15-1558,0 32 5882,0-26-5882,0 30 0,0-21 0,0-15 0,6 11 0,-4-20 0,4 7 0,-6-7 0,0-8 0,0 4 0,0-5 0,0-3 0,0-2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9.1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20 24575,'18'-4'0,"8"3"0,-4-3 0,6-1 0,-17 4 0,2-3 0,-3 4 0,-1 0 0,1 0 0,-1 0 0,1 0 0,-1 0 0,1 0 0,-1 0 0,1 0 0,-1 0 0,1 0 0,-1 0 0,-3 0 0,-2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0.2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 1 24575,'0'9'0,"0"15"0,0 4 0,0 21 0,0 4 0,0-11 0,0 16 0,0 4 0,0 12 0,0 20 0,-6-5-591,4-6 591,-4-15 0,-4 25 0,2-24 0,-4-2 0,6-35 0,6-3 0,0-10 0,-4-8 591,3 1-591,-4-19 0,5 5 0,19-45 0,-14 25 0,22-26 0,-19 19 0,6 11 0,6-20 0,-9 25 0,7-16 0,-4 15 0,-4-1 0,8-3 0,-7 11 0,2 7 0,-7 6 0,-2 12 0,0-3 0,1 4 0,1 0 0,2 0 0,-7 0 0,3-4 0,-4 3 0,0-7 0,0 2 0,0-3 0,0-1 0,0 5 0,-4 1 0,-1 0 0,-1-2 0,-2-7 0,7 2 0,-8-7 0,8 8 0,-7-8 0,2 7 0,-3-7 0,-1 3 0,1-4 0,-1 0 0,0-4 0,5-1 0,-4-1 0,8 2 0,-3 4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1.7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 24575,'10'0'0,"8"-4"0,-7 3 0,21-3 0,-4 4 0,4 0 0,28 0 0,-33 0 0,54 0 0,-59 0 0,36 0 0,-11 0 0,-11 4 0,14-3 0,-31 3 0,0-4 0,0 0 0,10 0 0,3 0 0,10 0 0,-11 0 0,9 0 0,-23 0 0,21 0 0,-21 0 0,8 0 0,-7 0 0,-3 0 0,4 0 0,-4 0 0,-1 0 0,-5 0 0,1 0 0,-1 0 0,-4 0 0,0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2.7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24575,'3'0'0,"-1"0"0,12 0 0,-1 0 0,-2 0 0,7 0 0,-8 0 0,8 0 0,-3 4 0,4-3 0,-4 4 0,3-1 0,-3-3 0,4 3 0,0-4 0,10 0 0,23 0 0,-15 0 0,13 0 0,-31 0 0,0 0 0,0 0 0,0 0 0,0 0 0,0 0 0,0 0 0,0 0 0,0 0 0,0 0 0,-4 4 0,3-3 0,-7 4 0,7-5 0,-8 0 0,4 0 0,-5 0 0,1 0 0,4 0 0,-4 0 0,4 0 0,0 0 0,0 0 0,6 4 0,-6-3 0,4 3 0,-7-4 0,3 0 0,-5 0 0,1 0 0,-5 0 0,-1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3.7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495 0 24575,'32'24'0,"20"9"0,6 2 0,13 7-1871,-4-4 1,5 2 1870,-16-8 0,-3-3 0,-6-9 0,0-1 0,9 11 0,-2-2-400,14-7 400,-6 6 330,-30-15-330,7 2 0,-21-4 0,6-3 1769,-11 1-1769,-2-6 1309,3 6-1309,-13 1 0,-51 23 0,-24 8 0,24-1 0,-4 1-592,-17 0 0,-11 1 0,10-2 592,17 1 0,4-3 0,-22-2 0,-1-3 0,17-2 0,0-1 0,-12 6 0,-3 1 0,-9 1 0,5-1-327,28-11 1,2-1 326,-9 1 0,6-5 0,12-9 0,-13 17 0,35-26 0,1 7 604,8-5 1,2-3-1,4 3 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8.4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197 1 24575,'0'53'0,"0"15"0,0 5 0,0 16-1594,0-29 0,0 3 1594,0 13 0,0-8 0,0-21-161,0 26 1,0 0 160,0-31 816,0 39-816,0-59 0,0 7 0,0-14 1570,0 2-1570,0-6 1123,0 3-1123,-4-5 0,3 1 0,-4-1 0,5 1 0,0-1 0,0 1 0,0-1 0,0-8 0,4-6 0,25-41 0,4-11 0,-10 16 0,15-18 0,-2 1 0,-19 22 0,3 3 0,-5 4 0,-9 15 0,2 9 0,-7-4 0,3 17 0,-8-6 0,3 16 0,-8-4 0,-21 76 0,14-54 0,-6 16 0,1-4 0,9-31 0,-8 22 0,10-26 0,-1 15 0,1-18 0,-4 8 0,3-3 0,2 0 0,0-6 0,4-13 0,0-2 0,-4-12 0,-12-28 0,0 9 0,-11-16 0,9 24 0,4 10 0,4 4 0,6 1 0,-4 4 0,11 1 0,-11-1 0,12 1 0,-8-1 0,4 0 0,-1 5 0,2 1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2.6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150 0 24575,'0'10'0,"0"-1"0,-4 14 0,3-7 0,-4 12 0,5-9 0,0 0 0,-4 0 0,3 0 0,-3-4 0,4-2 0,0 1 0,0-3 0,-5 7 0,4-4 0,-3 1 0,4-1 0,0-5 0,0 5 0,-4 1 0,3 0 0,-4-2 0,5-3 0,0 0 0,0 3 0,0-2 0,0 3 0,0-5 0,0 1 0,0-1 0,0 1 0,0-1 0,0 1 0,0-1 0,0 1 0,0-1 0,0 1 0,0-1 0,0 1 0,0-1 0,0 1 0,0-1 0,0 1 0,0-1 0,0 1 0,0-1 0,0-8 0,5-6 0,-4-6 0,7 1 0,-7 2 0,8-2 0,-4-5 0,4-4 0,1 4 0,-1 2 0,1-1 0,-1 3 0,1-3 0,0 5 0,-5-1 0,3 5 0,-7-4 0,8 4 0,-8-5 0,7 5 0,-7-4 0,8 8 0,-12 1 0,1 10 0,-3 0 0,-3 8 0,2-3 0,-3 0 0,-1 3 0,0-4 0,1 1 0,3 3 0,-2-7 0,7 2 0,-3-3 0,-1-5 0,0-1 0,-28-18 0,22 6 0,-20-12 0,26 10 0,-5 1 0,0-1 0,5 0 0,-3 5 0,2-8 0,-3 7 0,3-8 0,-2 9 0,7-4 0,-4 4 0,1-1 0,3-2 0,-3 7 0,4-4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5.7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569 0 12392,'-10'0'0,"1"0"4738,-1 0-4738,0 0 2119,-3 0-2119,-12 0 1185,3 0-1185,-18 0 4141,23 0-4141,-7 0 0,14 0 0,1 0 0,-5 9 0,-1-3 0,-4 12 0,-10 1 0,7 1 0,-7 3 0,10-4 0,4-4 0,1-2 0,4-3 0,5-1 0,1 1 0,4-1 0,0 1 0,0 4 0,0-4 0,0 8 0,0-7 0,4 2 0,1-3 0,5-1 0,-1-3 0,1 2 0,-1-7 0,5 8 0,-4-4 0,8 4 0,-7 1 0,3-5 0,-9 4 0,3-8 0,-2 3 0,-1 0 0,3 1 0,-2 5 0,-1-1 0,3 1 0,-6-1 0,6 5 0,-7-3 0,7 2 0,-6 1 0,2-3 0,-4 2 0,4-3 0,-3-1 0,3 1 0,-4-1 0,0 1 0,0-1 0,0 1 0,0-1 0,-4 1 0,-3 14 0,1-11 0,-5 15 0,6-17 0,-5 7 0,-3-8 0,2 8 0,-17-5 0,10 5 0,-11-5 0,-42 20 0,43-18 0,-37 10 0,51-17 0,3-7 0,-3 3 0,5-4 0,-1 0 0,5 0 0,0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7.1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135 58 24575,'4'-5'0,"-3"-4"0,-1 8 0,-10-7 0,4 3 0,-7-1 0,8-2 0,-5 7 0,1-4 0,-1 5 0,0 0 0,5-4 0,-3 3 0,2-3 0,-3 4 0,-1 0 0,0 4 0,5 1 0,1 5 0,0-1 0,2 1 0,-2-1 0,4 1 0,0 3 0,0-2 0,4 3 0,-3-5 0,4 1 0,-1-1 0,-3 1 0,3-1 0,0-3 0,-2 2 0,6-7 0,-7 8 0,7-8 0,-2 3 0,3-4 0,1 0 0,-1 0 0,1 0 0,-1 0 0,1-4 0,-5-2 0,-1-3 0,0-20 0,2 11 0,-1-16 0,-1 15 0,0 4 0,-2 1 0,2 13 0,-4 7 0,0 8 0,0 5 0,0-4 0,0-1 0,0 0 0,0-4 0,0 4 0,4-9 0,-3 4 0,8-4 0,-8 4 0,7 1 0,-3-5 0,5 4 0,4-8 0,-4 7 0,4-7 0,-5 8 0,5-4 0,-3 0 0,-2-1 0,-5-4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7.7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40 24575,'0'-9'0,"0"-1"0,0 1 0,0-1 0,0 9 0,0 16 0,-7 13 0,6 34 0,-5-14 0,-1 14 0,6-30 0,-5 7 0,6-17 0,0 3 0,0-11 0,0-1 0,0-2 0,0 3 0,0-5 0,0 1 0,0-1 0,0 1 0,0-1 0,0 1 0,0-1 0,0 1 0,0-5 0,0-1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8.9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77 251 24575,'5'-4'0,"0"-1"0,-5-5 0,0 1 0,0-1 0,0 0 0,0-4 0,0 4 0,0-4 0,-5 0 0,4-1 0,-7 0 0,7 2 0,-4 3 0,1 0 0,3 9 0,-8-2 0,4 16 0,-5-3 0,5 5 0,-3-1 0,7-5 0,-8 5 0,8 1 0,-3 4 0,-1 0 0,4-4 0,-3-2 0,4 1 0,0 1 0,0 0 0,0-2 0,0-3 0,4-5 0,-3 4 0,8-8 0,-4 3 0,5-4 0,-1 0 0,1 0 0,-1 0 0,1 0 0,-1 0 0,1-4 0,-1-2 0,1-3 0,5-36 0,-2 12 0,4-30 0,-5 31 0,1-7 0,-7 21 0,5-10 0,-10 18 0,7-8 0,-7 7 0,8 1 0,-8 10 0,3 6 0,-4 7 0,0 2 0,0 14 0,0-11 0,6 38 0,-4-34 0,8 22 0,-9-26 0,9 7 0,-4-4 0,8 19 0,-4-23 0,-3 11 0,-3-21 0,-4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9.6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12234,'5'3'0,"-4"-1"4772,7 16-4772,-1 15 0,5 1 2146,2 16-2146,-6-18 1204,-2-7-1204,0 3 4219,-4-15-4219,4 11 0,-6-6 0,0-6 0,0 6 0,0-9 0,0-8 0,0-11 0,0-16 0,10-31 0,-2 10 0,8-5 0,-4 22 0,-3 11 0,1 4 0,-1 1 0,-4 5 0,4-1 0,-8 1 0,7 3 0,-7-2 0,8 7 0,-8-4 0,3 5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0.6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1134 30 10490,'4'-10'0,"-3"1"5049,8-1-5049,-8 13 2450,3-1-2450,8 68 0,-9-47 1415,20 66-1415,-15-60 5171,9 7-5171,-4 3 0,1-26 0,-6 11 0,5-15 0,-3 1 0,9-1 0,-4-4 0,3 0 0,-8-5 0,4-9 0,-8 3 0,15-23 0,-14 16 0,13-25 0,-8 10 0,-5-4 0,0-7 0,-7-1 0,0 10 0,0-7 0,0 26 0,-5-2 0,4 3 0,-7 0 0,7 9 0,-4 2 0,5 44 0,0 9 0,0 14 0,6-6 0,2 1-726,5 15 726,0-2 0,2-1 0,4-2 0,1 11 0,-3-21 0,4 25-901,-8-21 1,0 2 900,0-9 0,0 0 0,1 16 0,0-1 0,-1-17 0,-1-1 0,-4 11 0,-1 0 0,-1-11 0,0 0 0,-6 9 0,0-1 0,0 29 0,-6-28 0,-1-2 0,0-1 0,-14 4 0,6-54 0,-35-7 0,-8 8 0,-31-12-607,15-9 1,-4-5 606,17-1 0,-3-6 0,-9-10 0,-7-6 0,9 3 0,17 9 0,2 0 0,-32-24 0,-5-5-385,8 4 0,1 1 385,10 2 0,0-3 0,5 3 0,-2-3 0,11 4 0,-17-23 0,15-4 0,44 43 0,8 0 0,6 3 0,10-28 0,-8 25 0,8-12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1.7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24575,'9'0'0,"36"0"0,-23 0 0,59 0 0,-58 0 0,57 0 0,-26 0 0,-2 0 0,5 0 0,37 0 0,-37 0 0,-4 0 0,4 0 0,-7 0 0,-31 0 0,0 0 0,-4 0 0,-5 0 0,-6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2.5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89 10 23388,'-10'0'0,"0"0"584,1 0-584,-1 0 199,1 0-199,-1 0 100,0 0-100,5-4 304,-4 3-304,4-4 0,4 5 0,6 0 0,20 0 0,-8 0 0,12 0 0,-19 0 0,4 0 0,-5 0 0,1 0 0,-1 0 0,1 0 0,-1 0 0,1 0 0,-1 0 0,5 0 0,-3 0 0,2 0 0,-3 0 0,-1 0 0,1 0 0,-5 0 0,-1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7.1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0 145 24575,'0'-10'0,"4"1"0,2-1 0,-1 0 0,3 1 0,-2-1 0,3 5 0,-4-4 0,4 4 0,-4 0 0,5-4 0,-1 4 0,1-1 0,-1-2 0,1 7 0,-5-8 0,8 8 0,-7-3 0,8 0 0,-5 3 0,1-4 0,-1 5 0,1-4 0,-1 3 0,1-3 0,-1 4 0,1 0 0,3 4 0,-2-3 0,7 12 0,-3-11 0,4 10 0,10 2 0,-8-7 0,4 10 0,-11-16 0,0 7 0,-4-2 0,4-1 0,-9 3 0,4-7 0,-8 8 0,7-4 0,-2 5 0,3-1 0,1 5 0,-1 1 0,-4-1 0,0 4 0,1 7 0,-5-3 0,6 7 0,-17 21 0,3-23 0,-4 19 0,1-18 0,4-11 0,-6 12 0,-6 0 0,7-7 0,-15 17 0,14-21 0,-14 20 0,10-21 0,-11 23 0,7-23 0,-7 21 0,7-20 0,-3 6 0,8-10 0,-3 0 0,3 1 0,0-5 0,1 7 0,5-15 0,4 11 0,4-12 0,7 3 0,7-4 0,-2 0 0,3 0 0,-5 0 0,5-4 0,-3 3 0,2-3 0,1 4 0,-3 0 0,2 0 0,-3 0 0,-1 0 0,1 0 0,-1 0 0,1 0 0,-1 0 0,1 0 0,-1 0 0,1 0 0,14 0 0,-11 0 0,11 0 0,-11 0 0,2 0 0,0 4 0,3-3 0,-7 3 0,7-4 0,-8 4 0,8-3 0,-7 4 0,2-5 0,-3 0 0,-5 0 0,-1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8.0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215 1 24575,'-13'36'0,"4"-3"0,-10 5 0,8-8 0,1-16 0,-8 14 0,7-10 0,-7 11 0,8-14 0,1-2 0,-1-3 0,5-1 0,-4 1 0,4-1 0,0 1 0,-4-5 0,8 4 0,-8-4 0,4 5 0,0-1 0,-4-4 0,8 4 0,-7-8 0,7 3 0,-4-4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8.5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24575,'10'8'0,"3"3"0,6 18 0,1-12 0,7 22 0,-7-22 0,24 33 0,-20-25 0,27 19 0,-30-24 0,4-2 0,-7-4 0,-3-4 0,0-1 0,-2-4 0,-3 4 0,-1-8 0,-3 7 0,2-7 0,-7 8 0,8-8 0,-8 7 0,3-7 0,-4 4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9.9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250 96 24575,'0'-15'0,"-4"-3"0,-2 8 0,-7-8 0,2 7 0,-3-3 0,5 9 0,-1 1 0,0 4 0,-4 4 0,4-3 0,-4 7 0,4-2 0,1-1 0,-1 3 0,0-2 0,-3 3 0,2 1 0,-3-1 0,0 1 0,4-1 0,-4 1 0,8-1 0,2 1 0,0-1 0,3 1 0,-3 3 0,4-2 0,0 3 0,0-5 0,0 1 0,4-1 0,-3 1 0,12-1 0,-11 1 0,15-1 0,-11 1 0,8-1 0,-5-4 0,1 0 0,3-1 0,2-3 0,0 3 0,-1-4 0,-5 0 0,1 0 0,-1 0 0,1-4 0,-1-1 0,5-5 0,-4 0 0,4 1 0,0-5 0,-4-1 0,8-4 0,-7 4 0,3-3 0,-5 7 0,1-7 0,-1 3 0,1-4 0,-5 4 0,3 1 0,-7 5 0,4 8 0,-5 2 0,0 8 0,0 1 0,4 3 0,-3-2 0,7 7 0,-7-7 0,8 2 0,-4-3 0,5 4 0,-1-4 0,-3 4 0,6-5 0,-10 1 0,11-5 0,-8 4 0,5-4 0,3 4 0,-2 1 0,3-1 0,-5-3 0,1 2 0,-1-3 0,1 1 0,-5-2 0,-1-4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1.0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728 87 24575,'0'-9'0,"0"-1"0,-9-4 0,3 3 0,-8 2 0,9 0 0,-4 8 0,4-7 0,-5 7 0,1-8 0,-1 8 0,0-3 0,1 4 0,-1 0 0,1 0 0,3 4 0,-2-3 0,7 7 0,-4-2 0,1-1 0,3 3 0,-3-2 0,4 3 0,0 1 0,0 3 0,0 2 0,4 4 0,-3-4 0,12 3 0,-7-7 0,8-2 0,-5 0 0,1-8 0,-1 3 0,1-4 0,-1 0 0,1 0 0,-1-4 0,1 2 0,-1-6 0,1 7 0,-1-8 0,1 8 0,-5-7 0,4 2 0,-8-3 0,3-5 0,0 3 0,-3-3 0,3 1 0,-4 2 0,0-3 0,0 0 0,0 4 0,6 19 0,-4-5 0,14 42 0,1 9 0,-10-22 0,11 26 0,1 5 0,-7-7-204,-6 7 1,0 3 203,10 11 0,-14 6 0,-2-1 0,6-5 0,-6 22-1540,0-19 1540,0 18 0,0 0 0,0-33 0,0-1 0,0 24-283,0-1 283,0-34 0,0 26 0,0-58 370,-6 39-370,0-40 0,-5 4 0,-3-11 1547,-1-5-1547,-4-3 313,-11 4-313,13-9 0,-82-4 0,57-6 0,-31-13 0,2-4 0,28 7 0,-1-11 0,-4-7-932,3-3 0,2-5 932,0-6 0,2-6 0,-15-17 0,6 0 0,22 26 0,7 2 0,-5-37 0,20 41 0,6 10 0,20-29 0,-15 43 0,15-21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2.4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1 175 24575,'9'0'0,"1"4"0,4-3 0,1 4 0,35-5 0,-24 0 0,24 0 0,0-10 0,-4 1 0,8-7 0,-16 5 0,-23 5 0,-2 2 0,-7 0 0,-2-1 0,-4-5 0,0 0 0,0 1 0,-4 3 0,-2-6 0,-7 5 0,2-2 0,-3 0 0,4 8 0,1-7 0,-15 0 0,11 2 0,-11-4 0,14 9 0,-4-3 0,4-1 0,-4 4 0,0-3 0,3 4 0,-3 0 0,5 0 0,-1 0 0,1 0 0,-1 0 0,0 0 0,1 4 0,-1-3 0,5 8 0,1-4 0,4 5 0,0-1 0,0 1 0,0-1 0,0 5 0,0-4 0,0 8 0,0 7 0,0-3 0,0 7 0,6 0 0,-5-7 0,10 7 0,-6-14 0,4 3 0,1-8 0,4 4 0,-4-5 0,4 1 0,-5-1 0,5-3 0,-3-2 0,7-4 0,7 0 0,-4 0 0,19 0 0,-19 0 0,18 0 0,-17 0 0,7 0 0,-6 0 0,-11 0 0,1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3.5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1 24575,'0'94'0,"0"-7"0,-5-14 0,0-2 0,2 8 0,-7-19 0,10-28 0,0-5 0,0 1 0,0-13 0,0 0 0,0 3 0,0-8 0,0 4 0,0-4 0,0-1 0,0 1 0,0-5 0,0-1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4.4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10 24575,'9'0'0,"1"0"0,3 0 0,-2 0 0,7 0 0,-3 0 0,4 0 0,-5 0 0,4 0 0,-7 0 0,7 0 0,-8 0 0,19 0 0,-16 0 0,11-4 0,-11 3 0,-2-4 0,3 5 0,-5 0 0,1 0 0,-1 0 0,1 0 0,-5 0 0,-1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7.7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 0 24575,'-5'28'0,"0"0"0,-4-13 0,3 4 0,-2 0 0,2 0 0,-3-4 0,3-2 0,2 1 0,0-3 0,3 7 0,-8-4 0,8 1 0,-3 3 0,4-3 0,0 0 0,0-2 0,0 1 0,0 1 0,0 0 0,4-2 0,1-3 0,5-1 0,-1-3 0,1 2 0,-1-3 0,5 5 0,1-1 0,14 9 0,-12-11 0,7 10 0,-10-7 0,19 17 0,-13-9 0,16 12 0,-25-20 0,11 19 0,-11-16 0,15 25 0,-14-21 0,1 12 0,-9-9 0,-4-1 0,0-5 0,0 0 0,-4-4 0,3-1 0,-7-4 0,7 4 0,-8-8 0,4 3 0,-9-4 0,3 0 0,-3 0 0,5 0 0,-1 4 0,1-3 0,3 4 0,2-5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8.4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29 24575,'4'-5'0,"-3"-4"0,7 8 0,-2-3 0,3 4 0,1 0 0,3 0 0,2 0 0,56 0 0,-29 0 0,31 0 0,-44 0 0,-9 0 0,-1 0 0,0 0 0,10 0 0,-8 0 0,8-4 0,-14 3 0,3-4 0,-3 5 0,0 0 0,-2 0 0,1 0 0,1 0 0,0 0 0,-2 0 0,-3 0 0,-1 0 0,1 0 0,-1 0 0,1 0 0,-1 0 0,1 0 0,0 0 0,-5 0 0,-1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9.5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3 471 24575,'6'-15'0,"-2"-13"0,-4-60 0,6 31 0,-1 4 0,4 3 0,13 8 0,-3 11 0,-1 10 0,-4 4 0,-4 11 0,8-8 0,-7 0 0,7 7 0,-8-5 0,4 6 0,-4 1 0,-1 1 0,1 4 0,-1 0 0,1 0 0,-1 0 0,1 0 0,-1 0 0,1 4 0,-1-3 0,-4 7 0,4-6 0,-4 6 0,0-3 0,4 5 0,-8-1 0,9 15 0,-2 4 0,10 34 0,-10-25 0,6 13 0,-3 0 0,2-13 0,-2 12 0,0-21 0,-10-14 0,3 1 0,0-1 0,-3 0 0,4-4 0,-5 8 0,0-7 0,-5 7 0,0-8 0,-5 4 0,5-4 0,-8 3 0,7-2 0,-8-2 0,4-4 0,-3-5 0,-33 0 0,23 0 0,-36-7 0,31 0 0,-35-21 0,26 8 0,-8-6 0,31 8 0,4 7 0,5-2 0,-4 7 0,8-2 0,-3 2 0,0 1 0,3-3 0,-4 2 0,5-3 0,0-1 0,0 0 0,4 1 0,2-5 0,-1 7 0,-1-1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50.7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11 183 10002,'0'-9'0,"0"-5"5092,4 3-5092,-3-3 2532,7 5-2532,-7-1 1477,8 1-1477,-4-1 5472,5 0-5472,-1 1 0,1-1 0,-1 5 0,1-4 0,-1 8 0,-4-7 0,4 7 0,-4-8 0,5 8 0,3-8 0,-2 8 0,7-7 0,-3 7 0,-1-3 0,0-1 0,-4 4 0,-1-3 0,1 8 0,-1 1 0,1 5 0,-1-1 0,1 1 0,3 4 0,-2 0 0,3 5 0,-1 0 0,-2 0 0,11 11 0,-11-9 0,9 19 0,-10-10 0,-3-3 0,2-1 0,-8-15 0,3 2 0,-4-3 0,0-1 0,-4 1 0,3-1 0,-8 1 0,8-1 0,-8 1 0,8-1 0,-7 1 0,3-1 0,-1 1 0,-2-1 0,2-3 0,-18-2 0,-33-4 0,8 0 0,-12 0 0,36 0 0,11 0 0,4 0 0,1 0 0,-1 0 0,1 0 0,-1 0 0,5-4 0,-4 3 0,4-8 0,-5 4 0,1-9 0,3 3 0,-2-3 0,2 5 0,1-5 0,-4-1 0,8-4 0,-7 8 0,7-6 0,-4 11 0,5-8 0,0 4 0,0 1 0,0-1 0,0 1 0,0 3 0,0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51.9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4 154 24575,'6'-4'0,"2"3"0,-3-8 0,5 4 0,-5-5 0,8-3 0,-7 2 0,12-7 0,-7 7 0,7-7 0,-4 7 0,1-2 0,-1 3 0,-5 5 0,1 0 0,-1 5 0,-3-4 0,2 3 0,-3-3 0,5 8 0,4 6 0,-4 0 0,4 4 0,0 0 0,0 0 0,1 1 0,-1 3 0,-5-7 0,1 2 0,-1 1 0,1-3 0,-5 7 0,4-8 0,-8 8 0,7-3 0,-7 4 0,3 0 0,-4 10 0,0-7 0,0 3 0,0-12 0,0 1 0,0-3 0,-4-2 0,3 0 0,-7-4 0,7 4 0,-8 1 0,4-1 0,-5 1 0,0-1 0,1 1 0,-1-1 0,1-3 0,-1 2 0,0-7 0,1 8 0,-1-8 0,5 7 0,-8-7 0,7 3 0,-8-4 0,0 0 0,-1 0 0,-4 0 0,4 0 0,-3-4 0,7 3 0,-3-3 0,5-1 0,-1 0 0,1 0 0,-1-8 0,0 11 0,1-15 0,-1 15 0,1-11 0,3 8 0,-2-9 0,7 3 0,-8-7 0,8-1 0,-3-1 0,4 1 0,0-30 0,0 30 0,4-30 0,-3 34 0,8-4 0,-2-14 0,-1 14 0,0-9 0,-6 18 0,4 5 0,-3 1 0,3 4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0.6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329 10 24575,'-5'-5'0,"0"1"0,-4 4 0,-1 0 0,-4 0 0,3 0 0,-2 0 0,-1 0 0,-1 0 0,0 4 0,-3-3 0,7 7 0,-7-2 0,8 3 0,-9 5 0,9-4 0,-8 8 0,7-3 0,-3 0 0,5 3 0,-1-8 0,5 4 0,-4-4 0,8-1 0,-7 1 0,6-1 0,-2 5 0,4-4 0,0 4 0,0 0 0,4 1 0,2-1 0,3 4 0,1-7 0,3 3 0,-2-5 0,7 5 0,-3-4 0,4 4 0,0-9 0,10 6 0,-8-5 0,9 5 0,-11-1 0,-5-5 0,0 3 0,0-2 0,-4 3 0,4-4 0,-4 4 0,-1-4 0,5 5 0,-4-1 0,4 1 0,-4-1 0,-5 1 0,3-1 0,-6 1 0,6-1 0,-7 1 0,3 3 0,-4-2 0,0 7 0,0-8 0,0 8 0,-12 7 0,4-3 0,-9 3 0,3-7 0,-11 1 0,3 1 0,-7-2 0,14-4 0,-13-3 0,10-1 0,-42-2 0,33-4 0,-23-4 0,21 0 0,11 0 0,-6 0 0,15-4 0,-1 3 0,5-4 0,0 5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1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96 104 15484,'6'-10'0,"-2"1"3883,-4-1-3883,-4 5 1570,3-4-1570,-8 8 843,4-3-843,-5 4 2795,0 0-2795,5 4 0,-3 1 0,7 5 0,-8-1 0,4 9 0,-5-6 0,5 10 0,-4-7 0,8 0 0,-3-2 0,0-3 0,2-1 0,-2 1 0,4 4 0,0-4 0,0 18 0,0-10 0,0 7 0,4-12 0,-3-3 0,8-1 0,-8 1 0,7-5 0,-2 4 0,3-8 0,1 3 0,-1 0 0,5-3 0,-3 3 0,6 1 0,-6-4 0,3 3 0,-5-4 0,1 0 0,-5-40 0,-1 26 0,-14-66 0,-5 47 0,2-19 0,-5 12 0,12 19 0,-1-9 0,-2 15 0,8 2 0,-3 3 0,4 0 0,0 1 0,0-1 0,-4 5 0,2 5 0,-2 9 0,8 2 0,-3 2 0,18 41 0,-3-20 0,1 27 0,8-21 0,-18-19 0,11 9 0,-9-11 0,5 0 0,-4 0 0,4-5 0,-4 4 0,-1-7 0,1-2 0,-5 0 0,3-8 0,-2 7 0,3-2 0,-4-1 0,0-1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2.5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24575,'0'13'0,"0"-2"0,0 17 0,0-11 0,0 44 0,4-35 0,-3 25 0,-1 0 0,4-19 0,-4 20 0,0-2 0,4-23 0,-3 23 0,4-21 0,5 23 0,-8-19 0,8 16 0,-10-3 0,0-24 0,4 23 0,-3-31 0,3-4 0,-4 8 0,5-7 0,-4 3 0,3-5 0,-4 1 0,4-5 0,-3 3 0,3-2 0,1-1 0,-4-1 0,3-4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3.8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24575,'4'3'0,"-3"3"0,3 9 0,1 3 0,-4 7 0,3 7 0,-4 30 0,0 6 0,0 0 0,0-20 0,0 12 0,0-28 0,0 21 0,0-14 0,0-17 0,0 3 0,0-12 0,4-3 0,-3-5 0,3-1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4.6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1 258 18098,'12'-32'0,"-4"16"2931,5-20-2931,-4 25 1108,-4-7-1108,9 7 581,-4-7-581,4 8 0,0-4 0,40-28 1857,-25 29-1857,30-23 0,-40 36 0,0 0 0,0 0 0,0 0 0,0 0 0,10 0 0,-7 0 0,7 4 0,-10-3 0,0 7 0,0-7 0,-4 8 0,-2-8 0,-7 7 0,2 6 0,-3-2 0,5 10 0,-5-7 0,4-1 0,-8 0 0,3 0 0,-4-4 0,0 13 0,0-8 0,-4 4 0,-2-5 0,-3-4 0,-1-1 0,0 1 0,1-5 0,-1-1 0,-4-4 0,-11 0 0,-27 0 0,-16 0 0,-21 0 0,31 0 0,4 0 0,38 0 0,-3 0 0,10 0 0,-1 0 0,5 0 0,1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5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24575,'5'4'0,"-1"1"0,1 5 0,-4 4 0,3 0 0,-4 1 0,0 3 0,0-7 0,0 2 0,0-3 0,0-1 0,0 1 0,0-1 0,0 1 0,0-1 0,0 1 0,0 4 0,0-4 0,0 4 0,0-5 0,0-8 0,0-6 0,4-10 0,-3 0 0,8 1 0,-8 5 0,7-1 0,-3 1 0,5 3 0,4-2 0,-4 7 0,4-4 0,0 5 0,-4 0 0,4 0 0,-9 0 0,-1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6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88 17462,'4'14'0,"3"11"3178,3-8-3178,-2 11 1220,0-13-1220,-3 4 643,9-4-643,-3 3 2072,2-8-2072,-3 4 0,4-9 0,-4 4 0,4-8 0,-5 3 0,1-8 0,-5-1 0,4-9 0,-4 7 0,4-10 0,1 7 0,-5-9 0,4 4 0,-8-3 0,3 7 0,-4-7 0,0 3 0,0-4 0,-12-10 0,4 7 0,-14-3 0,16 11 0,-7 4 0,8 5 0,-5 1 0,0 4 0,5 4 0,1 1 0,4 5 0,-4-5 0,2 8 0,-2-7 0,0 8 0,3-5 0,-3 1 0,-1-1 0,4 1 0,-3-1 0,4 1 0,0 4 0,0-4 0,0 8 0,4-7 0,-3 7 0,8-8 0,-4 0 0,5-2 0,-1-7 0,1 3 0,-1 1 0,1-4 0,3 3 0,-2-4 0,3 0 0,-1 0 0,-2 0 0,38 10 0,-31-4 0,27 5 0,-36-6 0,-3-5 0,-2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6.8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24575,'0'9'0,"0"1"0,4-5 0,2-1 0,3-4 0,5 0 0,1 0 0,4 0 0,0 0 0,0 0 0,0 0 0,-4-4 0,-2 3 0,-7-3 0,-2 4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7.5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271 0 15636,'-8'7'0,"-3"1"3833,-4 11-3833,-13 3 1542,15-11-1542,-36 32 828,28-27-828,-40 44 2736,41-44-2736,-15 15 0,30-23 0,0-3 0,5 5 0,5 4 0,0-8 0,4 2 0,1-3 0,-1 0 0,15 0 0,-6 4 0,21-8 0,-22 3 0,22 2 0,-22 0 0,43 11 0,-37-6 0,26 4 0,-39-5 0,0-1 0,-2 1 0,-7-1 0,3 5 0,-4 1 0,0-1 0,0 4 0,-4-3 0,3 0 0,-8 3 0,4-8 0,0 4 0,-4-4 0,4-5 0,-5 3 0,1-2 0,-5-1 0,3-1 0,2-4 0,4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8.5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375 10 24575,'-10'0'0,"1"0"0,-1 0 0,1 0 0,-5 0 0,3-4 0,-3 3 0,0-3 0,-1 4 0,-4 0 0,-14 0 0,10 0 0,-6 0 0,15 0 0,4 0 0,-4 4 0,4 1 0,-4 5 0,0 3 0,-1 2 0,-15 35 0,16-13 0,-10 11 0,23-19 0,-3-15 0,4 1 0,0 3 0,0-7 0,0 7 0,8-8 0,-1 4 0,11-9 0,-8-1 0,8 1 0,-7-4 0,11 3 0,-6-4 0,7-4 0,-4-2 0,10-11 0,-7 1 0,7-3 0,-6-9 0,-3 10 0,-1-11 0,-6 10 0,-3 0 0,-1 0 0,-3-1 0,-2 6 0,-4 0 0,0 13 0,0 2 0,0 8 0,4-4 0,-3 4 0,3-4 0,10 51 0,-1 14 0,0-17 0,4 21 0,1-4 0,-6-39 0,-1-6 0,-5-11 0,2-4 0,-3-5 0,5-1 0,-5-8 0,-1 3 0,-4-3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8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24575,'0'13'0,"0"-8"0,0 33 0,12 31 0,-3-6 0,0 10-1730,0-8 0,1 6 0,2 1 1730,3 5 0,2 1 0,-2 2 0,-2 11 0,-1 2 0,1-7-635,9 1 0,-1-1 635,-9-3 0,-3 6 0,3-6 0,9 4 0,1-2 0,-10-15 0,-2 2 0,2-6-387,8 6 1,-1-8 386,0 20 0,-11-57 0,-2-3 811,-2-19 1,-2-1-1,2-4 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16.3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9219 24575,'9'0'0,"1"0"0,-1 0 0,-3-4 0,2 3 0,-3-12 0,9 7 0,1-12 0,4 3 0,21-25 0,24-13 0,-14 6 0,1 9 0,-3 2 0,-19 10-586,37-20 0,5-5 586,-11-1 0,-3 12 0,0 1 0,-5-6 0,3 2 0,1-2 0,14-15 0,-6 5 0,12-9 0,-10 7 0,-21 15 0,-3 0 0,13-7 0,5-5 0,-7 6 0,-18 12 0,1 1-820,22-14 0,10-5 0,-7 2 820,-12 1 0,1 0 0,8 4 0,9-2 0,-4-2 0,-7-6 0,-3-2 0,-2 6 0,11 2 0,1 2 0,-7-2 0,3-5 0,-2 6 0,8-2 0,-3 4-1986,-8 1 1,6-4 1985,1 7 0,10-4 0,3-2 0,-9 4 0,-9 1 0,-5 2 0,6-2 0,12-3 0,9-2 0,1 1 0,-9 2-943,-7 3 1,-6 3-1,0-1 943,2 0 0,-1-1 0,2 1-974,2 0 1,0 1-1,5-6 974,6-6 0,5-7 0,1 0 0,-4 3 0,2-1 0,-4 3 0,5-3-244,-15 12 0,4-2 1,1-2-1,-2 2 1,-6 2 243,9-9 0,-6 2 0,2 1 0,4 2 0,2 1 0,5-5 0,-10 4 0,5-5 0,2-3 0,-1 1 0,-4 4-185,-4 3 0,-5 4 1,3-1-1,6-5 185,-5 5 0,7-5 0,5-3 0,1 0 0,-2 0 0,-4 5 0,-8 4 207,20-15 0,-9 7 0,5-2-207,-13 10 0,7-3 0,1 0 0,-4 2 0,-7 4 396,2-2 0,-8 5 0,1-2-396,7-6 0,0-1 0,0 1 0,-5 4 0,-1 1 0,2 0 0,5-6 0,1-1 0,-1 3 0,-8 9 0,0 3 0,-1-1 546,1-5 0,0-1 1,-1 4-547,13 0 0,-1 2 0,-2-13 0,-1 1 1692,2 14 1,-4 3-1693,19-26 782,-30 28 0,-2 3-782,-3 3 3269,16-11-3269,-1 5 0,15-25 708,-22 23 1,2-3-709,-3-6 0,3-1-175,18-2 1,4 0 174,-2-9 0,2-1-1658,-19 16 1,2 0 0,6-2 1657,3-3 0,7-4 0,-1 1 0,-5 2 0,-5 2 0,-5 2 0,4-1-637,18-11 1,4-1 0,-8 6 636,-10 11 0,-8 1-114,-5-6 1,-2 1 113,2 13 0,-2 0 0,-11-10 0,-1 1 0,11 9 0,-1 0 0,-7-9 0,1-1 0,19 2 0,1-2 40,-11-10 0,-1-1-40,11 5 0,1-1 1328,-2-12 1,1-1-1329,5 3 0,3 2 0,-2 0 0,0-2 0,1-4 0,5-3-588,-20 18 1,7-1 0,1-1-1,-7 3 588,20-19 0,1-1 0,-14 15 0,8-4 0,-2 1 0,-13 9 211,-12 7 0,-5 3-211,12-6 0,-7 5 1005,-18 12-1005,-10 1 1589,-4 12-1589,-1-7 1489,-5 12 1,-4-4 0,0 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1.3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1 342 24575,'4'-10'0,"-3"0"0,8 1 0,-8-1 0,7 1 0,-7-1 0,8-4 0,-8-1 0,7 0 0,-7 1 0,3 5 0,1-1 0,-4 1 0,3-5 0,0 3 0,-3-3 0,3 5 0,-4-1 0,5 0 0,-4 1 0,3-1 0,0 1 0,-3-5 0,3 3 0,1-3 0,-4 0 0,7 8 0,-7-7 0,3 8 0,-4-5 0,0 1 0,5 3 0,-4 6 0,3 6 0,-4 3 0,0 5 0,0 1 0,0 4 0,-12 51 0,9-27 0,-9 40 0,12-41 0,-6 0 0,5 9 0,0 2 0,-5 5 0,6-5 0,0-2 0,-6-9 0,4 42 0,-4-42 0,6 28 0,0-51 0,0 0 0,0 0 0,0 0 0,0-4 0,-4-1 0,2-5 0,-2-3 0,4-2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5.9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24575,'10'0'0,"3"0"0,2 0 0,0 0 0,13 0 0,-15 0 0,15 0 0,-17 0 0,7 0 0,-8 0 0,4 0 0,-4 0 0,-1 0 0,1 0 0,-1 0 0,-4 0 0,0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6.7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24575,'4'13'0,"1"-2"0,9 3 0,-4-5 0,4 1 0,0-1 0,1 1 0,4 3 0,-4-6 0,-2 5 0,1-6 0,-8 3 0,7-3 0,-8 6 0,5-5 0,-5 6 0,3-3 0,-2-1 0,-1 1 0,3-1 0,-6 1 0,6-1 0,-7 1 0,3-1 0,-4 1 0,0-1 0,0 1 0,0-1 0,0 1 0,0-1 0,-4 1 0,-1-5 0,-5 8 0,0-11 0,1 11 0,-1-12 0,-4 3 0,-11-4 0,8 4 0,-7-3 0,14 3 0,1-4 0,-1 0 0,0 0 0,5 0 0,1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7.3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24575,'10'0'0,"3"0"0,-2 0 0,3 0 0,-1 0 0,-2 0 0,3 0 0,-1 0 0,-2 0 0,3 0 0,-1 0 0,-2 0 0,3 0 0,-5 0 0,-4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8.3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12 154 24575,'6'-5'0,"2"0"0,-3-5 0,5 1 0,-1-5 0,5-1 0,-3 0 0,2 1 0,1 5 0,1-5 0,4 3 0,-4-3 0,-2 9 0,-3 1 0,-5 0 0,4 3 0,-4-4 0,5 5 0,-5 4 0,3-2 0,-7 6 0,12 2 0,-11 0 0,11 4 0,-12-5 0,3 1 0,0-1 0,-3 1 0,4-1 0,-5 1 0,0 12 0,0-9 0,0 9 0,-5-13 0,4 5 0,-7-3 0,2 7 0,1-8 0,-4 8 0,4-12 0,-5 7 0,1-3 0,-1-4 0,1 7 0,-1-8 0,0 0 0,1-1 0,-1-4 0,1 0 0,-1 0 0,0 0 0,1 0 0,-1 0 0,1 0 0,-1-4 0,-12-24 0,9 13 0,-5-22 0,10 26 0,3-7 0,-1 7 0,2-2 0,4 3 0,0-4 0,0-1 0,4-4 0,-3 9 0,3 1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9.5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24575,'5'23'0,"0"-3"0,6 14 0,-5-4 0,6 11 0,-10-11 0,4-1 0,-6 1 0,0-13 0,0 7 0,0-15 0,0 9 0,0-6 0,0 6 0,0-9 0,0 1 0,0-1 0,0-3 0,0-2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0.8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 1 24575,'0'15'0,"0"13"0,0-1 0,-4 19 0,3-3 0,-10 3 0,10-14 0,-5-3 0,-1 0 0,6-11 0,-5 6 0,6-15 0,4-4 0,-3-5 0,7-1 0,-2-3 0,3 0 0,23-3 0,-12 1 0,13-1 0,-15 7 0,7 0 0,-3 0 0,3 0 0,-7 0 0,-12 5 0,7-4 0,-8 3 0,4-4 0,1 0 0,-5 4 0,-5-3 0,-9-5 0,2-7 0,-6-4 0,-7-34 0,0-4 0,-8-15 0,17 15 0,0 28 0,10 3 0,-3 18 0,4-3 0,0 52 0,0-4 0,6 24 0,-5-15 0,12 0 0,-6-6 0,1 7 0,8 11 0,-13-29 0,7 26 0,-10-41 0,4 11 0,-3-10 0,3-4 0,-4-6 0,0-5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1.8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107 35 24575,'-10'0'0,"0"0"0,1 0 0,-1 0 0,0-4 0,1 3 0,-1-3 0,1 4 0,3 4 0,-2-3 0,7 8 0,-8-8 0,8 7 0,-3-3 0,4 9 0,0-3 0,0 2 0,0-3 0,0-1 0,0 1 0,0-1 0,0 1 0,0-1 0,0 1 0,0-1 0,4-3 0,1 2 0,5-3 0,-1 1 0,1-2 0,-1-4 0,1 0 0,4 0 0,-4 0 0,4 0 0,-5-4 0,1 3 0,-1-8 0,1 4 0,-1-5 0,-3-4 0,2-1 0,-7-4 0,3-10 0,1 7 0,-4-7 0,3 10 0,-4 4 0,0 10 0,0 14 0,0 17 0,0-4 0,0 6 0,0 18 0,0-20 0,0 23 0,0 4 0,0 10 0,0 26 0,0-35 0,0-4 0,0-8 0,0 29 0,0-21 0,0-27 0,0 36 0,0-46 0,0 11 0,0-19 0,0-1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4.0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 1 24575,'-9'9'0,"-9"15"0,6-6 0,-1 7 0,4-3 0,4-6 0,0 3 0,0 9 0,5-11 0,0 12 0,0-14 0,0 3 0,0 1 0,5-3 0,-4 2 0,7-13 0,-3 3 0,5-7 0,-1 8 0,1-8 0,-1 3 0,1 0 0,-1-3 0,-3 8 0,6-4 0,-5 5 0,6-5 0,-3 3 0,-5-2 0,4-1 0,-8 3 0,7-6 0,-7 6 0,8-7 0,-8 7 0,7 2 0,-7 1 0,8 2 0,-8-3 0,3-1 0,0 5 0,-3-3 0,4 7 0,-5-8 0,0 4 0,0-5 0,0 1 0,0-1 0,-9 5 0,7-3 0,-11 2 0,8-3 0,-5 4 0,1-4 0,-1 0 0,0-6 0,1-4 0,-1 0 0,1 0 0,3 0 0,2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4.7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24575,'10'0'0,"-1"0"0,1 0 0,-1 0 0,1 0 0,-1 0 0,1 0 0,-1 0 0,1 0 0,-1 0 0,1 0 0,-1 0 0,1 0 0,-1 0 0,1 0 0,-1 0 0,1 0 0,-5 0 0,-1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5.7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0 549 24575,'10'0'0,"-5"-4"0,-1-1 0,1-5 0,0-4 0,4-1 0,-3 0 0,10-13 0,7-20 0,-6 11 0,12-9 0,-2 2 0,-13 15 0,35-40 0,-37 47 0,5-3 0,18-14 0,-19 23 0,19-23 0,-26 32 0,1-10 0,0 15 0,-1-6 0,-4 3 0,4 4 0,-4-3 0,5 4 0,-1 0 0,1 4 0,-1 2 0,1-1 0,-1 3 0,1-2 0,-5 7 0,3-2 0,-2 3 0,19 30 0,-16-25 0,15 30 0,-19-35 0,4 5 0,1 0 0,-5 0 0,6 15 0,-10-16 0,5 10 0,-6-14 0,0-3 0,0 2 0,0-3 0,0-1 0,-4-3 0,3 2 0,-8-3 0,4 1 0,0 2 0,-8-7 0,7 3 0,-12-4 0,3 0 0,0 0 0,-3 0 0,3 0 0,-4 0 0,-11 0 0,13-4 0,-11 3 0,17-3 0,-3-1 0,5 4 0,3-7 0,2 3 0,4-9 0,0 3 0,0-7 0,0 3 0,0-14 0,0 7 0,6-17 0,0 17 0,1-3 0,2 15 0,-8 6 0,3 4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8.2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24575,'9'0'0,"-3"4"0,2-3 0,-3 3 0,5-4 0,-1 0 0,9 5 0,-2-4 0,7 3 0,-4 0 0,11-3 0,1 3 0,1 1 0,7-4 0,-7 9 0,0-8 0,-7 4 0,-11-6 0,-5 0 0,-4 4 0,4-3 0,-4 3 0,5-4 0,-1 0 0,-4 0 0,0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9.5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71 1 24575,'0'7'0,"-6"10"0,4 5 0,-8 6 0,4-17 0,-11 25 0,9-16 0,-9 13 0,16-19 0,-3-5 0,4 1 0,0-1 0,0 1 0,0-1 0,4 1 0,2-1 0,3-3 0,-4 2 0,4-7 0,-4 3 0,5 1 0,3-4 0,-2 3 0,7 0 0,-3-3 0,4 3 0,0 1 0,0-4 0,-5 3 0,0-4 0,-4 0 0,-1 0 0,1 0 0,-1 0 0,1 0 0,-1 0 0,1 0 0,-1 0 0,1 0 0,-1 0 0,-4-4 0,4 3 0,-8-12 0,3 2 0,-8-8 0,3 0 0,-3 4 0,-1-3 0,4 3 0,-3 0 0,0 1 0,3 1 0,-4 2 0,5-3 0,0 4 0,0 9 0,0 7 0,0 19 0,0-8 0,0 11 0,0-13 0,0 4 0,0 10 0,0-8 0,5 9 0,-4-16 0,15 15 0,-13-12 0,10 12 0,-9-14 0,-3-1 0,3-5 0,-4 1 0,5-1 0,-4 1 0,3-1 0,-4 1 0,0-1 0,4-4 0,-3 4 0,3-4 0,1 5 0,-4-1 0,3-4 0,-4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1.0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183 150 24575,'-10'0'0,"1"0"0,-1-4 0,0-2 0,1-3 0,-1-1 0,1-4 0,3 4 0,-2-4 0,2 0 0,-3 3 0,-1-2 0,1-1 0,-5 3 0,3 2 0,-3 0 0,5 8 0,3 1 0,-2 5 0,7 9 0,-4 1 0,5 4 0,0 0 0,5 0 0,0 0 0,6 10 0,-1-8 0,-2 4 0,0-11 0,-3 0 0,5-4 0,-1 4 0,1-4 0,-1-1 0,1 1 0,-1-1 0,1 1 0,-5-1 0,4-4 0,-8 4 0,7-8 0,-3 3 0,5-8 0,-1 3 0,5-8 0,-3 0 0,7-2 0,-8-3 0,4 5 0,-5-5 0,1 3 0,-5-7 0,4 3 0,-8-4 0,3 0 0,-4 4 0,0 1 0,0 5 0,0-1 0,0 0 0,-4 5 0,3-3 0,-4 2 0,5-3 0,0 7 0,0 12 0,6 16 0,-4 31 0,10-10 0,-10 16 0,4-32 0,0 9 0,-4-19 0,4 8 0,-2-10 0,-3 0 0,3 10 0,-4-7 0,0 7 0,0-14 0,0 3 0,0-3 0,5 0 0,-4-2 0,3-3 0,-4-1 0,0 1 0,0-1 0,4 1 0,-3-1 0,3 1 0,1-5 0,-4-1 0,3-4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1.7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20 17097,'5'-10'0,"-4"1"3316,3 12-3316,-4 3 0,0 65 0,0-22 0,0 7 0,0 6 0,0 8 0,0-1-221,0 18 1,0-3 220,0-12 0,0-4 1043,0 31-1043,0-77 2036,4 25-2036,-3-28 0,3-4 0,-4-1 1524,5-5-1524,-4 1 0,3-1 0,-4 1 0,0-1 0,0-3 0,0-2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2.6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24575,'6'5'0,"-2"0"0,-4 40 0,5 20 0,2 4 0,-4 9-1598,3 13 1,0 1 1597,-6-8 0,-1-28 0,2 3 0,5 7 0,0-2 749,-3 30-749,9 3 0,-12-32 0,0-15 0,0-18 0,0-7 0,0-16 0,0-4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4.8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1 446 24575,'4'14'0,"-3"-4"0,8 8 0,-8-7 0,7-2 0,-7 0 0,8-8 0,-4-5 0,9-7 0,28-48 0,-12 20 0,18-23 0,2-7 0,-14 36 0,-1-8 0,1 1 0,8 14 0,-1-13 0,-14 22 0,-14 2 0,-1 1 0,-5 9 0,-3-4 0,2 4 0,-7-5 0,8 5 0,-8-4 0,3 8 0,-4-3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7.6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 1 24575,'0'9'0,"0"19"0,0-9 0,-7 24 0,6-11 0,-5 10 0,1-11 0,4-6 0,-3-7 0,4-7 0,0 7 0,0-3 0,0-1 0,0 4 0,0-7 0,4-2 0,-3 0 0,4-4 0,-5 5 0,0-1 0,0 1 0,0-1 0,0 1 0,0 3 0,-5-2 0,4-2 0,-3-4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8.8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204 247 24575,'-9'0'0,"-1"0"0,-4-13 0,4 6 0,-13-26 0,12 20 0,-7-15 0,0 3 0,7 3 0,-7-3 0,12 11 0,-2 0 0,7 4 0,-3-4 0,4 4 0,0 1 0,4 3 0,1 2 0,5 4 0,-1 4 0,-4 6 0,4 0 0,-8 8 0,3-7 0,0 3 0,-3 8 0,4-5 0,-5 6 0,0-5 0,0-3 0,0 4 0,-5 0 0,4 10 0,-15 3 0,12-1 0,-20 9 0,20-23 0,-12 11 0,8-3 0,-2-8 0,3 11 0,3-13 0,4 0 0,0-1 0,0-5 0,4 1 0,1-1 0,5-3 0,-1-2 0,1-4 0,-1 0 0,1 0 0,-1 0 0,1 0 0,-1 0 0,1 0 0,-1 0 0,-3-4 0,2-2 0,-7-3 0,3-5 0,-4-1 0,0 0 0,0-3 0,-4 7 0,-1-7 0,-5 8 0,1-4 0,-1 8 0,0-2 0,1 7 0,-1-4 0,1 1 0,-1 3 0,5-7 0,-4 7 0,8-8 0,-8 8 0,8-8 0,-3 4 0,4-5 0,0 5 0,0 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9.7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 1 24575,'-9'0'0,"-1"0"0,1 0 0,-1 0 0,0 4 0,1-3 0,3 7 0,-2-6 0,7 6 0,-3-3 0,4 5 0,0-1 0,0 1 0,0-1 0,4 1 0,1 3 0,5-2 0,3 3 0,-2-5 0,3 1 0,-5-1 0,1 1 0,-1-1 0,5 1 0,-4 4 0,8-4 0,-7 8 0,3-3 0,-5 4 0,-4-4 0,4-2 0,-8-3 0,3-1 0,-4 1 0,0-1 0,0 1 0,0-1 0,0 1 0,0-1 0,-4 1 0,-2-5 0,-3-1 0,-5-4 0,-1 0 0,0 0 0,6 0 0,4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0.3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29 24575,'4'-5'0,"6"1"0,1-1 0,6 4 0,2-3 0,-3 0 0,2 3 0,-8-4 0,-1 5 0,1 0 0,-1 0 0,1 0 0,-5 0 0,-1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4.1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24575,'0'9'0,"4"5"0,-2 32 0,2-19 0,-4 19 0,0 10 0,0-4 0,0 0 0,0 37 0,0-38 0,0 0 0,0 41 0,0-14 0,-1-13 0,2-2 0,3-10 0,-3-4 0,3-38 0,-4-2 0,0-4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4.8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24575,'10'0'0,"3"0"0,2 4 0,4 2 0,10-1 0,-7 3 0,7-7 0,-10 4 0,-4-1 0,11-3 0,-9 3 0,6 0 0,-5-3 0,-3 4 0,0-5 0,-1 0 0,-1 0 0,21 0 0,0 0 0,6 0 0,-15 0 0,-7 0 0,-4 0 0,1 0 0,-1 0 0,-9 0 0,-1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5.6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 39 24575,'4'-5'0,"-3"-4"0,4 4 0,-1-5 0,-3 1 0,3 22 0,-4-4 0,0 51 0,0 18-1253,0-23 1,0 5 1252,1 28 0,-2 1 0,-5-15 0,0-2-751,5 8 1,-1-3 750,-4-19 0,0-7 0,6 7 0,0-8 0,0-31 0,0-4 2295,0-1-2295,0-5 1711,0 1-1711,0-1 0,0 1 0,0-1 0,0 1 0,0 8 0,0-7 0,0 7 0,0-8 0,0-1 0,0 1 0,0-1 0,0 1 0,0-5 0,0-1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7.9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214 1 24575,'-14'4'0,"8"1"0,-11 5 0,6 3 0,-3-2 0,0 3 0,-4 8 0,-2 5 0,-9 13 0,8 2 0,2-10 0,8-3 0,1-14 0,5 13 0,1-11 0,8 12 0,1-14 0,5-1 0,-1-9 0,5 8 0,1-7 0,4 8 0,0-5 0,0 1 0,-5-5 0,4 4 0,-7-4 0,3 0 0,-5 4 0,1-4 0,-1 0 0,1 4 0,-5-4 0,-1 4 0,-4 1 0,0-1 0,0 5 0,0-3 0,-4 7 0,-1-8 0,-1 4 0,-2-5 0,2 1 0,-3-1 0,-5-3 0,3-2 0,-3-4 0,1 0 0,2 0 0,-3 0 0,4 0 0,5 0 0,1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8.5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67 24575,'6'-4'0,"-2"-1"0,0-5 0,-3 0 0,8 5 0,-8-3 0,7 7 0,-7-8 0,8 8 0,-4-3 0,4-1 0,1 4 0,-1-3 0,1 4 0,-1 0 0,1 0 0,-1 0 0,9 0 0,-6 0 0,6 0 0,-9 0 0,1 0 0,-1 0 0,1 0 0,4 0 0,-4 0 0,4 0 0,-9 0 0,0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9.5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1 485 24575,'5'-10'0,"3"0"0,-7 1 0,22-9 0,2-29 0,2 21 0,3-24 0,24-4 0,-29 25 0,22-13 0,3-3 0,-4-2 0,18-1 0,-19 9 0,-29 32 0,-3 3 0,-4 9 0,-2 19 0,3-6 0,-3 11 0,17 21 0,-19-23 0,19 23 0,-23-31 0,3-5 0,0 4 0,-2-3 0,2 4 0,-4 0 0,0-4 0,0-1 0,-5-5 0,4 1 0,-3-1 0,0-4 0,3 4 0,-8-8 0,8 7 0,-7-7 0,2 8 0,-3-8 0,-5 3 0,-9-4 0,1 0 0,-5 0 0,8-8 0,4 1 0,1-7 0,4 1 0,5 2 0,-4-3 0,8 5 0,-3-1 0,4-4 0,0 3 0,0-2 0,0 3 0,0 0 0,4 5 0,-3-4 0,8 4 0,-8-4 0,7 3 0,-7-2 0,4 7 0,-5-4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0.2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24575,'10'0'0,"-1"0"0,1 0 0,-1 0 0,1 0 0,-1 0 0,5 0 0,-4 0 0,4 0 0,-4 4 0,-1-3 0,1 4 0,-1-5 0,1 0 0,-1 0 0,1 0 0,-1 0 0,1 0 0,-1 0 0,-4 0 0,0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1.5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126 263 24575,'0'-9'0,"0"-1"0,-4-4 0,-6-1 0,-9-14 0,3 11 0,-2-10 0,9 13 0,3 0 0,-2-3 0,7 8 0,-3-4 0,4 0 0,4 3 0,1-2 0,5 3 0,-1 5 0,-4-4 0,4 8 0,-4-3 0,5 4 0,-1 0 0,1 4 0,-1 5 0,1 2 0,-1 7 0,1-7 0,-1 6 0,1-2 0,-1 4 0,-4 0 0,4-4 0,-8 3 0,7-3 0,-7 0 0,4-2 0,-5 1 0,0-3 0,-5 7 0,0-8 0,-5 4 0,1 0 0,-5 0 0,-1 5 0,-4 0 0,0 0 0,0 0 0,4 0 0,1 0 0,4-4 0,1 3 0,-1-3 0,1 4 0,3 0 0,2-4 0,0 3 0,3-8 0,-4 8 0,5-7 0,0 2 0,0-3 0,5-1 0,0 5 0,4-3 0,1 3 0,-1-9 0,1 3 0,-1-7 0,1 4 0,-1-5 0,1 4 0,-1-3 0,1 3 0,-1-4 0,1 0 0,-1 0 0,-3-4 0,2-2 0,-7-7 0,3 2 0,1-7 0,-4 7 0,3-7 0,-4 3 0,0 0 0,0 2 0,-4 3 0,-2-4 0,-3 8 0,3-7 0,-2 12 0,-2-8 0,0 8 0,-4-3 0,4 0 0,1 3 0,3-8 0,2 8 0,4-3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2.3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49 0 24575,'-10'15'0,"5"-1"0,-4 0 0,4 0 0,-1 15 0,-2-15 0,7 13 0,-3-21 0,4 12 0,0-8 0,0 4 0,4-4 0,1-1 0,0 1 0,8-1 0,-7 1 0,12-1 0,7 9 0,-7-7 0,10 7 0,38-1 0,-34-5 0,49 7 0,-59-9 0,38 7 0,-38-10 0,23 3 0,-35-6 0,-1 1 0,-3 5 0,-2-1 0,-4 1 0,0-1 0,0 1 0,0-1 0,0 1 0,0-1 0,0 1 0,-5-1 0,4 1 0,-11-1 0,10 1 0,-11-1 0,7-3 0,-3-2 0,-5-4 0,3 0 0,-3 0 0,5 0 0,4 0 0,0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3.0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24575,'15'0'0,"-2"4"0,41-3 0,-30 3 0,34 3 0,3-2 0,-27-2 0,55 16 0,-71-18 0,20 5 0,-25-6 0,11 0 0,-14 0 0,-1 0 0,1 0 0,-1 0 0,-4 0 0,0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3.7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24575,'0'24'0,"0"-7"0,0 43 0,0-2-928,0 5 0,0 4 928,0 33-575,-1-14 1,2 0 574,9 13 0,-8-4 707,8-36-707,-4-31 0,-4 3 0,4-6 884,-2-11-884,-3-5 1414,4 1-1414,-5-1 0,4 1 0,-3-1 0,3 1 0,-4 4 0,0-4 0,0 4 0,0 0 0,0 0 0,0 1 0,0 3 0,0-7 0,0-2 0,0-4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5.9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1 567 24575,'0'9'0,"4"1"0,-3-1 0,7 1 0,-2-5 0,-1 3 0,3-6 0,-2 2 0,3-4 0,1-5 0,3-8 0,13-34 0,24-24 0,-17 11 0,5 8 0,-3 5 0,-17 18 0,25-40 0,-33 47 0,2-3 0,5-3 0,-5 15 0,8-26 0,-10 26 0,1-11 0,-2 15 0,1-1 0,4-4 0,-4 3 0,0-2 0,-2 7 0,-7 2 0,4 4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9.4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24575,'6'19'0,"-2"10"0,0-8 0,-3 40 0,3-25 0,-4 27 0,7-21 0,-6-10 0,5 7 0,-6-17 0,0 3 0,0-7 0,0-4 0,0 1 0,0-1 0,-4-5 0,3-3 0,-3-2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4.1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12613,'10'0'0,"-1"0"4690,1 0-4690,-1 0 2079,1 0-2079,-1 0 1160,5 0-1160,-4 0 4033,8 0-4033,6 0 0,-8 0 0,11 0 0,-17 0 0,4 0 0,-4 0 0,3 0 0,-2 0 0,11 0 0,-10 0 0,10 0 0,-12 0 0,4 0 0,-9 0 0,0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5.0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24575,'0'19'0,"0"73"-1062,0-24 1062,0 8 0,0-1 0,0-12 0,0-10 0,0-4 0,0-12 0,0 13 0,0 2 0,0 0 347,0 19-347,0-46 177,4-7-177,-3-8 0,4 4 0,-5-4 538,0-1-538,0 1 0,0-1 0,0 1 0,0-1 0,0 5 0,0 1 0,0 4 0,0 0 0,0 0 0,0-5 0,0 0 0,0 0 0,0-8 0,0 3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7.6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336 116 13999,'-9'0'0,"-1"-5"4338,0 4-4338,5-7 1833,-3 2-1833,2 1 1003,-3-3-1003,-1 6 3402,0-6-3402,5 3 0,-3-1 0,2-2 0,-3 2 0,-1 1 0,0 1 0,1 0 0,-1 2 0,1-6 0,-10 3 0,12-5 0,-10 5 0,12 0 0,-5 10 0,0 0 0,-3 9 0,2 0 0,-7 5 0,7 0 0,-7 5 0,12-9 0,-7 8 0,8-9 0,-5 5 0,5 0 0,0 0 0,5-4 0,0 3 0,0-7 0,0 2 0,5-7 0,-4 2 0,7-7 0,-7 8 0,8-8 0,-8 7 0,7-7 0,2 8 0,0-8 0,4 3 0,-5-4 0,1 0 0,-1 0 0,1 0 0,-1-4 0,1-2 0,-5-3 0,4-1 0,-8 1 0,11-10 0,-5 3 0,2-3 0,0 5 0,-4 1 0,0 2 0,-1-7 0,1 7 0,-4-7 0,7 3 0,-7 0 0,8 2 0,-8 3 0,7 0 0,-7 1 0,3-1 0,-4 0 0,5 5 0,-4 5 0,3 5 0,-4 9 0,0 11 0,0 7 0,0 30-6784,0-14 6784,0 4 0,0-13 0,0 14 0,0-16 0,0 13 0,0-31 0,0 0 6784,0-4-6784,0-2 0,0 1 0,0-3 0,0 7 0,0-8 0,0 4 0,0-4 0,0-1 0,0 1 0,0-5 0,0-1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8.9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1 254 24575,'0'-10'0,"0"0"0,0 1 0,0-1 0,0 1 0,0-1 0,4 0 0,-3 1 0,3-1 0,-4 1 0,4-1 0,-3 0 0,16-14 0,-14 11 0,14-11 0,-12 15 0,9-5 0,-4 3 0,4-3 0,-9 5 0,4 3 0,-4-2 0,4 7 0,1-4 0,-1 5 0,1 0 0,-1 0 0,-3 5 0,6 0 0,-5 9 0,6-4 0,1 8 0,-3-7 0,3 7 0,-5-8 0,1 4 0,-1-5 0,-4 1 0,4-1 0,-8 1 0,3 4 0,-4 1 0,0 4 0,0 0 0,0 0 0,0 0 0,0-5 0,0 4 0,0-3 0,0 0 0,0-1 0,0-1 0,-4-2 0,-2 3 0,1-5 0,-3 1 0,6-1 0,-6-4 0,3 4 0,-5-4 0,0 0 0,1 0 0,-1-5 0,-4 0 0,4 0 0,-4 0 0,4 0 0,1 0 0,-5-13 0,3 5 0,-3-14 0,5 11 0,-1-7 0,0 8 0,5-8 0,1 7 0,-1-7 0,4 7 0,-3-7 0,4 8 0,0-9 0,0 9 0,4-4 0,-3 4 0,4 1 0,-5 3 0,0 2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9.7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24575,'10'0'0,"-1"0"0,1 0 0,-5 4 0,8-3 0,-7 3 0,8-4 0,10 0 0,-7 0 0,22 0 0,-17 0 0,7 0 0,-10 0 0,-4 0 0,-1 0 0,-5 0 0,1 0 0,-1 0 0,1 4 0,-1-3 0,1 4 0,-5-5 0,-1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1.0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330 78 8191,'-9'-15'0,"3"1"5063,-2 4-5063,2 1 2818,-3-1-2818,-1 5 1719,0-4-1719,1 8 6784,-1-3-6784,1 4 0,-1 0 0,0 4 0,-3 1 0,2 5 0,-3-1 0,-10 9 0,11-2 0,-15 3 0,-8 20 0,15-19 0,-13 20 0,24-25 0,5-2 0,0 1 0,1 1 0,3 0 0,-3-2 0,4 1 0,0-3 0,0 2 0,4-3 0,1-5 0,0 4 0,4-4 0,-4 0 0,5 4 0,3-8 0,2 7 0,54 3 0,-38-4 0,34 3 0,-37-10 0,-15 0 0,15 0 0,-17 0 0,2-5 0,1 0 0,-8-5 0,3 1 0,-5 3 0,1-6 0,1-9 0,2 3 0,-7-10 0,8 13 0,-8 0 0,9-13 0,-8 11 0,4-8 0,-6 11 0,0 4 0,4-4 0,-3 4 0,3-4 0,-4 4 0,4 1 0,-2 22 0,2-8 0,-4 54 0,0-37 0,0 59 0,0-44 0,0 26 0,0-21 0,0 0 0,0-15 0,0 1 0,0-9 0,0-3 0,0 6 0,0-7 0,0 4 0,-5-4 0,4-1 0,-3-1 0,4-2 0,0 7 0,0-8 0,0 4 0,-4-4 0,3-1 0,-3 1 0,4-5 0,0-1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2.0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1 173 15188,'4'-10'0,"-3"1"3979,8-1-3979,-8 0 1622,7 5-1622,-3-4 875,5 0-875,-1-2 2911,1-3-2911,-1 9 0,1-4 0,-1 8 0,-3-7 0,2 7 0,2-8 0,0 4 0,18-7 0,-14 7 0,24-8 0,-25 12 0,11-10 0,-10 10 0,-4-3 0,4 8 0,-9 1 0,4 9 0,4 11 0,-1-8 0,1 11 0,-9-17 0,0 3 0,-3 9 0,4-9 0,-1 9 0,-3-5 0,3-6 0,-4 6 0,0-4 0,0-4 0,0 4 0,-4-4 0,3-1 0,-8 1 0,4-1 0,-5-4 0,5 4 0,-3-8 0,2 3 0,-8-4 0,4 0 0,-8 0 0,3 0 0,-4-4 0,-1-2 0,6-3 0,-4-1 0,7 1 0,-3-1 0,4 5 0,1-4 0,-1 4 0,5-5 0,-4 1 0,8-1 0,-3 0 0,4 1 0,0-1 0,0 1 0,0-1 0,0 0 0,0 1 0,0-1 0,0 0 0,0 1 0,0-1 0,0 1 0,0 3 0,0 2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2.7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24575,'9'0'0,"-4"4"0,4 6 0,-4 4 0,0 36 0,0-13 0,-5 47 0,-1-29 0,2 0 0,5 23-681,-5-5 0,-1 0 681,7 0 0,-7 1 0,0-25 0,0-34 0,0 0 0,0 3 0,0-8 1362,0 4-1362,0-4 0,0-1 0,0 1 0,0-1 0,0 1 0,0-1 0,4-4 0,-3 8 0,3-7 0,-4 8 0,0-4 0,0-1 0,0 1 0,0-1 0,0-4 0,0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3.8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 1 24575,'0'13'0,"0"33"0,0-23 0,0 36 0,0-42 0,0 12 0,0-14 0,-6 13 0,4-15 0,-4 11 0,6 0 0,0-7 0,0 8 0,0-11 0,0-5 0,0 1 0,0-5 0,0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4.5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29 24575,'9'0'0,"5"0"0,-4 0 0,8 0 0,-3 0 0,0 0 0,3 0 0,-3-4 0,0 3 0,-2-4 0,-3 5 0,3 0 0,-2 0 0,7 0 0,-7-4 0,2 3 0,-3-3 0,4 4 0,0 0 0,1 0 0,3 0 0,-3 0 0,0 0 0,3 0 0,-8 0 0,4 0 0,-9-4 0,-1 2 0,-4-2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5.8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0 972 24575,'10'0'0,"-1"0"0,1 0 0,-5 4 0,3-3 0,-7 7 0,4-2 0,-1 3 0,-3 1 0,7-1 0,-2-4 0,28-30 0,-13 9 0,12-21 0,1-6 0,-4 4 0,3 0 0,3-5-1042,1-2 0,0-1 1042,1 1 0,3-3 0,18-25 0,-1 1 0,-17 25 0,-2 1 0,3-13 0,-3 5 0,0 11 0,11-26 0,-26 40 0,17-13 0,-22 18 0,-10 11 0,-5 9 0,-4 1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7.5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1 621 24575,'9'9'0,"-3"-3"0,10 22 0,-8-10 0,5 7 0,-4-12 0,-4-3 0,0-1 0,-1 1 0,1-5 0,-4 4 0,7-13 0,-3 3 0,44-52 0,10-15 0,-21 30-895,13-14 0,14-15 0,-9 15 895,9 15 0,2-10 0,4-1 0,-24 23 0,0 1-319,19-15 0,-2 1 319,9-4 0,-4-1 0,-30 17 0,-22 10 0,8-3 0,-11 10 0,-9 0 0,-1 8 0,-4-3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0.5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24575,'0'14'0,"0"73"0,0-49 0,5 21 0,0 4 0,-3-5 0,14 10 0,-14-5 0,10-21 0,-4-1 0,0-13 0,4 10 0,-11-20 0,12 21 0,-12-18 0,10 9 0,-10-1 0,3-12 0,2 21 0,-4 11 0,10 6 0,-10 0 0,4-22 0,-6-15 0,0-7 0,0 7 0,0-8 0,4 8 0,-3-7 0,3 3 0,1-5 0,-4-4 0,3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2.4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1 205 24575,'4'10'0,"1"3"0,1-2 0,2-2 0,-3-4 0,5-5 0,8-9 0,-2 3 0,7-12 0,-4 3 0,0 0 0,4-13 0,7 6 0,-4-8 0,3 7 0,-14 8 0,-2-3 0,-3 7 0,-1-3 0,-3 5 0,2-1 0,-7 5 0,3 1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3.2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1 482 24575,'5'9'0,"3"1"0,-7 3 0,12 2 0,-11 0 0,7-1 0,-5-9 0,-3 3 0,7-7 0,12-9 0,-7 1 0,46-26 0,16-13 0,-24 14 0,0-1 0,26-16 0,-28 12 0,-1 0-1091,17-12 1091,-16 17 0,2-1 0,-6-4 0,-3 3 0,14 2 0,-16-7 0,-26 33 0,0-7 0,-9 8 0,4-1 0,-8 2 0,3 4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4.1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1 736 24575,'0'9'0,"4"1"0,-3-1 0,8 1 0,-4-5 0,4 4 0,1-8 0,-1 3 0,1-4 0,-1 0 0,15-13 0,33-26 0,22-19 0,-25 13 0,1-3 0,1-1 0,-4 1 0,17-16-315,-28 23 0,-2 3 315,6-4 0,1-8 0,0-4 0,9-11 0,-15 20 0,-4 5 0,-15 14 0,3 8 0,-19 13 0,-1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8.5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24575,'0'10'0,"0"14"0,0 3 0,0 15 0,0-14 0,0 0 0,0-18 0,5 8 0,-4-7 0,3 3 0,-4-5 0,0 1 0,0 3 0,0-2 0,0 7 0,0-8 0,0 8 0,0-7 0,0 7 0,0-8 0,4 4 0,-3 0 0,3-3 0,-4 2 0,0-3 0,0-1 0,5-3 0,-4 2 0,3-3 0,-4 1 0,0-2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2.8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1 106 24575,'4'-9'0,"1"-1"0,5 0 0,3 1 0,6-5 0,2 3 0,2-3 0,-8 9 0,3-4 0,-4 4 0,5 0 0,-4 0 0,3 5 0,-7 0 0,7 0 0,-8 0 0,4 5 0,-5-4 0,5 11 0,-8-5 0,7 6 0,-8-3 0,5-1 0,-1 5 0,1-3 0,-5 3 0,4-5 0,-8 1 0,3 3 0,-4-2 0,0 3 0,0-1 0,-4 2 0,-2 0 0,1-1 0,-4-5 0,8 1 0,-3-1 0,4 1 0,4-5 0,-3 3 0,8-7 0,-4 8 0,0-4 0,12 17 0,-9-9 0,10 13 0,-9-11 0,1 0 0,1 13 0,-5-15 0,4 11 0,-9-10 0,3-4 0,-4 4 0,0-4 0,0-1 0,0 1 0,0-1 0,0 1 0,-4 3 0,-1-2 0,0 3 0,-8-1 0,6-6 0,-11 10 0,8-11 0,-8 8 0,7-5 0,-7-4 0,7 4 0,-7-8 0,7 3 0,-2-4 0,3 0 0,5 0 0,0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3.8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109 2 21145,'-4'-1'0,"-1"6"1636,-13 18-1636,6-1 580,-6 5-580,8-8 297,-5 31-297,8-27 917,-7 26-917,13-39 0,-3 4 0,4-5 0,0 5 0,4-3 0,1 7 0,5-8 0,-1 4 0,1-5 0,14 9 0,-11-6 0,15 5 0,-13-7 0,4-1 0,-5 1 0,4-5 0,-7 3 0,3-2 0,-1 3 0,-2 1 0,3-5 0,-9 3 0,3-2 0,-6 3 0,6-3 0,-7 2 0,3-3 0,-4 5 0,4-5 0,-2 4 0,2-4 0,-4 4 0,0 1 0,-5-1 0,0-3 0,0 2 0,-4-7 0,4 3 0,-5 1 0,1-4 0,-1 3 0,0-4 0,5 0 0,1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4.4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24575,'10'0'0,"13"7"0,5-6 0,55 17 0,-40-10 0,6-2 0,3 1 0,6-3 0,31-4 0,-13 0 0,-25 0 0,-19 0 0,-18 0 0,-4 0 0,4 0 0,-9 0 0,0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5.6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0 289 24575,'0'-24'0,"0"11"0,5-15 0,-4 13 0,9-15 0,-4 13 0,5-11 0,1 3 0,-2 3 0,5-7 0,-4 14 0,7-3 0,-8 7 0,4 2 0,-4 4 0,-1 10 0,5 0 0,1 9 0,4-4 0,0 8 0,-9-7 0,7 7 0,-6-8 0,8 8 0,-4-7 0,-2 7 0,-7-8 0,2 0 0,-7 2 0,3-1 0,-4 4 0,4 3 0,-2-8 0,2 4 0,-4-5 0,0 1 0,-5-1 0,4 1 0,-3-1 0,0 1 0,-1-1 0,-5 1 0,0-1 0,1-3 0,-1-2 0,0 0 0,1-3 0,-1 3 0,1-4 0,-1 0 0,5-4 0,-4-1 0,8-9 0,-7 3 0,6-2 0,-2-1 0,4-5 0,0 3 0,0-3 0,0 10 0,0 4 0,0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3.9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34 281 8191,'0'-19'0,"0"0"5063,0 0-5063,0 0 2818,-7-10-2818,2 7 1719,-3-7-1719,4 10 6784,0 4-6784,3 1 0,-4 4 0,5 1 0,0-1 0,0 0 0,5 5 0,-4-3 0,7 2 0,-3 1 0,5-4 0,-1 8 0,1-3 0,-1 8 0,1-3 0,-5 8 0,4-4 0,-8 9 0,7-4 0,-3 8 0,5 1 0,1 12 0,-5-10 0,5 7 0,-10-17 0,3 7 0,-4-4 0,0 5 0,0-4 0,0 34 0,0-26 0,-4 27 0,-2-31 0,-3 0 0,-1-4 0,0 3 0,-3-4 0,2 5 0,-3-4 0,4 3 0,1-7 0,-1 2 0,5-3 0,1-1 0,4 1 0,4-5 0,1 4 0,5-4 0,-1 0 0,1 4 0,3-8 0,-2 7 0,3-3 0,-1 1 0,-2 2 0,7-7 0,-8 3 0,4-4 0,-13-8 0,2-3 0,-11-4 0,0-31 0,-4 13 0,0-17 0,-15-11 0,14 35 0,-12-25 0,19 37 0,-2 0 0,3 8 0,-1-2 0,2 7 0,4-3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4.8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 19 24575,'5'-4'0,"4"3"0,-4-3 0,0 0 0,4 3 0,-4-4 0,5 5 0,-1 9 0,1-3 0,-1 8 0,1-1 0,3 2 0,-2 0 0,7 3 0,-8-7 0,0 2 0,-2-3 0,-2-1 0,-1 5 0,3-3 0,-7 2 0,4 1 0,-5 1 0,0 0 0,0-2 0,0-3 0,0-1 0,0 1 0,-5-1 0,4 1 0,-7-5 0,7 4 0,-8-4 0,4 9 0,-5-8 0,1 2 0,-10-8 0,8 0 0,-12 0 0,8-4 0,1 3 0,-15-9 0,2-4 0,-1 0 0,0-8 0,22 11 0,-3-3 0,9 5 0,0-5 0,0 3 0,0-7 0,4 8 0,-3-4 0,8 4 0,-2-14 0,-1 11 0,4-11 0,-5 10 0,1 3 0,-2 2 0,-4 5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5.8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18220,'3'0'0,"-1"0"2883,16 0-2883,-7 0 1086,2 0-1086,-3 0 569,-1 0-569,1 0 1817,0 0-1817,-1 0 0,1 0 0,-5 5 0,3-4 0,-2 3 0,-1-4 0,-1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6.8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160 1 24575,'-5'19'0,"-16"31"0,8-24 0,-12 24 0,19-35 0,-4 13 0,4-10 0,-1 11 0,-2-10 0,8-4 0,-7 3 0,7-8 0,-4 8 0,5-3 0,0 4 0,0-4 0,0 3 0,0-8 0,0 4 0,0-5 0,0 1 0,0-1 0,5 1 0,-4-1 0,7-3 0,-3 6 0,5-5 0,4 11 0,-4-12 0,4 7 0,-5-12 0,1 3 0,-1-4 0,1 0 0,-1 0 0,-3-4 0,2-2 0,-7-3 0,3-1 0,-4 0 0,0 1 0,-4-5 0,-1 3 0,-5-2 0,-4 3 0,-11-8 0,8 7 0,-11-7 0,17 8 0,-3 1 0,4-5 0,-3 3 0,2-3 0,1 5 0,6 3 0,4 2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7.8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24575,'0'4'0,"0"6"0,0 6 0,0 2 0,0-4 0,4 0 0,-3 1 0,8-5 0,-4-2 0,4-3 0,1 1 0,-1-2 0,1 0 0,4 1 0,0 1 0,1 2 0,-1-7 0,0 12 0,-4-7 0,4 8 0,-5-5 0,1 1 0,-5-1 0,4 1 0,-8 4 0,7 0 0,-7 1 0,3 3 0,-4-7 0,0 2 0,0-3 0,0-1 0,0 1 0,0 0 0,0-1 0,-4-4 0,-1 4 0,-5-4 0,5 5 0,-8 3 0,7-6 0,-4 1 0,6-8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8.4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11 24575,'34'0'0,"-12"-5"0,7 4 0,-11-3 0,-7 4 0,3 0 0,-5 0 0,1 0 0,3 0 0,-2 0 0,3 0 0,-5 0 0,1 0 0,-1 0 0,1 0 0,-1 0 0,-3 0 0,-2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9.0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24575,'4'9'0,"2"64"0,1 22 0,3-33 0,1 1-1327,-2 30 0,1 1 1327,4-18 0,-1-9 0,-6-9 844,10 21-844,-10-19 437,-1-38-437,0 3 0,-2-7 0,-3-8 1373,3 4-1373,-4-5 0,4 1 0,-2-1 0,2 1 0,-4-1 0,4-3 0,-3 2 0,3-3 0,-4 9 0,0-3 0,6 17 0,-4-11 0,4 22 0,-6-21 0,4 10 0,-3-18 0,4 0 0,-5-6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6.8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24575,'4'9'0,"-2"23"0,8-2 0,-4 10 0,1 0 0,1-23 0,-7 7 0,8-11 0,-8-2 0,7 3 0,-7-5 0,4-3 0,-5-2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7.7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49 0 24575,'-9'18'0,"7"-6"0,-11 6 0,12-9 0,-7 1 0,7-1 0,-4 1 0,1-5 0,3 4 0,-3-4 0,4 4 0,0 1 0,0-1 0,4 1 0,-3-1 0,7 1 0,-2-1 0,3 1 0,1-1 0,-1 1 0,1-1 0,3 5 0,-2-3 0,3 2 0,-5-3 0,1-5 0,-1 8 0,1-7 0,-5 8 0,3-5 0,-7 1 0,4-1 0,-1 1 0,-3-1 0,3 1 0,-4-1 0,0 1 0,0-1 0,0 1 0,-4-1 0,-1 1 0,-5-5 0,0-1 0,1-4 0,3 0 0,2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8.3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65 24575,'9'-9'0,"40"-11"0,-25 12 0,40-12 0,-42 18 0,17-4 0,-17 6 0,2 0 0,-10 0 0,-4 0 0,-1 0 0,-4 0 0,0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1.1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123 1 24575,'0'13'0,"-20"33"0,11-19 0,-32 54 0,26-44 0,-11 16 0,19-24 0,3-15 0,4 0 0,0-4 0,0-1 0,4-4 0,-3 4 0,7-8 0,-2 7 0,3-2 0,15 5 0,-11-1 0,15 2 0,-17-3 0,3-4 0,-5 4 0,5-4 0,-4 5 0,4-1 0,-4-4 0,-5 4 0,3-4 0,-2 9 0,-1-4 0,-1 4 0,0-9 0,-3 8 0,4-7 0,-5 8 0,0-4 0,4 3 0,-3-2 0,3 3 0,-4-5 0,-4 1 0,3-1 0,-8-4 0,8 4 0,-7-4 0,2 0 0,1 4 0,-3-8 0,6 3 0,-2-4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1.8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34 24575,'14'-5'0,"32"4"0,-19-7 0,23 7 0,-21-4 0,-8 5 0,19-6 0,-9 5 0,1-6 0,-7 7 0,-11 0 0,-5 0 0,1 0 0,-1 0 0,1 0 0,-1 0 0,1 0 0,-1 0 0,1 0 0,-1 0 0,-3 0 0,-2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2.4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24575,'5'19'0,"7"31"0,0 10 0,-7 34-650,5-35 0,-1 1 650,-8-6 0,-2-7 0,1-15 0,0 52 173,0-37-173,0 5 0,0-12 0,0-8 276,0-5-276,0-3 0,0-15 0,0-3 0,0-2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3.1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24575,'4'6'0,"55"24"0,20-12 0,-7 9 0,11 2-1646,-12-15 0,5-4 1,1 1 1645,0 4 0,2 1 0,4-1-916,3-4 1,6-1 0,1-2 0,-4 0 915,10-1 0,-3-2 0,1 2 0,-1 3 0,0 2 0,9-4 0,-13-5 0,8-2 0,4-2 0,-2 1 0,-8 1-695,-8 2 1,-7 1 0,1 0-1,8-2 695,1 0 0,8-2 0,5 0 0,0-1 0,-5 1 0,-8-1 0,1 1 0,-7 0 0,-3 0 0,0 0-514,2 0 1,1 0 0,-3 0-1,-7 0 514,27 0 0,-12 0 499,-26 0 0,-8 0-499,5 0 2499,-46-4-2499,11 3 5225,-15-3-5225,1 4 4595,0 0-4595,-1 0 113,-4-5-113,4 4 0,-4-7 0,0 7 0,0-3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7.0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 0 24575,'-4'15'0,"3"-1"0,-10 10 0,5-11 0,-5 15 0,5-3 0,2-8 0,4 7 0,0-14 0,0 3 0,0-2 0,0 3 0,0-5 0,0 1 0,4-5 0,2 3 0,3 2 0,1 0 0,-1 4 0,1-4 0,-1-1 0,5 1 0,1 3 0,-1-6 0,4 10 0,-3-7 0,4 5 0,-4-1 0,3-1 0,-3-2 0,4 7 0,-5-8 0,0 8 0,-4-11 0,-5 10 0,-1-11 0,-4 8 0,0-5 0,0 5 0,0 1 0,0 4 0,0-4 0,-4-2 0,3 1 0,-12 1 0,11 0 0,-11-2 0,8-3 0,-5-5 0,-4 4 0,4-8 0,-8 3 0,7-4 0,-3 0 0,5 0 0,-1 0 0,0 0 0,5 0 0,1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7.6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32 24575,'15'-4'0,"36"3"0,7 1 0,-10-4 0,32 4 0,4 0 0,-11-10 0,6 7 0,-19-6 0,-38 9 0,17 0 0,-22 0 0,7 0 0,-18 0 0,-2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1.1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34 24575,'9'0'0,"5"0"0,5 0 0,11 0 0,-4 0 0,13 0 0,14 0 0,-20 0 0,26-7 0,-46 6 0,11-5 0,-15 6 0,1-5 0,-1 4 0,1-3 0,-1 0 0,1 3 0,-5-4 0,-1 5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1.6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15 24575,'10'0'0,"14"6"0,-7-4 0,43 4 0,19-6-957,15 0 957,-39 0 0,-1 0 0,35 0 0,0 0 0,-21 0 235,-16 0-235,-22-4 0,-11 3 0,-5-8 0,0 8 0,-9-7 0,0 7 0,-5-4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2.1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24575,'5'10'0,"0"76"0,-5-18 0,0-2 0,0 0 0,0 6 0,0-9 0,0-32 0,0-2 0,0-14 0,0-1 0,0-5 0,0 1 0,0-1 0,0-3 0,0-2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3.0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15 8191,'15'-6'0,"-1"2"5063,-5 4-5063,1 0 2818,-5 4-2818,3 2 1719,-2 3-1719,3 1 6784,1-1-6784,-1 5 0,5-4 0,-4 8 0,4-7 0,0 7 0,-4-8 0,4 4 0,-4-4 0,-1-1 0,1 1 0,-5-1 0,3 1 0,-7-1 0,4 1 0,-1-1 0,-3 1 0,3-1 0,-4 5 0,-4 1 0,-1 4 0,-1 0 0,-2-4 0,2 2 0,-3-6 0,-1 3 0,0-5 0,5 1 0,-3-5 0,7 4 0,-8-8 0,4 3 0,-5-4 0,-4 0 0,4-4 0,-9-2 0,13-3 0,-7-1 0,8-4 0,0-1 0,-6-14 0,10 7 0,-10-7 0,10 10 0,-3 4 0,4-13 0,0 10 0,0-11 0,0 0 0,0 7 0,4-3 0,1 7 0,5 3 0,-1 0 0,-3 1 0,-2 9 0,-4 1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3.48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24575,'0'0'0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4.5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0 115 8191,'6'-15'0,"2"2"5063,-3 3-5063,5 5 2818,-1-8-2818,1 11 1719,4-11-1719,11 6 6784,-8-4-6784,11 4 0,-17 3 0,17-2 0,-11 4 0,8-4 0,-11 10 0,-5 1 0,1 5 0,-1-1 0,1 5 0,3 1 0,0 14 0,1-7 0,-2 3 0,-3-7 0,1-8 0,-5 8 0,3-3 0,-7 0 0,4 3 0,-5 1 0,0 1 0,-5 3 0,-2 6 0,-3-7 0,-2 7 0,3-19 0,-3 17 0,2-18 0,-6 19 0,6-13 0,-4 0 0,0 3 0,3-8 0,-2 4 0,3 0 0,0-3 0,1 2 0,22-7 0,-8-2 0,33-4 0,-11 0 0,15 0 0,-14 0 0,10 0 0,-21 0 0,13 0 0,-11 0 0,-5 0 0,0 0 0,-4 0 0,-5 0 0,-1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8.6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73 184 24575,'6'10'0,"-2"-1"0,0 5 0,-3-3 0,3 7 0,-4 7 0,-4-4 0,3 19 0,-9-9 0,2 11 0,0 21 0,-4-16 0,10 16 0,-4-36 0,6 11 0,0-24 0,0 14 0,0-18 0,0 4 0,0-5 0,0 1 0,0-1 0,0-8 0,0-6 0,0-10 0,0-4 0,-8-26 0,-2-10 0,6-36 0,-6 33 0,2 2 0,8-14 0,0 40 0,4 13 0,3-22 0,-1 26 0,11-34 0,-11 32 0,18-32 0,-12 30 0,5-8 0,-3 7 0,-3 11 0,-2-6 0,0 12 0,-4 1 0,0 6 0,8 12 0,-5 8 0,8 10 0,2 13 0,2 4 0,6 4 0,11 35 0,-20-67 0,-12-12 0,4-3 0,-4-1 0,5-3 0,-1-2 0,1-4 0,-1-4 0,1-6 0,-1-5 0,16-35 0,-11 23 0,11-23 0,-14 21 0,7-45 0,-9 32 0,7-29 0,-8 42 0,-3 11 0,6-1 0,-6 19 0,0 5 0,4 4 0,-8 9 0,9 8 0,-8 31 0,10-10 0,-10 37 0,4-37 0,-6 36 0,0-50 0,0 16 0,0-34 0,0 0 0,0-6 0,0-5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9.6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96 86 24575,'6'4'0,"2"2"0,-7 3 0,3 5 0,-4-4 0,0 39 0,0-16 0,-10 51 0,8-48 0,-18 46 0,13-56 0,-3 25 0,-3 0 0,2-23 0,-9 52 0,15-63 0,-6 8 0,10-11 0,-3-5 0,8-12 0,1-3 0,20-44 0,-11 27 0,26-57 0,-24 47 0,17-30 0,-4 0 0,8-5 0,-12 10 0,14-23 0,-21 44 0,17-26 0,-15 32 0,-3 6 0,-7 7 0,-1 11 0,-3 3 0,2 5 0,-7 7 0,8-2 0,-8 3 0,7 1 0,-7-1 0,8 5 0,-2 11 0,-1-4 0,0 4 0,6 45 0,3 10 0,0 3 0,4 12 0,-2-7 0,-11-41 0,6 23 0,0-9 0,-8-46 0,-3 13 0,8-15 0,-8 11 0,7-18 0,-7-2 0,3-4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0.1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24575,'10'0'0,"4"0"0,31 0 0,34 12 0,13-9 0,-14 9 0,21-12 0,-67 0 0,19 0 0,0 0 0,-14 0 0,11 0 0,-24 0 0,-14 0 0,-1 0 0,-4 0 0,0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0.7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56 24575,'14'-4'0,"52"3"0,-3-14 0,16 13 0,2-8 0,-44 4 0,15 4 0,-27-4 0,-15 2 0,-6 3 0,-4-4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1.6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0 24575,'-4'5'0,"3"4"0,-3-4 0,4 5 0,0-1 0,-5 1 0,0 8 0,0-2 0,1 7 0,4-4 0,0 10 0,0-12 0,0 42 0,4-40 0,-3 25 0,9-20 0,-4-11 0,7 26 0,-7-26 0,5 6 0,-10-6 0,3-7 0,0 8 0,-3 4 0,3-6 0,1 6 0,-4-5 0,3-2 0,0 3 0,-3-5 0,8-3 0,-8 2 0,7-7 0,-7 8 0,8-8 0,-4 3 0,9-4 0,0 4 0,5-3 0,11 3 0,1-4 0,11 6 0,-10-4 0,28 4 0,-37-6 0,26 4 0,-39-3 0,4 4 0,-5-5 0,1 0 0,-1 0 0,-3 0 0,-2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2.2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24575,'28'0'0,"31"0"0,-41 0 0,41 0 0,-10 0 0,-12 0 0,13 0 0,-31 0 0,-4 0 0,-2 0 0,-7 0 0,-2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2.7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32 14505,'10'0'0,"-1"0"4191,1 0-4191,-1 0 1743,1 0-1743,4 0 949,-4 0-949,18 0 3187,0 0-3187,3 0 0,9 0 0,-19-4 0,9 3 0,-11-3 0,10 4 0,-8 0 0,39-10 0,-33 7 0,23-7 0,-39 10 0,-3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3.1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24575,'9'0'0,"5"0"0,1 4 0,55-3 0,-20 1 0,5 1-774,21 3 1,10 1 773,0-5 0,8-3 0,-11 3-685,-17 5 1,-2 0 684,13-6 0,7-1 0,-20-1 0,-22 1 687,27 0-687,-45 0 0,-15 0 0,-3 0 0,-2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6T08:51:15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24575,'6'0'0,"-2"0"0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44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56 24575,'9'0'0,"44"0"0,-5 0 0,28 0 0,9 0 0,13 0 0,-24 0 0,-8 0 0,1 0 0,7 0-1428,-5 0 0,4 0 1428,-17 0 0,-1 0 0,0 0 0,-1 0 236,0 0 0,-5 0-236,6 0 0,28 0 0,-21 7 0,3 0-1043,-13-5 0,3-1 1043,37 6 0,1 0 0,-26-7 0,-5 0-587,-12 3 0,1 0 587,16-2 0,1 0 0,-1 8 0,0 0 0,7-7 0,7-2-615,-1 4 1,6 0 0,-5-1 614,2-2 0,-2-2 0,21 1 0,-7 0 98,-7 0-98,-27 0 0,0 0 0,9 0 0,10 0 0,20 0 0,-48 0 0,6 0 0,2 0 0,9 0 0,-19 1 0,5-2 479,20-5 0,-1-1-479,-23 5 0,5 0 0,14-1 0,14-1 0,1 0 0,-10 2-1267,7 2 1,-3 0 1266,11-3 0,7-2 0,-8 2 0,-18 1 0,4 1 0,11-1 0,16-2 0,3 1 0,-12 1-679,-17 2 0,-6 0 0,11 0 679,5 0 0,15 0 0,9 0 0,-1 0 0,-8 0 0,-16 0 0,-8 0 0,-11 0 0,7 0-240,11 0 1,12 0 0,3 0 0,-7 0 0,-18 0 239,-8 0 0,-6 0 0,6 0 0,5 0 0,-8 0 0,31 0 123,-37 0 0,-1 0-123,37 0 0,-34 0 0,-3 0 0,-1 0 2700,4 0-2700,-21 0 5562,-8 0-5562,-16 0 2624,16 0-2624,-21 0 1065,0 0-1065,1 0 0,-1 0 0,0 0 0,1 0 0,-1 0 0,0 0 0,17 0 0,3 0 0,29-8 0,3 6 0,17-14 0,11 14 0,-20-6 0,-19 2 0,-1 2 0,16 2 0,11-8 0,-27 5 0,-22 3 0,-4-3 0,-12 5 0,1 4 0,-8 8 0,-4 15 0,0 36 0,8 2 0,-8 3 0,2 5-679,7-14 1,1 1 678,-4 13 0,0 3 0,7 7 0,-1-4 0,1 10 0,-1-26 0,4 8 0,-5-7 0,-4 31 0,16-6 0,3 7-866,-17-8 1,1-4 865,11-15 0,1 1 0,-7 26 0,0-7 0,13-5-430,-16-25 1,-2 0 429,9 20 0,0 13 0,-8-41 0,-1 1 0,10 39 0,-9-38 0,0 1 0,6 8 0,-1 0 0,-1 34 0,7-28 0,-1 2-781,-11-2 0,-2-2 781,8-7 0,1 1 0,-4 28 0,0 3 0,6-11 0,0 2 0,-7-10 0,-3 4 0,3-4 0,7 14 0,0-4 0,-6-7 0,-2-1-2125,1 3 1,0-5 2124,7 20 0,-9-23 0,0 10 0,-1-2-164,4 21 0,1-2 164,-1-9 0,-1 0 0,-4 12 0,1-8 0,9 0 0,-12-22 0,-1 11 0,2-7 0,4-7 0,1 4 0,-3 13 0,0 18 0,0-1 0,0-16-931,3-13 1,0 2 930,-4 2 0,-1 16 0,1 6 0,0-4 0,0-15 0,4 9 0,1-5 0,-3 14 0,0 9 0,1-14-105,0-28 1,1-2 104,-2 20 0,-1 9 0,1-7 0,2-12 0,0 1 0,-3 13 0,1 9 0,1-2 0,3-13 0,2-2 0,-1-7 0,-1 0 0,-1-2 0,-1 1 0,0 4 0,-1-11 4089,5 11-4089,-7-12 0,1-9 0,0-1 1667,0 6-1667,1 33 3962,-2-17-3962,-1-30 0,3 27 2382,-6-43-2382,-5 7 56,0-9-56,7 9 0,-5-7 0,4 0 0,-6-11 0,0-7 0,0 8 0,0-7 0,0 7 0,0-1 0,0-5 0,0 5 0,0-7 0,-11 6 0,5-9 0,-27 11 0,-9-16 0,3 6 0,-49-6 0,-22-2-1947,32 2 0,-2-1 1,-8-1 1946,10-2 0,-5-1 0,-5 0 0,-5-1 0,-5 2 0,10 1 0,-7 2 0,-6-1 0,-2 1 0,-1 0 0,2 0 0,3 0 0,6-2 0,-5-1 0,5 0 0,3-1 0,0 0 0,-1 1 0,-3 1 0,1 2 0,-4 1 0,-2 1 0,0 1 0,2-1 0,3 1 0,5-2-920,-6 0 1,3-2 0,4 1 0,3 1 0,1 1 919,-2 4 0,5 2 0,-1 1 0,-5-2-666,-3-2 1,-5-2 0,-2 0-1,1 2 1,3 1 665,9 3 0,2 2 0,1 1 0,2 0 0,-1-1 0,-15-1 0,1 0 0,1-1 0,6 2-391,-3 5 1,4 1-1,1-2 391,-6-4 0,1 0 0,12-2 818,26-2 0,1 0-818,-50 7 0,6-3 0,30-7 0,2 6 0,0 0 0,-10-8 0,0 8 0,-4 1 0,24-8 0,-1-2 0,-15 6 0,-2-1 0,1-5 0,2-2 0,6 1 0,-3 0 0,-28 0 0,-6 0 670,29 0 0,-2 0 0,-1 0-670,-7 0 0,-2 0 0,-2 0 685,-8 1 0,-2-1 0,4-1-685,15-1 0,4-2 0,2 1 0,-21 3 0,1-3 0,-5-8 0,-2-2 0,31 7 0,-1 1 0,-3-3 0,-22-6 0,-4-3 0,5 3 0,-9 3 0,4 0 503,25-3 0,-1-1 1,10 4-504,-13 8 0,3-7 0,4-1 846,24 3-846,-54-13 0,41 5 1889,-3 5-1889,4-4 3440,42 13-3440,-13-5 1285,17 3-1285,4-1 264,1-4-264,8 3 0,-3-2 0,10-13 0,-3-9 0,7-16 0,-6 0 0,7-18 0,2-6-3487,-2-25 3487,-1 9 0,2-16 0,-3 7 0,-6 9 0,-3-1 0,0 11 0,0-9 0,-1 1 0,-2 11 0,0-2 0,-4-2-1126,0 6 0,-2-13 0,0-6 1,-1 3-1,0 11 1126,-1 5 0,0 8 0,-1-10 0,0-13 0,0-15 0,-1-4 0,1 2 0,0 12-976,1-3 1,1 10 0,0-3 975,-2 10 0,0-4 0,1 3 0,1 8-251,4-13 1,-1 4 250,-6 12 0,-2-1 0,2 1-43,7-16 1,-1-2 42,-6-1 0,-3-6 0,2 0 0,2 7 0,2 1 0,-1 3 0,-3-16 0,0 0 0,4 12 0,1-4 0,-1 13 0,-3-23 918,7 26 1,1-10 0,-1 11-919,-7-14-352,7 24 1,3-9-1,-3 2 352,-6-16 0,0 2 0,6 0 0,-1-2-288,-6 11 0,-3-3 0,3 3 288,6-12 0,1 4 920,-10 4 0,1 0-920,9 4 0,0 2 0,-8 13 0,-1 4 0,7-31 0,-9-4 0,0 1 645,9 15-645,-9-15 0,-1 2 5535,10 25-5535,-2 10 0,-2 3 2823,0 5-2823,6-19 0,-6 10 105,7-10-105,0-28 0,0 52 0,0-52 0,0 42 0,0 0 843,0 0-843,0-6 0,0 25 0,0-17 0,5 23 0,-3-1 0,3 0 0,-5-36 0,0 28 0,6-28 0,-5 36 0,4 0 0,-5-10 0,7-2 0,-5 6 0,5 5 0,-7 17 0,0-8 0,0 6 0,0-12 0,0 12 0,0-21 0,0-10 0,0 2 0,0-6 0,5 21 0,-4 1 0,5-22 0,-6-6 0,0 0 0,0-4 0,0 29 0,8-28 0,-6 25 0,6-26 0,-8 36 0,0-13 0,0 22 0,0-5 0,0 7 0,0 3 0,0 2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45.7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13260,'5'5'0,"0"7"4427,3 27-4427,-6 45 0,6-24 0,-7 0 0,-3 13 0,3-6 438,4-12 0,1-1-438,-5 34 0,0 5 0,5 5 0,-1-10 0,-5-17 0,4 5 0,0-4 1313,-2-33-1313,6 19 3514,-8-12-3514,0 0 77,7 0-77,-5-17 1108,5 13-1108,-7-12 0,0 15 0,0 13 0,0-9 0,9 36 0,-6-20 0,6 11 0,-8-30 0,-2 11-1696,1 24 0,0 21 0,0 5 0,0-13 1696,0-20 0,0-7 0,0 9 0,0 8 0,-1 14 0,1 3 0,0-8 0,1-19-349,3-10 1,0-9 348,-3 1 0,0 2 0,3 15 0,0-1 0,-4 23-682,0-15 0,0 13 1,0-12 681,0-24 0,0 0 0,4 31 0,2 14 0,-1-16 0,-1 13 0,3-10 0,1 11 0,-2-20 0,1 3 0,-3-7 0,-2-6 0,1 3 0,3 12 0,4 15 0,0 0 0,-2-16 0,-2-16 0,1-1 0,1 5 0,1 11 0,0 0 0,-1-12 0,-2-6 0,1-2 0,1 6 0,2 6 0,-2-8-468,-3-12 1,2 1 467,7 19 0,3 10 0,-2-6 0,-6-2 0,-1-1 651,5-4 0,2 4 1,-1 3-652,0 10 0,-2 4 0,0-4 0,-3-19 0,0-3 0,1 4-320,5 18 0,2 4 1,-2-6 319,-3 10 0,-2-5 0,4 10 0,-1-6 0,-1-30 0,-1-1 0,-3 23 0,1-1 0,8-21 0,-1-6 2056,-10 14-2056,10-18 0,-1-1 0,-14 3 1219,13-9-1219,-12-1 0,15 40 0,-14-40 0,8 42 0,-3-32 3592,-6-9-3592,6 0 0,-1-6 2599,-6-7-2599,6 22 0,-7-9 0,0 0 0,0-15 0,0-10 0,6 1 0,-5 10 0,4-7 0,-5 7 0,0-17 0,0 5 0,5-27 0,-4-9 0,1-44 0,0-10 0,-2 19 0,0-6 0,0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47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24575,'0'16'0,"0"37"0,0 25 0,0-8-3228,0 22 3228,0-6 0,0 18 0,0-7-1802,0-2 0,0-2 1802,0-19 0,0 3 0,0-1 0,0-1 0,0 1 0,0-1-252,0 4 1,0 1 0,0-6 251,0 6 0,0-3 0,4 10 0,2-2 0,-1-22 0,2-2-326,3 1 0,2 0 326,-1-6 0,0-1 0,2 42 0,-3-45 0,-1-4 0,-7 4 1096,8 21-1096,-10-36 3259,7 6-3259,-6 6 2847,6 12-2847,-7 0 0,0-3 1036,0-22-1036,0 8 0,8 4 0,-6 1 0,6 21 0,0-9 0,-6 27 0,7 4-507,-9-22 507,0-10 0,0-5 0,0-17 0,0 25 0,0 7 0,0 22-700,0-19 0,0 0 700,0-21 0,0-2 0,0 40 0,0 0-736,8-20 736,-7 6 0,0 6 0,3-22 0,0-1 0,-4 6 0,0 4-680,-1 12 0,2-4 680,7 9 0,-7-15 0,0-1 0,7 7 0,-8 3 0,0 4 0,5-32 0,0 3-753,-5 25 1,0 12 0,2-10 752,7-19 0,1 2 0,-5 6 0,0 13 0,-1 0 0,1-14 0,1-9 0,1-2 0,-1 13 0,-1 6 0,0-9 0,5 22 0,-10 4 0,2 4 0,8-35 0,-1 0 0,-8 28 0,0 9 0,7-16 0,3 3 0,-2-8 0,-7-8 0,0 0 0,6 11 0,3 8 0,-3-12 0,-7-22 0,0-8 1072,9 43-1072,-2-4 0,-8-13 0,2-1-553,14 18 553,-14-15 0,-2-5 0,8-11 1215,1 10-1215,-7-23 0,2 13 0,0 1 3003,-4 0-3003,0 0 0,0-2 0,0-11 0,5-2 0,-3-4 1521,3-16-1521,-5 7 2,0 0-2,0 15 0,0-10 0,0 1 0,0-18 0,0-4 0,0 0 0,0 5 0,0 4 0,0 0 0,0 7 0,0-16 0,0-2 0,0-7 0,0-4 0,0-1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48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1 12877,'-5'20'0,"1"18"0,-2 23 0,-2 15 0,-1 16 0,0 9 0,5-29 0,0 4 0,0 3 0,-1-1 0,-2-1 0,-2 0 0,1 0 0,2 1 0,3 4 0,3 2 0,0-1 0,-1-2 0,-4 14 0,-1-2 0,2-5 0,3-15 0,2-3 0,-1-4 1282,0 13 0,0-6-1282,0-13 0,0 1 0,0 12 0,0 11 0,0-3 0,0 14 0,0 0 0,0-9-1089,0-15 0,0-6 0,0 7 1089,0 14 0,0 11 0,0-2 0,0-15 0,0-6 0,0-9 570,0-2 0,0 1-570,6 26 0,0-4 1629,-3 3-1629,4-19 0,-1 4 0,-6-1 0,0-1 0,0-14 0,0 0 0,0 16 0,0-4 0,0 0 0,0 28 0,0-32 0,0 3 0,0-9 0,0 3 0,0 25 0,0-5 0,0-3 0,0-13 0,0 3-277,-1-18 1,2 3 276,2 10 0,3 8 0,-2-1 0,-3-4 0,0-1 0,0-2 0,6 18 0,0 2 0,-3-11 0,1 3 0,-1-3 0,5 11 0,-1-2 0,0 1 0,1 0 0,2-10 0,0 0 0,-2 14 0,-1-1 0,-2-11 0,0 0 0,1 17 0,0 2 0,0-5 0,-1-2 0,-5-5 0,1-4 0,7-12 0,1-1 2417,-9 10 0,-1-6-2417,7-9 0,-7-10 0,0 3 0,5 3 0,1 0 0,-5-5 0,1-2 0,8 40 0,-10-53 1601,9 18-1601,-7-25 839,6 16-839,-8-12 2557,0-7-2557,0 17 354,0-24-354,0 5 0,0-9 0,0-5 0,0 22 0,0-13 0,0 34 0,0-15 0,0 2 0,0-16 0,0-15 0,0-1 0,0 0 0,0-3 0,0-2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50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0 24575,'0'16'0,"0"38"0,0 7 0,0 9-4916,1 7 1,-2 6 4418,-3 2 1,-2 8-1,1-7 497,3-4 0,1 2-156,-3-13 1,0 8 0,0 2 0,1-4 155,1 7 0,2-3 0,2 5 0,1 1 0,2 5 0,-1 2 0,0-1-358,-3-2 0,-1 0 0,0 0 0,3 3 358,2-10 0,2 1 0,2 2 0,-1 1 0,-2-1 0,0 2 0,-2-1 0,0 1 0,1 2 0,0 1-393,1-6 1,1 3 0,1 1 0,-1 0-1,0-2 1,0-4 392,-1 17 0,-1-4 0,1 0 0,0 5 0,0-16 0,0 5 0,1 3 0,0-2 0,-1-3 0,0-7 0,-1-1 0,0-9 0,-1 2 0,2 7 0,0 6 0,1 9 0,1 5 0,0 0 0,0-6 0,-1-10 0,4 16 0,0-11 0,0 4 78,-2 1 0,-1 6 0,1-5 0,0-16-78,2-14 0,0-5 0,-1 13 0,-1 6 0,1-9 0,0-20 0,0-1 0,3 40 0,-1-1 2305,0-1-2305,4-15 0,-14 15 0,6-40 0,0 33 3650,-6-36-3650,6 28 5458,-8-28-5458,9 21 0,-7-21 3452,13 16-3452,-14-19 551,6-10-551,-7-14 0,0 16 0,0-7 0,0 16 0,0-23 0,0 49 0,0-42 0,0 56 0,0-32 0,0 1 0,9 30 0,-6-48 0,6 27 0,-9-27 0,0 29 0,0-19 0,0 53 0,0-54 0,0 20 0,6-29 0,-5 0 0,5 15 0,-6-10 0,0 8 0,0-1 0,0-23 0,0 21 0,0-33 0,0 5 0,-5-6 0,4 6 0,-3-5 0,4 12 0,0-6 0,0 8 0,0 9 0,0 29 0,0-20 0,0 18 0,0-36 0,0 0 0,0-8 0,0-9 0,0-9 0,0-15 0,0 5 0,0-1 0,0 8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54.5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24575,'10'0'0,"-1"0"0,0 0 0,1 0 0,-1 0 0,7 0 0,-5 0 0,21 0 0,-2 0 0,28 0 0,3 0 0,0 0 0,9 0 0,-13 0 0,0 0 0,8 0 0,2 0 0,1 0 0,2 0-253,-18 4 0,3 1 253,-1-4 0,-2 0 0,28 9 0,5-10 0,-53 0 0,22 0 0,-24 7 0,16-6 0,12 6 0,3-7 0,-10 0 0,43 10 0,-21-8 0,17 7-465,-32-8 0,2-2 465,1 1 0,-1 0 0,-7 0 0,1 0 0,37 0 0,-6 0 0,-23 0 0,-9 4 0,4-1 0,-2-2 0,1 0 75,7 2 0,1 1-75,3-4 0,5 0 0,-7-1 0,4 0 0,-1 3-1108,17 4 0,-2 1 1108,-1-6 0,3 2 0,-8 5 0,2 3 0,-10-3 0,23-5-304,-27 5 1,9 2 0,-11-2 303,11-5 0,-4 3 0,-2 0 0,-16-6 0,33 0 0,-36 0 0,11 1 0,3-2 0,11-7 0,-14 7 0,6 0 0,22-11 0,-1 0-584,-30 10 1,0 1 583,33-7 0,-2 1-1204,0 7 1204,-15 0 1163,0 0-1163,-10 0 0,0 0 658,12 0-658,-19 0 0,-2 0 0,4 0 0,-9 0 0,19 0 0,19 0 0,-10 0-60,-26 0 1,-1 0 59,23 0 0,9 0 0,-14 0 0,2 0 718,-10 0-718,1 0 678,-14 0-678,-13 0 199,12 8-199,-16-6 2375,16 6-2375,-12-8 1111,-7 0-1111,17 0 0,-8 0 0,10 0 0,0 0 0,-10 0 0,8 0 0,-8 0 0,10 0 0,20 0 0,-3 0 0,6 0 0,2 0 0,-22 0 0,21 0 0,-9 0 0,12 0 0,0 0 0,0 0 0,1 0 0,-1 0 0,-12 0 0,-13 0 0,-14 0 0,-9 0 0,-7 0 0,-2 0 0,-7 0 0,0 0 0,7 0 0,-5 0 0,6 0 0,8 0 0,-12 0 0,13 0 0,-10 0 0,-5 0 0,5 0 0,10 0 0,-13 4 0,13-3 0,-17 3 0,0-4 0,0 0 0,1 0 0,-1 0 0,0 0 0,1 0 0,-1 0 0,0 0 0,7 0 0,-5 0 0,5 0 0,-6 0 0,27 0 0,-13 0 0,22 0 0,-22 0 0,-6 0 0,5 0 0,-5 0 0,-1 0 0,6 0 0,-12-4 0,12 3 0,-5-3 0,0 4 0,4 0 0,-11 0 0,12-6 0,-12 5 0,5-4 0,0 5 0,-5-5 0,1 4 0,-8-3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0.5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43 24575,'4'5'0,"1"3"0,11-2 0,11 0 0,22-1 0,44 6-2036,-27-9 1,13-2 0,7 0-1,-2 1 2036,-5 1 0,1 1 0,1 1 0,4-2 0,1-2 0,5 0 0,2-1 0,-2 1 0,-4 1-530,-1 1 1,-4 2 0,-1 0-1,6-1 530,3-2 0,5-1 0,3-1 0,-3 2 0,-6 2 0,-7 2 0,-5 3 0,0 0 0,5-1 0,6-3 0,7 0 0,0-2 0,-4 1 0,-13 1-601,24 5 0,-10 1 601,-24-2 0,1 2 0,-4-3 0,6-5 0,-3-1 0,-3 6 0,-3-2 0,32-5 0,-72 5 4170,-18 6-4170,-4 28 0,0 44 1106,0-20 0,0 7-1106,0 25 0,0 5 0,0-1 0,0-1 135,0-16 0,0-2-135,0-1 0,0 1 0,0 10 0,0 2 0,-1 0 0,2 0 0,1-25 0,1 2 0,1-2 0,3 26 0,1-4 0,-2-21 0,0-2 0,0 5 0,0 7 0,2 3 0,1 8 0,-1-1 0,-1-13 0,0-1 0,0 4 0,0-7 0,0 3 0,0 2 0,0 3 0,0 17 0,0 6 0,-1-3 0,0-13 0,-1-4 0,-1-2 0,-1-3 0,-1 11 0,1-3 0,2-17 0,11 21 0,-14-25 0,-3 9 0,2-4 0,9 1 0,1-1 0,-9 18 0,-2-2 0,5-22 0,1-2 0,0 3 0,-1-4-954,-2 24 954,1-16 0,2-1 0,3 2 0,-9-3 0,2 6-814,7 5 0,3 3 814,-6-15 0,-1 2 0,1 2 66,3 5 1,1 2 0,0-6-67,2 8 0,-1-6 412,-4-15 1,0-3-413,11 36 0,-11-33 0,1 8-419,1 13 1,1 9 0,1-3 418,3 13 0,-1-3 0,-6-25 0,-2 0 0,2-8 800,2-7 0,1-5-800,-4 3 0,1 0 0,3 6 0,1 1 0,-4 4 0,0-2 0,10 33 0,-5-9 0,-3-33 2252,0 21-2252,-9-36 0,11 51 0,-8-41 0,7 11 0,0 2 0,-8-8 814,8 33-814,-5-45 0,-3 15 0,12 9 0,-11-12 0,1-2 0,1 0 0,2 2 0,-5 21 0,5-27 2956,-7 0-2956,6 0 0,-4 44 0,5-42 0,-2 30 0,-3-17 0,3-27 0,-5 27 0,0-43 0,0 5 0,4-12 0,-3 5 0,3-7 0,-4 0 0,0 1 0,0-1 0,0 0 0,0 0 0,-4 1 0,-12-1 0,8 0 0,-28 3 0,11 8 0,-33-2 0,-18 7 0,20-9 0,-41-5 0,54-6 0,-6 0 0,-2 0 0,-14-3 0,-23 7 0,15 0 0,-1-7 0,-14 6-825,-4 1 825,0-6 0,16 6 0,28-9 0,4 0 0,17 0 0,-7 0 0,0 0 0,-15 0 0,17 0 0,-35 0 0,8 10 0,-33-8 0,22 7 0,-1-9 0,8 0 0,19 0 0,-53 0 0,54 0 825,-21-5-825,30 4 0,0-5 0,7 6 0,-17 0 0,17-5 0,-28 3 0,25-3 0,-53 5 0,49 0 0,-27 0 0,27 0 0,-30 9 0,21-6 0,-54 6 0,63-4 0,-37-3 0,44 3 0,-28 3 0,25-6 0,-10 7 0,17-9 0,12 0 0,-5 0 0,6 0 0,1 0 0,-7 0 0,5 0 0,-5 0 0,-1 0 0,6 0 0,-5 0 0,7 0 0,-1 0 0,1 0 0,-7 0 0,-2-6 0,0 0 0,2-4 0,4-16 0,-1-4 0,-4-28 0,-2-35-1729,12 29 0,3-6 1729,-1-1 0,2-6 0,0 4 0,2-8 0,2-4 0,-2 7 0,1-9 0,-1-4 0,3 7 0,2-2 0,1 5 0,2-11 0,0 13 0,1-10 0,0-6 0,1-1 0,-1 3 0,0 5 0,-2 4 0,-2 4 0,1 2 0,0 0 0,2-4-994,4-13 0,2-2 1,1-2-1,-2 2 0,-4 5 994,-4 1 0,-3 5 0,-2-1 0,1-8-571,2 13 1,0-6 0,1-5-1,-1-1 1,1 1 0,-1 5 0,-1 8 570,0-10 0,-1 10 0,-1 0 0,1-8 0,0-4 0,1-11 0,-1-4 0,1 4 0,-2 11 0,0 21-111,-2 12 1,-1 6 110,-1-47 0,-4 1 0,-1 45 0,0 2 0,2-24 0,1 3 0,-10-15 0,16 5 1556,-5 44-1556,6-10 3873,-8-7-3873,6 4 6572,-6 1-6572,8 5 0,0-16 0,0 7 0,0-21-722,1 5 1,-2-4 721,-4 19 0,-1 0 0,5-18 0,-1 3 72,-8-20-72,10 18 0,0 20 0,0-46 0,0 46-463,0-15 1,0-2 462,0 8-232,0 6 0,0 1 232,0-3 0,0 2 0,0-2 0,0-28 0,0 25 0,0-4 0,-6-11 0,-2 3 0,-3-20 0,3 17 0,0 3 0,0 12 0,1-11 0,0-2 904,-4-6-904,3 4 0,0 3 0,0 12 0,-6-12 0,1 0 0,6 5 0,-11-7 0,1 4 0,15 22-95,-13-9 95,13 12 0,-7-9 0,-1-1 0,0-6 0,3 9 0,0 4 944,0 15-944,7 10 511,-5-1-511,3 7 1027,-3-14-1027,5 11 108,0-6-108,-5 0 0,3 15 0,-3-15 0,5 16 0,-5-6 0,4 1 0,-3 5 0,4-5 0,0 11 0,0 1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2.0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15 221 24575,'4'-10'0,"-3"1"0,8-7 0,-7 5 0,3-12 0,-5 12 0,5-12 0,2 1 0,11-4 0,-6 4 0,4 10 0,-6 4 0,-1 6 0,0-6 0,0 7 0,1-3 0,6-2 0,2 5 0,-1-4 0,-1 5 0,-6 0 0,-1 0 0,0 0 0,1 0 0,-5 4 0,3 1 0,-3 4 0,5 0 0,8 17 0,-6-13 0,16 29 0,-20-22 0,9 8 0,-16-12 0,9 0 0,-9-5 0,5 5 0,-6-7 0,0 0 0,0 1 0,0-1 0,-5 0 0,4 0 0,-7 1 0,3-1 0,-5 0 0,1 1 0,0-5 0,-1 3 0,1-7 0,-1 7 0,1-7 0,-7 4 0,5-5 0,-22 0 0,24 4 0,-16-3 0,20 3 0,-4-8 0,4-2 0,-5-10 0,3-2 0,-5-10 0,-9-8 0,-1-4 0,1 10 0,-22-29 0,31 41 0,-16-25 0,28 33 0,0 5 0,0 1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3.2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119 81 24575,'5'-9'0,"-1"0"0,-4-7 0,4 9 0,-3-9 0,3 11 0,0 0 0,-3-3 0,8 7 0,-4-4 0,8 5 0,-3 5 0,11 1 0,1 9 0,3-2 0,4 4 0,-11-6 0,-6-1 0,-4-5 0,-3 4 0,0-4 0,3 4 0,-7 7 0,8-5 0,-8 5 0,8 0 0,-7-5 0,3 12 0,-5-12 0,0 9 0,0-9 0,0 2 0,0-4 0,-5 7 0,-2 2 0,-6 7 0,7-7 0,-4-7 0,9-2 0,-7-4 0,6 4 0,-6 0 0,3-3 0,0 2 0,-4-7 0,4 3 0,-4-4 0,-1 0 0,-42 0 0,31 0 0,-47-14 0,54 11 0,-13-21 0,17 17 0,-2-16 0,7 12 0,-5-6 0,9 1 0,-8-2 0,3 5 0,0-9 0,-3 19 0,8-12 0,-3 10 0,4-1 0,0 2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3.9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24575,'0'18'0,"0"14"0,0-2 0,0 6 0,0 20 0,0-26 0,0 25 0,0-18 0,0 19 0,0-23 0,0 19 0,0-38 0,0 18 0,0-21 0,0 1 0,0-8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4.4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24575,'5'57'0,"-1"-20"0,-4 52 0,0-49 0,0 15 0,0-6 0,0 0 0,0 9 0,0-12 0,0 0 0,0-17 0,0 13 0,0-22 0,0 7 0,0-11 0,0-6 0,0-5 0,0-1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5.3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167 313 24575,'5'-4'0,"0"-1"0,-1-5 0,-3-6 0,16-11 0,6-21 0,-1 16 0,9-12 0,-20 33 0,5-1 0,-7 4 0,1 7 0,0 8 0,-4-1 0,13 27 0,-10-13 0,11 14 0,-9-9 0,1-1 0,-7-6 0,5-2 0,-9 0 0,3-5 0,-4 5 0,0 0 0,0-5 0,0 5 0,0-7 0,-4 1 0,-1-1 0,-1 0 0,-2 1 0,3-1 0,-5 0 0,1-4 0,0 4 0,-1-4 0,-6 0 0,5-1 0,-5 0 0,6-3 0,1 3 0,0-4 0,-1 0 0,5-4 0,-28-44 0,-2-6 0,-2 6 0,0 1 0,-1-5 0,-13-7 0,41 29 0,-11-6 0,13 2 0,2 16 0,6 2 0,0 6 0,0 5 0,0 1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6.3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8 228 24575,'0'-10'0,"0"1"0,5 4 0,2-20 0,3 16 0,5-33 0,-5 28 0,2-11 0,-2 9 0,16-5 0,-15 3 0,13-1 0,-19 14 0,5 0 0,-5 1 0,3 3 0,-7 1 0,14 12 0,-8-1 0,16 6 0,-16 0 0,24 4 0,-22-2 0,24 6 0,-22-14 0,6 12 0,-7-12 0,1 12 0,0-5 0,-4 0 0,4 15 0,-4-12 0,0 14 0,2-17 0,-8 5 0,3-12 0,-4 5 0,0-7 0,0 1 0,-4-5 0,-1 3 0,-11-2 0,-12 0 0,8-1 0,-12 1 0,14-5 0,-7 5 0,1-6 0,6 0 0,2 0 0,6 0 0,5-5 0,-10 4 0,12-7 0,-19 2 0,8-6 0,-10 0 0,-3-15 0,1 5 0,6-5 0,8 4 0,3 12 0,8-16 0,-3 15 0,4-15 0,0-1 0,0 8 0,0-1 0,0 16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6.8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1 24575,'0'9'0,"0"29"0,0 7 0,-9 28 0,7-22 0,-6 17 0,8-28 0,0 45 0,0-33 0,0 21 0,0-15 0,6-19 0,-5 1 0,9-24 0,-9-7 0,7-4 0,-7 4 0,3-8 0,-4 3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7.7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299 304 24575,'0'-10'0,"4"5"0,1-3 0,4 7 0,1-8 0,-1 8 0,0-3 0,1 4 0,6 0 0,-1 0 0,9 0 0,-9 0 0,1 0 0,-7 0 0,0 0 0,7 0 0,-3 11 0,10 13 0,-1 13 0,0 23 0,12 15 0,-21-19 0,12 5 0,-24-37 0,10 1 0,-10-7 0,5 4 0,-6-11 0,0 5 0,0-6 0,-4-5 0,-2 3 0,1-3 0,-3 1 0,3-2 0,-5-4 0,1 0 0,-17 0 0,6 0 0,-8-5 0,6 4 0,4-8 0,0 3 0,2 0 0,-10-12 0,13 10 0,-20-17 0,21 7 0,-1-7 0,2 1 0,-18-28 0,-16-33-1937,-6 10 1937,6-7 0,0-1 0,2 6-38,10 21 0,3 5 0,13 18 0,13 28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5.7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1 396 24575,'5'-10'0,"-1"1"0,-4 0 0,0-1 0,0-6 0,0 5 0,0-5 0,0 6 0,0 1 0,0 0 0,0-5 0,4 4 0,-3-4 0,9-2 0,-9 5 0,5-5 0,5-1 0,-9 6 0,19-16 0,-15 15 0,9-8 0,-10 10 0,4 5 0,-8-3 0,7 2 0,-3-3 0,0 0 0,3-1 0,-2 1 0,3-1 0,-4 1 0,3 4 0,-7-4 0,8 4 0,-8-4 0,7 4 0,-7 11 0,7 1 0,-7 26 0,9-13 0,-9 7 0,10-4 0,-10-5 0,16 17 0,-15-15 0,15 14 0,-16-23 0,4 5 0,0-6 0,-4-1 0,3 0 0,-4 0 0,0 1 0,0-1 0,4 0 0,-3 1 0,3-1 0,-4 0 0,0 1 0,0-1 0,0 0 0,0-4 0,0-1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6.3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24575,'9'0'0,"29"0"0,-15 0 0,17 0 0,-24 0 0,-7 0 0,0 0 0,0 0 0,8 0 0,-6 0 0,5 0 0,-7 0 0,0 0 0,1 0 0,-1 0 0,0 0 0,0 0 0,-3 0 0,-2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7.0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11341,'0'15'0,"0"-10"4936,6 37-4936,-4-29 2303,5 29-2303,-2-22 1310,-3 7-1310,3-4 4685,-5-12-4685,0 9 0,4-9 0,-3 2 0,3-8 0,-4-1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8.1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76 24575,'4'-5'0,"-3"-4"0,8 4 0,-4-4 0,4-1 0,0 1 0,1 4 0,-1-4 0,0 8 0,-4-7 0,4 7 0,-4-3 0,4 4 0,-4 4 0,4-3 0,-8 7 0,7 1 0,-2 8 0,4-1 0,-4 0 0,-1-7 0,-5 0 0,0 0 0,0 5 0,-5-8 0,-1 13 0,-4-12 0,-1 9 0,2-6 0,0-1 0,-1-4 0,5 3 0,1-3 0,8 5 0,1-1 0,21 3 0,-6 5 0,14-2 0,4 15 0,-17-21 0,16 20 0,-26-22 0,11 16 0,-11-12 0,1 5 0,-3-7 0,-4 0 0,0 1 0,3-5 0,-7 3 0,7-3 0,-7 5 0,4-1 0,-5 0 0,0 0 0,-5-3 0,4 2 0,-3-3 0,0 0 0,-8 5 0,1-5 0,-5 2 0,6 1 0,-6-2 0,-2 0 0,0-1 0,-5-5 0,-4 0 0,7 0 0,-6 0 0,17 0 0,-7 0 0,-2 0 0,0-4 0,2-1 0,6-4 0,1-1 0,4-6 0,-4 9 0,8-15 0,-3 19 0,4-8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8.7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24575,'0'0'0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9.0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24575,'0'0'0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9.3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12545,'5'0'0,"-1"0"0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0.7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24575,'16'0'0,"2"0"0,6 0 0,10 0 0,-14 0 0,22 0 0,-12 0 0,6 0 0,-2 0 0,-9 0 0,-1 0 0,-6 0 0,-2 0 0,10 0 0,-6 0 0,14 0 0,0 0 0,-7 0 0,0 0 0,5 0 0,-12 0 0,14 0 0,0 0 0,3 0 0,-1 0 0,8 0 0,-24 0 0,34 0 0,-22 0 0,17 0 0,-6 0 0,6 0 0,12 0 0,-9 0 0,-6 0 0,-12 0 0,-7 0 0,7 0 0,-10 0 0,-6 0 0,-2 0 0,-7 0 0,1 0 0,-1 0 0,0 4 0,1 1 0,-1 5 0,-4 6 0,3-5 0,-1 12 0,2-12 0,14 44 0,-11-36 0,6 36 0,-9-37 0,-2 7 0,0-1 0,-2 1 0,5 36 0,-8-27 0,8 36 0,-10-43 0,0 16 0,0-16 0,0 17 0,0-17 0,0 16 0,0 6 0,0-10 0,0 7 0,0-21 0,0-1 0,0 1 0,5-1 0,-4 10 0,5-7 0,-6 7 0,0-9 0,0 9 0,0-7 0,5 7 0,-3 0 0,3-7 0,2 16 0,-6-16 0,6 17 0,-7-8 0,0 10 0,0 0 0,7 0 0,-5 12 0,5 3 0,-7 0 0,0 9 0,0-21 0,0 21 0,0 23 0,0-33 0,0 28 0,0-61 0,0 7 0,0-9 0,0-1 0,0 1 0,0-1 0,0-6 0,0 5 0,0-12 0,0 5 0,0-7 0,0 7 0,0-5 0,0 5 0,0-6 0,0-1 0,0 7 0,0-5 0,0 5 0,0-7 0,-6 7 0,-1 2 0,0 0 0,-4 5 0,6-12 0,-6 5 0,6-7 0,-3 0 0,2 1 0,-3-5 0,-7 4 0,-2-2 0,-7 0 0,-9-2 0,-47-5 0,24 0 0,-34 0 0,46 0 0,-14-8 0,27 6 0,-13-6 0,27 8 0,0 0 0,2 0 0,7 0 0,-1 0 0,1 0 0,0 0 0,-1 0 0,1 0 0,4 4 0,-4-3 0,4 3 0,-4-4 0,3-4 0,-2 3 0,3-7 0,-11-4 0,-6-5 0,-4-2 0,-12-5 0,6 5 0,4 3 0,8 2 0,10 9 0,1 0 0,4-3 0,-4 7 0,4-4 0,0 1 0,-4 3 0,4-7 0,-4 3 0,-1-1 0,1-2 0,0 7 0,-1-7 0,1 7 0,4-8 0,-4 8 0,8-7 0,-7 7 0,7-8 0,-8 4 0,4-4 0,-4-1 0,4 1 0,-4 0 0,1-17 0,-6-16 0,0 3 0,-1-8 0,-3-31-430,1 3 430,-2-13 0,8-9 0,-3 41 0,4-43 0,-6 45 0,7-3 0,-5 10 0,12 17 0,-13-26 0,7 9 0,-10-29 0,-1-14 0,7 20 0,-7-28 430,17 64-430,-8-36 0,10 43 0,-7-17 0,6-19 0,-12 19 0,12-26 0,-15-11 0,13 33 0,-15-40 0,16 61 0,-9 0 0,2-29 0,3 37 0,-2-30 0,8 40 0,-4-5 0,3-3 0,-4 2 0,5-6 0,0 4 0,0 2 0,-4-1 0,3 6 0,-3 1 0,4-7 0,0 5 0,0-10 0,0 11 0,0-4 0,0 5 0,0-1 0,0 1 0,0 4 0,0 1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3.1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72 24575,'0'13'0,"0"5"0,0 3 0,0 13 0,0-13 0,4 4 0,-3-16 0,3 8 0,0-6 0,-3 5 0,3-7 0,-4 7 0,0 2 0,6 6 0,-5-6 0,4 27 0,-5-22 0,0 32 0,0-18 0,0 9 0,0-17 0,0 3 0,0-14 0,0 7 0,0-7 0,0-2 0,0-7 0,0 0 0,0-8 0,0-6 0,-5-33 0,4 11 0,-12-27 0,11 27 0,-4-8 0,-1 1 0,5-2 0,-5-1 0,7 3 0,0 10 0,0-1 0,0 7 0,0-5 0,0 12 0,0-12 0,0 5 0,0 0 0,0-5 0,4 12 0,-3-5 0,4 7 0,-1-1 0,-3 1 0,3 0 0,0-1 0,1 5 0,5 5 0,-5 5 0,15 22 0,-10-7 0,13 16 0,-11-12 0,2 11 0,-3-15 0,2 12 0,-2-14 0,-4-1 0,2 0 0,-4-8 0,1 0 0,-2 0 0,0 1 0,-3-1 0,7-4 0,-7-5 0,8-1 0,-8-7 0,27-58 0,-16 34 0,17-40 0,-22 49 0,8 5 0,-12 0 0,12 2 0,-14 7 0,7-1 0,-7 1 0,7 0 0,-7-1 0,8 5 0,-8-3 0,7 2 0,-3-3 0,0 0 0,3 3 0,-6-2 0,6 7 0,-7-7 0,7 7 0,-7-8 0,7 8 0,-7-7 0,8 3 0,-4-5 0,4 5 0,-4-3 0,4 7 0,-8-8 0,3 12 0,0-2 0,5 57 0,4-20 0,2 31 0,-7-35 0,5 0 0,-12-7 0,10 0 0,-10-11 0,3 0 0,-4 2 0,4 0 0,-3 5 0,4-12 0,-5 12 0,0-6 0,0 1 0,5 5 0,-4-12 0,5 5 0,-6-7 0,0 1 0,0-1 0,0 0 0,0 0 0,4-3 0,-3 2 0,3-3 0,-4 4 0,0-3 0,0-2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4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71 11842,'10'0'0,"6"0"4849,-5 0-4849,5 0 2215,-7 0-2215,0 0 1250,1 0-1250,-1 0 4419,7 0-4419,-5 0 0,5 0 0,0 0 0,2 0 0,0 0 0,14 0 0,-12 0 0,7 0 0,-4 0 0,-5 0 0,0 0 0,14-7 0,-12 6 0,14-6 0,-16 7 0,5 0 0,4 0 0,0-6 0,7 5 0,0-4 0,2-2 0,1 5 0,-10-5 0,5 7 0,-2 0 0,6 0 0,8 0 0,-8 0 0,10-7 0,-16 6 0,2-6 0,-5 7 0,0 0 0,61 0 0,-50 0 0,50 0 0,-39 0 0,-10 0 0,44 0 0,-49 0 0,63 0 0,-54 0 0,21 0 0,-21 0 0,6 0 0,-1 0 0,1 0 0,21 0 0,-26 0 0,55 0 0,-46 7 0,20-6 0,-15 6 0,-9-7 0,18 0 0,28 0 0,4 0 0,-17 0-204,-18 0 0,1 0 204,18 0 0,17 0 0,0 0 0,-17 0-1286,-14 0 0,-7 0 1286,30 0 0,-1 0 0,-23 3 0,-3 1-291,5-4 0,-7 2 291,-5 4 0,36-6 0,-25 0 0,-17 0 0,-3 0 0,-10 0 0,16 0 0,-28 0 344,0 0-344,-4 0 2537,4 0-2537,22 0 681,-1 0-681,10-6 0,-12 4 0,0-5 0,0 7 0,0 0 0,0 0 0,0-7 0,12 5 0,-10-4 0,23 6 0,-22 0 0,9 0 0,-22-6 0,-2 5 0,-10-5 0,-6 6 0,-6 0 0,-8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6.6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24575,'9'0'0,"0"0"0,17 0 0,-13 0 0,41 0 0,-21 0 0,37 0 0,-9 0 0,27 0-439,4 0 439,-22 6-6639,13-5 6639,-32 5-306,22-6 306,-12 6 0,-3-4 0,-21 5 286,6-7-286,-23 0 6629,22 0-6629,-12 7 469,28-6-469,-9 6 0,9-7 0,0 0 0,-19 0 0,17 0 0,-20 0 0,10 0 0,12 0 0,3 0 0,12 0 0,-21 0 0,4 0 0,-8 0 0,-8 0 0,27 0 0,-15 0 0,9 0 0,-12 0 0,-15 0 0,0 0 0,2 0 0,-6 0 0,11 0 0,-11 0 0,6 0 0,-2 0 0,0 0 0,-7 0 0,29 0 0,-26 0 0,52 0 0,-38 0 0,28 0 0,-35 0 0,33 0 0,-27 0 0,57 0 0,-57 0 0,28 0 0,-44 0 0,7 0 0,27 0 0,-28 0 0,65 0 0,-65 0 0,28 0 0,-36 0 0,-1 0 0,33 0 0,-14 0 0,16 0 0,-25 0 0,27 0 0,-18 0 0,30 0 0,-27 0 0,0 0 0,0 0 0,-1 0 0,-8 0 0,-3 0 0,-10 0 0,1 0 0,-7 0 0,4 0 0,-4 0 0,0 0 0,-2 0 0,10 0 0,15 0 0,-1 0 0,15 0 0,-28 0 0,17 0 0,-17 0 0,0 0 0,-11 0 0,-7 0 0,1 0 0,-5 0 0,-1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8.0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 24575,'10'0'0,"-1"0"0,29 0 0,21 0 0,33 0-1255,-14-3 0,14-2 0,-9 1 1255,-20 3 0,2-1 0,24-2 0,13-1 0,-6 2 0,0 2 0,-4 2 0,-1-1 0,1 0 0,10 0 0,-6 0-413,-31 0 0,-6 0 413,33 0 0,-32-4 0,6 3 0,-43-3 0,45 4 2616,-38 0-2616,16-6 1975,-22 5-1975,1-5 0,-7 6 0,14 0 0,-12 0 0,24 0 0,-8 0 0,10 0 0,12 0 0,-19 0 0,17 0 0,-8 0 0,13 0-298,26 0 1,1 0 297,-11 0 0,12 1 0,-8-2 0,-52-4 0,27 3 0,-7-3 0,12 5 0,-10 0 0,32 0 0,-56 0 0,32 0 595,-32 0-595,-7 0 0,22-7 0,-24 5 0,8-4 0,-12 6 0,-5 0 0,7 0 0,-5 0 0,5 0 0,0 0 0,2 0 0,0 0 0,-2 0 0,9 0 0,-11 0 0,11 0 0,-15 0 0,-1 0 0,0 0 0,0 0 0,1 0 0,-1 0 0,0 0 0,1 0 0,-5 0 0,-1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9.3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0 209 24575,'16'0'0,"2"0"0,7 0 0,-1 0 0,37-10 0,9 8 0,10-8-1082,11-5 0,4 1 1082,-35 10 0,-1 0 0,26-15 0,1 2-490,-16 14 1,-5 4 489,19-8-465,4 7 465,-28 0 0,-13-8 0,-17 6 0,25-6 0,-14 8 1993,-4 0-1993,1 0 1065,9 0-1065,-8 0 0,9 0 0,23 0 0,-28 0 0,24-6 0,4-1 78,-9 4-78,0-3 0,-1 0 0,-12 6 0,1 0 0,2 0 0,5 0 0,33-7 0,-53 6 0,33-6 0,-36 7 0,36 0 0,-43 0 0,7 0 0,45 0 0,-41-6 0,50 5 472,-52-5-472,10 0 0,-9 4 0,6-5 0,20 7 0,-10-7 0,20 6 0,-27-6 0,0 7 0,-10 0 0,7 0 0,-16 0 0,7 0 0,13 0 0,-18 0 0,18 0 0,-23 0 0,1 0 0,-1 0 0,10 0 0,-7 0 0,7 0 0,-16 0 0,5 0 0,-12 0 0,5 0 0,-7 0 0,0 0 0,1 0 0,-1 0 0,0 0 0,7 0 0,-5 0 0,6 0 0,-8 0 0,0 0 0,0 0 0,-3 0 0,-2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40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41 24575,'10'0'0,"-1"0"0,16 0 0,5 0 0,60 0 0,-6 0-957,4 0 957,-32-5 0,3-1 0,10 5 0,1-1 0,-8-3 0,2-1 0,22 5 0,-4 2 0,-5-1 235,-18 0-235,-5 0 0,-24 0 0,16 0 0,0 0 0,-17 0 0,13 0 0,-29 0 722,41 0-722,-37 0 0,49 0 0,-21 0 0,28 0 0,-1 0 0,-21 0 0,30 0 0,-11 0 0,10 0 0,20 0 0,-48 0 0,17-3 0,0 0 0,-7 1 0,-12-2 0,2 1 0,36 3 0,-41 0 0,44 0 0,-19 0 0,-29 0 0,23 0 0,-41 0 0,-3 0 0,1 0 0,-12 0 0,5 0 0,-7 0 0,7 0 0,-5 0 0,5 0 0,10 0 0,-6 5 0,7-3 0,-4 3 0,-5-5 0,6 0 0,23 0 0,-13 6 0,13-5 0,-25 4 0,-6-5 0,0 0 0,-5 0 0,5 0 0,-7 5 0,-4-4 0,0 3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41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0 108 24575,'6'-4'0,"6"3"0,-6-3 0,14 4 0,2-4 0,4 3 0,12-4 0,-2 5 0,16-5 0,7-2-354,-6 6 0,1-1 354,13-4 0,0 0 0,26 6 0,-30-6 0,-3 0 0,2 3-747,23-4 1,6 1 746,-37 6 0,-2 0 0,9 1 0,0-2-450,-6-2 1,-7-2 449,-9 3 0,7-6 0,-21 8 622,9 0-622,-7 0 1471,7 0-1471,-17 0 1007,16 0-1007,-20 0 0,19 0 0,-14 0 0,28 0 0,-16 0 0,16 0 0,15 0 0,-17 0 0,28 0 0,-26-7 0,0 6 0,45-6 0,-34 7 0,33 0 0,-32 0 0,-9 0 0,21 0 0,-21 0 0,2 0 0,0 0 0,6 0 0,24 0 0,-37 0 0,-17 0 0,7 0 0,0 0 0,14 8 0,1-6 0,0 6 0,-15-8 0,-10 0 0,1 0 0,4 0 0,-11 0 0,3 0 0,-12 0 0,0 0 0,0 0 0,1 0 0,-5 0 0,-1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42.7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1 114 15222,'4'5'0,"1"-1"3968,11-4-3968,11 0 0,22 0 0,12 0 0,1-6 0,2 0 770,10 3-770,-7-3 0,4 0 0,-13 0 0,1-1 0,5 0 0,6 0-255,5 3 1,7-1 0,-4 0 254,4-7 0,0 2 0,-10 8 0,4 2 0,-9-1 0,-15-4 0,-3-1 0,12 6 0,-4 0 0,7 0 2488,24-8-2488,-26 6 0,-14-6 0,-14 8 699,-9 0-699,-8 0 2191,10 0-2191,-8 5 0,10-3 0,-11 3 0,14-5 0,-19 0 0,20 0 0,6 0 0,21 0 0,15 0 0,-6 0 0,-11 0 0,-12 0 0,0 0 0,0 0 0,-10 0 0,8 0 0,-17 0 0,0 0 0,-11 0 0,10 0 0,-6 0 0,7 0 0,-4-5 0,-12 3 0,12-3 0,-12 5 0,11 0 0,-11 0 0,12 0 0,-5 0 0,0 0 0,-2 0 0,-7 0 0,0 0 0,1 4 0,-1-3 0,7 3 0,2-4 0,0 0 0,5 0 0,-6 0 0,1 0 0,14 0 0,-12 0 0,15 0 0,-11 0 0,1 0 0,-8 0 0,-1 0 0,1 0 0,-7 0 0,7 0 0,-8 0 0,0 0 0,0 0 0,1 0 0,-1 0 0,0 0 0,1 0 0,-5 0 0,-1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43.8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24575,'57'16'0,"-13"-2"0,-22-8 0,33 17 0,-12-11 0,30 15 0,-18-16 0,0-1-8503,19 8 8503,-10-7 0,-2 0 0,-1 6 680,10-7-680,-5 0 0,4 0 0,-17-8 0,1-1 0,23 6 0,-1 0 0,-24-7 0,-1 0-339,3 0 0,1 0 339,-3-1 0,7 2 0,9 2 0,14 3 0,1 0 0,-11-2-899,4-2 1,0 1 898,18 3 0,11 2 0,-16-3 0,-32-5 0,-8 0 4342,43 8-4342,-4-6 0,-15 6 0,0-8 0,-19 0 0,-2 0 1127,8 0-1127,28 7 0,-52-6 885,0 6-885,-2-7 0,-16 0 2919,5 0-2919,-12 0 939,12 0-939,-12 0 86,5 0-86,-7 0 0,7 0 0,-5 0 0,12 0 0,-5 0 0,6 0 0,1 0 0,0 0 0,-1 0 0,1 0 0,-1 0 0,21 0 0,-15 0 0,15 0 0,-21 0 0,1 0 0,-1 0 0,-6 0 0,-2-4 0,-7 3 0,1-3 0,-1 4 0,4 0 0,-2 0 0,2 0 0,-8 0 0,-1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0.0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13533,'8'27'0,"-6"-3"4225,6 25-4225,3 39 0,-10-36 0,0 3 0,10 11 0,-1 0 987,-9-7 0,0-6-987,13 4 1091,-13-25-1091,3-14 3575,1 7-3575,-3-8 0,3-5 0,-5-7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0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1 241 24575,'4'-5'0,"-3"-3"0,7 3 0,-2-5 0,4-6 0,0 5 0,0-5 0,16-3 0,-13 7 0,33-27 0,-15 15 0,9-9 0,-6 12 0,-16 15 0,-2-4 0,-7 9 0,0-3 0,1 4 0,-1 0 0,0 4 0,1-3 0,2 23 0,4-13 0,-2 15 0,3-9 0,-7-6 0,21 25 0,-17-21 0,16 14 0,-20-13 0,0-5 0,-4 5 0,-2-6 0,1-1 0,2 17 0,-1-13 0,1 19 0,-7-14 0,0 0 0,0 5 0,0-6 0,0 17 0,0-7 0,-5 7 0,-2-9 0,-7 9 0,1-7 0,-8 16 0,1-16 0,-1 0 0,-15 10 0,17-23 0,-12 16 0,18-25 0,3-1 0,1-4 0,-18 0 0,6 0 0,-14 0 0,10 0 0,7 0 0,2 0 0,7 0 0,3-4 0,2 3 0,4-3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1.9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1 211 24575,'9'0'0,"0"0"0,1 0 0,-1 0 0,0 0 0,1 0 0,-1 0 0,0 0 0,7 0 0,2 0 0,7 0 0,-1 0 0,10 0 0,-7 0 0,16 0 0,-6-6 0,9-3 0,0-6 0,-1-1 0,1 1 0,-9 1 0,-14 2 0,-8 5 0,-14-1 0,3 3 0,-4-5 0,0 1 0,0-1 0,-4 1 0,-1 0 0,-5-1 0,-6-1 0,-2 0 0,-7-1 0,-3 5 0,9 2 0,-2 5 0,12 0 0,0 0 0,-1 0 0,1 0 0,-1 4 0,1-3 0,4 7 0,-4-3 0,4 5 0,-11 0 0,5 0 0,-5 0 0,1 11 0,-3-3 0,0 11 0,1-4 0,10-8 0,-3 0 0,9-8 0,-3 0 0,4 7 0,0-5 0,0 5 0,5 0 0,1-5 0,4 1 0,-4-3 0,9-3 0,-2 5 0,12-4 0,-7-2 0,-2-1 0,21-3 0,-13 3 0,22-4 0,-22 0 0,10 0 0,-14 0 0,13 0 0,-16-5 0,1 4 0,9-9 0,-15 9 0,8-3 0,-14 4 0,-2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2.6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144 0 24575,'-9'9'0,"0"1"0,-2 6 0,1-5 0,-1 5 0,2-7 0,-3 17 0,2-13 0,-3 19 0,3-21 0,-1 10 0,2-11 0,3 3 0,2-3 0,0-5 0,3 10 0,-3-8 0,4 9 0,0-7 0,0 0 0,0 1 0,4-1 0,1 0 0,11 2 0,2 0 0,7 1 0,-1-5 0,10 5 0,-7-5 0,17 8 0,-8-1 0,0-6 0,-2 5 0,-16-12 0,-2 4 0,0-5 0,-5 0 0,5 0 0,-6 0 0,-1 0 0,0 0 0,0-4 0,-3 3 0,-2-3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3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24575,'5'4'0,"0"2"0,-5 10 0,0 23 0,5-9 0,-4 20 0,9-31 0,-9 8 0,7-20 0,-7 8 0,9-3 0,-5-5 0,2 8 0,1-14 0,-7 7 0,7-7 0,-2 7 0,3-7 0,0 8 0,0-8 0,-3 7 0,2-7 0,-3 3 0,0-4 0,-1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3.3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1 24575,'-5'0'0,"1"0"0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3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9 14810,'-4'-5'0,"-1"1"4098,-5 8-4098,1-3 1689,4 8-1689,-4-8 916,8 7-916,-3-3 3062,0 0-3062,3 3 0,-3-2 0,4 3 0,0 0 0,0 0 0,0 1 0,4-1 0,1 0 0,4 1 0,7 6 0,-5-5 0,12 12 0,4-3 0,0 5 0,17 5 0,-17-10 0,16 8 0,-16-14 0,0 5 0,-11-12 0,-6 1 0,-5-3 0,3 1 0,-7 2 0,-1 8 0,-1-4 0,-7 8 0,2-11 0,-3-3 0,4 2 0,-4-7 0,4 3 0,-4-4 0,-1 0 0,1 0 0,4 0 0,1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4.4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24575,'5'9'0,"6"16"0,-5-11 0,8 28 0,-3-22 0,3 25 0,-3-25 0,-5 14 0,3-27 0,-8 8 0,3-10 0,0 4 0,-3 0 0,7-3 0,-7-2 0,3-4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4.7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5.6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98 24575,'-4'9'0,"3"1"0,-7-1 0,7 0 0,-3 1 0,-2 10 0,5-8 0,-5 8 0,6-11 0,0 1 0,0-1 0,0 0 0,4 1 0,-3-1 0,4 0 0,-1 0 0,2 8 0,4-6 0,0 5 0,0-11 0,-1 3 0,0-7 0,1 7 0,-1-7 0,7 3 0,-5 1 0,12-4 0,-12 7 0,5-7 0,-7 3 0,0-4 0,1-4 0,-5-1 0,-1-5 0,-4 1 0,0-7 0,0-24 0,-5 10 0,-4-26 0,-2 36 0,-1-6 0,-18-3 0,9 8 0,-17-12 0,13 10 0,7 14 0,6-6 0,4 14 0,3-7 0,0 7 0,0-3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6.3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 24575,'5'4'0,"-1"1"0,-4 33 0,0-22 0,0 29 0,5-27 0,-3 16 0,9-7 0,-10 0 0,4 5 0,0-23 0,-4 8 0,3-29 0,23-75 0,-15 45 0,7-7 0,1 4 0,-6 20 0,2 12 0,-9 6 0,1 12 0,-7 11 0,17 11 0,-9 0 0,11 7 0,-7 0 0,0-7 0,-5 1 0,3-6 0,-4-4 0,4 4 0,-5-5 0,-2-3 0,-4-9 0,0-1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7.5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887 1 14431,'-53'9'0,"26"-6"1912,-29 2 0,-3-1-1912,11-4 1854,-33 6-1854,38-5 1015,16 4-1015,-1-5 3175,-4 0-3175,18 0 276,-11-4-276,15 3 0,1-3 0,4 0 0,-4 3 0,-12-3 0,7 4 0,-11-5 0,9 4 0,-2-3 0,0 4 0,-5 0 0,12 4 0,-12-3 0,16 8 0,-8-8 0,3 8 0,-6 3 0,0-3 0,2 6 0,11-10 0,-4 4 0,4 0 0,0 7 0,-4-5 0,3 12 0,-5-5 0,4 16 0,-4-7 0,3 16 0,1-6 0,-7 29 0,12-15 0,-4 6 0,12-14 0,-4-16 0,10 7 0,-5-9 0,5-1 0,-1-6 0,20 18 0,-17-21 0,17 21 0,7-13 0,-13-8 0,30 8 0,9-2 0,-21-4 0,48 10 0,-5-9 0,-9-9 0,13 2 0,-17-11 0,-30 0 0,28 0 0,-44 0 0,7 0 0,-10 0 0,23 0 0,-18 0 0,18-5 0,-30-1 0,28-9 0,-12 2 0,25-10 0,20-2 0,-24 0 0,24 2 0,-41 9 0,-3 6 0,-17 2 0,6 1 0,-12 3 0,1-3 0,-8 5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8.5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312 89 24575,'-10'0'0,"1"0"0,-1 0 0,1 0 0,0 0 0,-1 0 0,-6 0 0,-2 0 0,4 4 0,-1-3 0,10 3 0,-4 0 0,-1-3 0,-6 9 0,5-9 0,-12 10 0,12-10 0,-5 9 0,0-9 0,4 7 0,-4-7 0,7 3 0,4 0 0,-4-3 0,4 8 0,-4-8 0,3 7 0,2-3 0,4 4 0,0 1 0,0-1 0,4-4 0,6 8 0,16-5 0,-8 7 0,24 6 0,-29-9 0,19 2 0,-21-6 0,12-1 0,-8-2 0,9 1 0,-9-2 0,1-3 0,-6 3 0,-1-4 0,0 0 0,0 0 0,1 0 0,-1 0 0,-4-11 0,-1 4 0,-10-25 0,-7 12 0,-21-28 0,6 20 0,-24-24 0,24 24 0,-10-10 0,20 20 0,-5 1 0,12 7 0,-5 4 0,11-3 0,1 8 0,4-3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9.4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47 12286,'0'-9'0,"0"-1"4761,-5 5-4761,4-3 2137,-3 3-2137,0-1 1197,-1 2-1197,-5 4 4194,1 4-4194,0 1 0,3 5 0,-2-1 0,7 0 0,-3 1 0,4-1 0,0 0 0,4-4 0,-3 4 0,7-4 0,4 5 0,-1-4 0,5 3 0,0-2 0,-5-2 0,5 5 0,-6-5 0,-1 0 0,0 4 0,0-4 0,1 4 0,-5 0 0,3 1 0,-7-1 0,3 0 0,-4 0 0,0 1 0,0-1 0,0 0 0,-4-3 0,-1-2 0,-4-4 0,-8 5 0,6-4 0,-5 5 0,11-6 0,1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0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24575,'0'10'0,"0"6"0,4-5 0,-3 16 0,3-8 0,1 2 0,-4 2 0,3-12 0,-4 5 0,4-6 0,-3-1 0,3 0 0,0-4 0,-3 4 0,3-4 0,-4 4 0,4 0 0,-2 1 0,2-1 0,0 0 0,-3 1 0,3-5 0,-4-1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0.6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81 24575,'10'-6'0,"4"2"0,20-3 0,26-8 0,-9 5 0,18-11 0,-39 20 0,-5-6 0,-15 7 0,-5-4 0,-1 3 0,-4-4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1.3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 24575,'0'9'0,"-4"0"0,-2 7 0,0-5 0,-4 5 0,9-6 0,-3-1 0,4 0 0,0 1 0,0-1 0,0 0 0,8 0 0,-1 1 0,13 0 0,-9 0 0,12 2 0,-6 4 0,8-2 0,9 5 0,-14-8 0,6 1 0,-17-7 0,-4 4 0,3-8 0,-7 7 0,4-3 0,-5 4 0,0 1 0,0-1 0,-5 0 0,4 0 0,-7-3 0,-14 5 0,-7-3 0,-1 0 0,-2-1 0,14-7 0,0 0-1696,2 0 0,11 0 0,0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3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16767,'0'10'0,"0"1"3438,0 27-3438,5-11 0,7 61 0,-4-50 0,10 50 0,-16-61 1342,10 7-1342,-11-16 712,5 4-712,-6-11 2316,0 5-2316,0-6 0,0-1 0,0 0 0,0 1 0,0-1 0,0 7 0,0-5 0,0 5 0,0-11 0,0-1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4.0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1 282 24575,'0'-10'0,"0"1"0,0-7 0,4 4 0,2-11 0,7-4 0,1-9 0,10-12 0,-9 18 0,7 3 0,-13 18 0,1 3 0,6-3 0,-5 7 0,11-9 0,-4 10 0,7-4 0,-1 5 0,-6 0 0,5 0 0,-12 0 0,5 4 0,0 2 0,2 11 0,6-4 0,1 10 0,-7-10 0,-2 7 0,-7-14 0,-4 6 0,-1-6 0,-4 3 0,0 0 0,-5 7 0,-1-5 0,-4 5 0,-7-5 0,0 0 0,-8 1 0,-9 2 0,7-7 0,-17-1 0,8-6 0,6 0 0,-2 0 0,21 0 0,-6 0 0,12 5 0,-3-4 0,7 3 0,-3-4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4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72 24575,'22'-36'0,"-7"8"0,-10 20 0,0 9 0,4 57 0,-3-36 0,10 64 0,-10-58 0,9 19 0,-10-18 0,1-5 0,-6-6 0,5 5 0,-3-12 0,3 5 0,-5-15 0,0-2 0,-5-15 0,3-2 0,-3-7 0,5 0 0,5 1 0,1 6 0,6-5 0,4 5 0,-4 0 0,4 2 0,3-10 0,-1 12 0,3-12 0,2 14 0,-6-5 0,1 5 0,-2 0 0,-6 3 0,-1 4 0,0 0 0,0-3 0,1 7 0,-5-4 0,-1 5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5.5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22 11331,'24'-7'0,"-6"2"4937,5 5-4937,-12-5 2305,5 4-2305,-7-3 1312,1 4-1312,-1 0 4690,0 0-4690,-4 4 0,4 1 0,-4 1 0,0 2 0,3-7 0,-1 14 0,-2-1 0,6 10 0,-3 10 0,5-3 0,2 14 0,-3-14 0,-4 3 0,-2-17 0,-2 0 0,-3-1 0,3-5 0,-4 5 0,-4-11 0,3 3 0,-8-7 0,4 3 0,-4-4 0,-17 0 0,-3-7 0,-17-1 0,9-6 0,3 0 0,9 2 0,7 1 0,2 0 0,11 2 0,1-1 0,4 1 0,4-11 0,-3 8 0,7-9 0,-1 5 0,-2 9 0,1-4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6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 8546,'4'-6'0,"-3"13"5097,3 16-5097,4 26 0,-6 0 0,6 36 0,2-6 0,-10-26 0,2 1 2765,16 38-2765,-16-17 0,14-4 1670,-14-39-1670,11 13 6497,-11-34-6497,3 5 0,-5-7 0,4-4 0,-3-5 0,3-21 0,22-69 0,-13 30 0,7 5 0,1 4 0,-5 15 0,3 8 0,-8 12 0,-2 7 0,0-1 0,0 5 0,-3-3 0,2 7 0,-3-4 0,0 10 0,4 0 0,-8 4 0,14 7 0,-7 2 0,11 16 0,-7-7 0,1 0 0,-7-4 0,4-5 0,-9-1 0,4 0 0,-5-8 0,-4 0 0,-1-4 0,-4-1 0,-8-4 0,6 0 0,-5 0 0,7 0 0,4 0 0,0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37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0 936 24575,'0'9'0,"10"12"0,-4-9 0,9 8 0,-10-4 0,3-5 0,-3 5 0,5-7 0,-1 1 0,0-1 0,1 0 0,-5 1 0,4 6 0,-3-10 0,4 5 0,0-11 0,-5-4 0,10-8 0,36-60 0,-18 32 0,1-1-727,0-3 0,2-2 727,19-21 0,-3 4 0,-12 13 0,1 6 0,2-3 0,19-31-891,-17 30 891,-7-1 0,-1 1 0,-5 7 0,27-38 0,-35 48 0,16-15 0,-26 23 0,9 3 0,-11 3 0,4 0 1385,-6 8-1385,-1 0 960,0-1-960,0 1 0,1-1 0,-5 1 0,3 4 0,-7-4 0,8 8 0,-8-7 0,7 7 0,-7-7 0,3 7 0,-4-4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2.5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24575,'0'16'0,"0"-5"0,0 12 0,0-5 0,0 6 0,0 1 0,0-1 0,0 1 0,0-1 0,0-6 0,0 5 0,0-5 0,0 0 0,0 4 0,0-4 0,0 7 0,0-7 0,0 4 0,4 0 0,-3 4 0,3 3 0,-4-12 0,0 6 0,0-5 0,0 0 0,5 5 0,-3-6 0,3 8 0,-5 9 0,6-7 0,-5 0 0,4-4 0,-5-5 0,0 6 0,0 1 0,6-1 0,-5-6 0,5 5 0,-6-12 0,0 5 0,0-7 0,0 1 0,0-1 0,0 0 0,0 0 0,4-3 0,-3 2 0,3-3 0,-4 4 0,0 1 0,0-1 0,0-4 0,0-1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4.2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24575,'17'0'0,"-1"0"0,-6 0 0,6 0 0,2 0 0,-1 0 0,6 0 0,6 5 0,-2-3 0,18 3 0,-18-5 0,16 0 0,-6 0 0,21 0 0,3 0 0,12 0 0,-12 0 0,-3 0 0,0 0 0,-18 0 0,27 0 0,-27 7 0,18-5 0,-22 10 0,12-11 0,-20 10 0,10-10 0,-14 5 0,1-1 0,0-3 0,9 10 0,-14-11 0,12 6 0,-21-7 0,12 0 0,-12 4 0,12-3 0,-6 4 0,1-5 0,-2 0 0,-6 0 0,-1 0 0,-8 0 0,-35-9 0,10 7 0,-27-11 0,27 6 0,-1-6 0,0-4 0,1-2 0,-10-9 0,13 10 0,-11-8 0,25 15 0,-8-5 0,14 6 0,-7 5 0,11 1 0,-2 4 0,8 0 0,4 0 0,-2 0 0,9 0 0,-9 0 0,12 5 0,-6-3 0,8 9 0,-7-10 0,25 23 0,-11-12 0,25 15 0,-21-7 0,-1-5 0,-18 1 0,-1-5 0,-6-6 0,-1 3 0,0-7 0,-4 7 0,4-7 0,-8 8 0,-8-8 0,0 7 0,-52-7 0,22 3 0,-26-4 0,15 7 0,27-1 0,-9 2 0,20 0 0,1-3 0,0 0 0,3 3 0,-2-7 0,7 8 0,-3-8 0,4 3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5.2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10 24575,'1'-6'0,"-2"2"0,-4 8 0,-4 2 0,8 3 0,-7 0 0,7 0 0,-3 1 0,8-1 0,-3 0 0,7-4 0,-3 4 0,5-4 0,-1 4 0,0 0 0,2 8 0,-2-6 0,9 6 0,-7-7 0,12 7 0,-6-5 0,1 5 0,5-6 0,-11 6 0,11-4 0,-10 4 0,3-7 0,-11 0 0,5 6 0,-9-5 0,4 5 0,-1-7 0,-2 0 0,2 12 0,-4-9 0,-5 8 0,0-11 0,-4 0 0,-1-3 0,-6-2 0,-2-4 0,-16 0 0,-2 0 0,-1 5 0,3-3 0,16 3 0,2-5 0,11 0 0,1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6.2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24575,'9'20'0,"1"-8"0,0 15 0,3 0 0,7 10 0,-5-8 0,13 13 0,-17-29 0,9 20 0,-10-22 0,7 12 0,5-7 0,-3 2 0,1-8 0,-10-2 0,-1-7 0,0 4 0,7-5 0,2-6 0,0 1 0,-2-6 0,-6-5 0,1-2 0,3-16 0,-7-3 0,0 1 0,-7-8 0,0 24 0,0-6 0,0 17 0,0-1 0,0 9 0,0 6 0,0 6 0,7 18 0,-2-15 0,9 18 0,-1 8 0,-1-17 0,25 58 0,3-28 0,1 15 0,2-7 0,-17-23 0,2-1 0,-5-9 0,0-5 0,-5-5 0,0-4 0,-6 1 0,-4-10 0,-3 0 0,0-1 0,-1-4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6.9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0 204 18065,'0'-10'0,"0"1"2944,0 0-2944,0-1 1114,0 9-1114,4 6 584,4 54-584,5-17 0,1 10 0,-1 2 0,-1-2 1868,13 21-1868,-19-43 0,2 2 0,0-21 0,-7 5 0,3-7 0,0 1 0,-7-9 0,-15-72 0,8-16-971,-1 33 0,0-2 971,8-5 0,6 4-80,15-6 80,-7-13 0,13 35 0,-12 16 0,-3 15 0,0 5 0,-3 1 0,-2 4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7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1 383 8191,'4'-5'0,"-3"-4"5063,7 8-5063,-7-7 2818,3 11-2818,2 5 1719,-5 3-1719,10 12 6784,-4-6-6784,-1 8 0,5-1 0,-5-6 0,6 5 0,-3-12 0,2 5 0,-2-7 0,-4 1 0,4-1 0,-4-4 0,4 3 0,0-7 0,1 4 0,-1-5 0,0 0 0,1-5 0,-1-4 0,0-1 0,-4-20 0,9-27 0,-5 4 0,10-32 0,-2 24 0,2-12 0,-3 12 0,0 12 0,-3 15 0,0 9 0,-7 7 0,0 6 0,-6 8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8.1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8191,'9'5'0,"-4"3"5063,3-6-5063,-7 6 2818,8-3-2818,-2 20 1719,-1-4-1719,7 13 6784,-12-17-6784,11 16 0,-5-9 0,7 11 0,-7-13 0,2-6 0,-8-7 0,7 1 0,-7-1 0,8-4 0,-8 3 0,7-3 0,-7 5 0,7-1 0,-7 0 0,8-3 0,-8-2 0,3-4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8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 12888,'0'-10'0,"0"1"0,0 4 0,0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9.0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1 146 24575,'5'4'0,"3"-3"0,-2 7 0,10 4 0,-4 6 0,14 16 0,-7-7 0,3 7 0,-5-17 0,0 1 0,-6-9 0,5 2 0,-11-2 0,3-3 0,-7 2 0,8-7 0,-4 7 0,4-7 0,-4 7 0,4-7 0,-4-1 0,0-12 0,7-38 0,-3 8 0,9-40 0,-4 43 0,-4-1 0,-5 24 0,-1 11 0,-3-3 0,8 2 0,-8-3 0,7 4 0,-7-4 0,7 4 0,-7-4 0,9-7 0,-9 5 0,5-1 0,-6 7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0.1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 77 24575,'9'0'0,"-3"-4"0,-2-1 0,-4-4 0,0-1 0,0-6 0,0 5 0,0-5 0,-4 11 0,-2 4 0,-3 3 0,0 2 0,-1 0 0,1 1 0,-1 0 0,1 3 0,0-2 0,3 3 0,-2-4 0,7 3 0,-3-3 0,0 5 0,2-1 0,-2 0 0,4 1 0,0-1 0,0 0 0,0 0 0,4-3 0,-3 2 0,8-3 0,-4 4 0,4 1 0,0-1 0,1 0 0,-1-4 0,0 0 0,1-1 0,-1-3 0,0 3 0,1-4 0,-1 0 0,0 0 0,-4-4 0,4 3 0,-4-8 0,4 4 0,0-4 0,-4-1 0,4 1 0,-8-1 0,14-6 0,-12 5 0,7-5 0,-5 11 0,0 5 0,0 5 0,3 4 0,-1 7 0,9 13 0,-4-9 0,4 7 0,-6-17 0,-1-5 0,-4 3 0,3-7 0,-3 7 0,5-7 0,-1 4 0,-4-5 0,-1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0.6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20 13058,'0'-9'0,"0"0"4585,0 8-4585,0 6 2001,4 5-2001,-3 10 1108,3 7-1108,2 0 3823,-5 29-3823,13-4 0,-7-1 0,2-2 0,2 2 0,7 24 0,1 13 0,-9-27 0,15-1 0,-21-26 0,22 37 0,-17-35 0,6 10 0,-7-17 0,-1-3 0,0 4 0,-1-16 0,2 16 0,-4-21 0,0 0 0,-3 1 0,3-1 0,0-4 0,-3-1 0,3-4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4.8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137 0 24575,'-8'30'0,"-13"12"0,8-18 0,-7 4 0,4-1 0,10-16 0,-3 5 0,8-6 0,-8-1 0,8 0 0,-7 1 0,7-1 0,-8 0 0,8 0 0,-3 1 0,4-1 0,-4 0 0,3 1 0,-3 6 0,4 2 0,0-1 0,0-1 0,0 0 0,0-5 0,0 22 0,0-13 0,0 14 0,0-16 0,0 4 0,4-11 0,-3 6 0,3-1 0,0-5 0,-3 5 0,8-7 0,-8 0 0,8 7 0,-3-9 0,0 8 0,2-10 0,-7 5 0,14-5 0,-8 3 0,9-7 0,-6 3 0,-5 0 0,3-3 0,4 4 0,-1-5 0,1 4 0,-4-3 0,-3 3 0,5-4 0,-1 0 0,0 0 0,1 0 0,-5-4 0,-1-2 0,-13-3 0,7 0 0,-10-1 0,7 5 0,-5-3 0,1 2 0,-7-10 0,5 5 0,-12-6 0,10 0 0,-10 4 0,11-4 0,-5 6 0,8 2 0,0 4 0,-1-4 0,5 8 0,1-3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5.7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32 19751,'10'0'0,"-5"-4"2250,3 3-2250,-3-4 820,5 5-820,-1 0 424,0-4-424,7 3 1330,-5-3-1330,12-1 0,-5 3 0,6-3 0,1 5 0,0 0 0,-1 0 0,1 0 0,-1 0 0,1 0 0,-1 0 0,-6 0 0,9 0 0,-15 0 0,8 0 0,-15 4 0,-1 1 0,1 0 0,-4 20 0,3 0 0,-4 21 0,5-10 0,-3 8 0,3-8 0,-5 1 0,0-10 0,0 5 0,0-18 0,0 27 0,0-27 0,-7 27 0,5-11 0,-4 0 0,6-5 0,0-9 0,-6 2 0,5 0 0,-5 5 0,6-12 0,0 5 0,0-7 0,0 0 0,-4 1 0,3-1 0,-3 0 0,4-4 0,0-1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6.5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 21087,'0'-9'0,"4"4"1663,-3-4-1663,7 8 589,-3-3-589,11 4 302,-5 0-302,12 0 934,-12 0-934,5 0 0,-7 0 0,1 0 0,-1 0 0,0 0 0,1 0 0,-1 0 0,0 0 0,0 0 0,1 0 0,-1 0 0,0 0 0,1 0 0,-1 0 0,0 0 0,-4 0 0,0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7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373 5 24575,'5'-4'0,"-1"14"0,-10 9 0,-18 61 0,4-12 0,-3 7 0,-4 12 0,0 2-1973,-1 0 0,0-3 1973,3-12 0,1-4 0,8-16 0,-1-2 572,-4 3 0,2-3-572,5 18 0,-12 1 662,12-24-662,4-15 0,-2 5 0,12-28 0,0-4 0,0-1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7.6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8.0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24575,'0'9'0,"0"1"0,0-5 0,0-1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3.0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1 471 24575,'0'9'0,"0"-24"0,4 10 0,3-37-8503,13 12 8503,4-16 1719,6 0-1719,-8 10 0,4 1 0,-4 1 0,3 7 0,-3-7 6784,-4 10-6784,-7 6 0,-5 1 0,2 8 0,-7 0 0,8-1 0,-4 5 0,0-3 0,3 7 0,-7-8 0,7 4 0,-2 0 0,-1-3 0,3 6 0,-7 31 0,3-1 0,-4 57 0,8-20 0,-7-10 0,0-2 0,13 4 0,-13 10 0,5-50 0,-6 0 0,0-8 0,4-4 0,-3 3 0,3-7 0,-4 3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3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24575,'13'0'0,"4"0"0,5 6 0,12-5 0,-14 5 0,22-6 0,-28 0 0,27 0 0,-27 0 0,18 0 0,-21 0 0,5 0 0,-7 0 0,1 0 0,-5 0 0,-1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4.6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10 24575,'-4'-5'0,"-2"1"0,-3 4 0,0 0 0,-1 0 0,5 4 0,-3-3 0,2 7 0,-3-7 0,0 7 0,-1-2 0,1 3 0,-1 0 0,5 0 0,-3-3 0,1 9 0,2-8 0,-6 15 0,5-11 0,0 12 0,-4-5 0,9 7 0,-5-1 0,6-6 0,0-2 0,0-7 0,4-4 0,6-5 0,7-6 0,5-11 0,12-5 0,-13-3 0,25-16 0,-30 20 0,13-8 0,-19 19 0,-5 1 0,3 4 0,-7-4 0,3 4 0,-4 4 0,7 18 0,-5 3 0,11 24 0,-11 4 0,5-8 0,-1 15 0,-4-28 0,5 7 0,-2 2 0,-3 0 0,3 12 0,-5-12 0,-13 8 0,2-8 0,-8-6 0,6 2 0,-18 1 0,-1-3 0,-1 4 0,7-16 0,16-12 0,1 2 0,-7-7 0,5 3 0,-23-4 0,20 0 0,-13 0 0,18 0 0,-1 0 0,-6 0 0,5-4 0,-5-1 0,5-12 0,5-10 0,1 11 0,5-4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5.6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33 24575,'17'0'0,"-7"0"0,7 0 0,-1 0 0,1 0 0,8 0 0,-7 0 0,-2 0 0,-7 0 0,0 0 0,-3-4 0,2 3 0,-3-3 0,4 0 0,1 3 0,-5-8 0,3 8 0,-7-7 0,7 7 0,-18 2 0,8 5 0,-10 4 0,-4 6 0,3-3 0,-6 10 0,1 7 0,5-3 0,2 2 0,5-13 0,2 0 0,4-5 0,0 5 0,0-7 0,4 1 0,1-5 0,4 3 0,1-7 0,-1 3 0,29 4 0,-15-6 0,16 11 0,-6-12 0,23 12 0,-3-4 0,10 3 0,-29 0 0,-16-11 0,-2 5 0,-11-6 0,-1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6.6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368 10 24575,'-5'-5'0,"0"1"0,-20 4 0,7 0 0,-9 0 0,-3 0 0,17 0 0,-29 7 0,29-6 0,-20 12 0,22-12 0,-21 11 0,18-6 0,-11 2 0,8 7 0,6-13 0,-5 14 0,11-11 0,-3 0 0,7 3 0,-9 4 0,8-1 0,-3 5 0,5-7 0,0 1 0,0 6 0,0-5 0,5 12 0,1-12 0,17 17 0,-4-14 0,11 9 0,-12-12 0,4 6 0,6 3 0,-8-1 0,12 6 0,-15-3 0,1 4 0,-1 2 0,-6-10 0,0 5 0,2 4 0,-6 0 0,5 7 0,-11-16 0,5 5 0,-6-12 0,0 12 0,0-12 0,-6 11 0,1-11 0,-13 7 0,0-2 0,-6-2 0,-1 4 0,7-12 0,2 4 0,7-9 0,-1 7 0,1-7 0,0 3 0,-1-4 0,1 0 0,-1 0 0,5 0 0,1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7.6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1 178 24575,'9'0'0,"7"-6"0,-5 5 0,12-10 0,-5 4 0,0-4 0,4-1 0,-4 1 0,0 4 0,-6-2 0,3 2 0,-8-3 0,5 0 0,-4 4 0,-3-2 0,0 3 0,4-5 0,-8 1 0,3 0 0,-4-1 0,0 1 0,-4 4 0,-2 0 0,-3 5 0,0 0 0,-1 0 0,-6 0 0,5 0 0,-5 0 0,6 0 0,5 4 0,-14 7 0,10 7 0,-12-2 0,3 7 0,6-5 0,0-1 0,6-1 0,6-6 0,0-1 0,0 0 0,0 1 0,0-1 0,4-4 0,2-1 0,3 0 0,16 4 0,-11 2 0,18-2 0,-21 0 0,12-7 0,-5 9 0,-1-5 0,6 2 0,4-3 0,0 1 0,1-3 0,4 10 0,-19-10 0,20 4 0,-22-6 0,1 0 0,-8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8.1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145 5 14876,'6'-5'0,"-2"8"4078,-8-2-4078,-2 9 1677,-4 6-1677,-10 11 908,6 0-908,-8 16 3036,10-16-3036,3 1 0,-7-6 0,13-11 0,-12 5 0,10-6 0,0-1 0,1 0 0,-1-3 0,4 2 0,-3-7 0,4 3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8.4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24575,'0'10'0,"4"-5"0,6 7 0,0-6 0,10 9 0,15 19 0,-12-17 0,10 16 0,-23-23 0,-5-1 0,3 0 0,-7-4 0,3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9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221 88 24575,'6'-10'0,"-2"1"0,-4-1 0,0 1 0,0 0 0,-4 3 0,2-2 0,-6 7 0,-4-9 0,1 9 0,-5-9 0,6 9 0,1-3 0,-5 4 0,4 0 0,-4 0 0,5 0 0,0 0 0,-1 0 0,1 4 0,-1-3 0,1 8 0,0-4 0,3 4 0,2 0 0,0 1 0,3-1 0,-3 0 0,4 0 0,0 8 0,0-6 0,0 5 0,0 0 0,4-5 0,-3 5 0,3 0 0,0-5 0,1 5 0,5-7 0,-1 0 0,-4 1 0,3-1 0,-2-4 0,-1 3 0,3-7 0,-3 4 0,5-5 0,-1 4 0,0-3 0,7 8 0,-5-7 0,12 9 0,-12-6 0,5 6 0,-7-2 0,1-4 0,-1 3 0,7-1 0,-4 9 0,5-3 0,0 4 0,-6-7 0,6 7 0,-7-6 0,-3 5 0,1-7 0,-3-4 0,0 4 0,-1-4 0,-4 4 0,0 0 0,0 1 0,-4-1 0,-1 0 0,-5 1 0,1-5 0,0 3 0,-1-7 0,-15 3 0,11-4 0,-18 0 0,-8 0 0,1 0 0,-3 0 0,0 0 0,28 0 0,-11 0 0,9 0 0,5 0 0,-6 0 0,12 0 0,1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8:00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62 23139,'5'-10'0,"-4"1"705,3 0-705,-4-1 240,0 1-240,0-1 122,4 5-122,-3 12 369,3 7-369,-4 10 0,-7 10 0,6 2 0,-6 31 0,0-16 0,5 15 0,-5-30 0,7-2 0,0 0 0,-5-7 0,3 17 0,-3-24 0,5 22 0,0-29 0,0 12 0,0-15 0,0 6 0,0-5 0,0 5 0,-5 0 0,3-5 0,-3 5 0,5 0 0,0-5 0,0 12 0,-6-5 0,5 6 0,-5-6 0,6-2 0,0-7 0,0 1 0,0-1 0,-4 0 0,3 1 0,-3-1 0,4 0 0,0 0 0,0 1 0,0-1 0,0 0 0,0 1 0,0-1 0,0-4 0,0-1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8:01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112 0 24575,'0'10'0,"-6"6"0,5 23 0,-11 1 0,2 30 0,1-31 0,-5 7 0,13-12 0,-5-7 0,1 7 0,4-9 0,-5-1 0,6 1 0,-4-11 0,3 7 0,-3-7 0,4 11 0,0-8 0,0 6 0,0-5 0,0 0 0,0-2 0,0-7 0,0 7 0,-6 2 0,5 0 0,-5 5 0,6-12 0,0 11 0,0-11 0,0 12 0,0-12 0,-4 1 0,3-4 0,-3-2 0,4 3 0,0 0 0,-4 1 0,3-5 0,-3-1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1.1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88 24575,'0'9'0,"16"18"0,-5 3 0,11 1 0,11 15 0,-12-25 0,30 30 0,-9-9 0,8 2 0,-9-11 0,-14-14 0,5 1 0,-12-7 0,14 7 0,-16-13 0,5-1 0,-12-6 0,5 0 0,-7 0 0,1 0 0,-1 0 0,0-5 0,1 0 0,6-11 0,-5 5 0,5-5 0,-6 0 0,0 4 0,-4-20 0,3 19 0,-8-13 0,10 0 0,-10 6 0,6-7 0,-7 4 0,0-5 0,0 1 0,0-7 0,-8-12 0,6 23 0,-12-26 0,13 37 0,-5-9 0,2 12 0,3 0 0,-3 14 0,4 18 0,0 15 0,0 24 0,8 10 0,2 4 0,7-4 0,-7-2 0,4-21 0,-13 9 0,6-12 0,-3-17 0,-3 24 0,3-37 0,-4 27 0,0-32 0,0 12 0,0-12 0,0 5 0,0-6 0,0-1 0,4 0 0,-3 0 0,4 1 0,-5-1 0,0 0 0,4-4 0,-3 0 0,3-5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2.7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0 293 24575,'0'16'0,"0"2"0,0 16 0,0 13 0,0-8 0,0 6 0,0-27 0,0-2 0,0-7 0,0 8 0,0-6 0,0 5 0,0-7 0,0 0 0,0-26 0,0-4 0,8-39 0,-6 11 0,17-13 0,-9 15 0,2 6 0,1 7 0,-7 9 0,7 1 0,-7 6 0,0 2 0,-2 10 0,1 6 0,0 6 0,13 19 0,-10-12 0,20 29 0,-10-22 0,12 24 0,-12-24 0,11 22 0,-17-22 0,8 7 0,0 5 0,-8-11 0,8 6 0,-9-4 0,0-6 0,0-3 0,1-14 0,-6-7 0,15-37 0,-3 11 0,8-25 0,-10 28 0,4-12 0,0 0 0,4-7 0,-1 1 0,2-8 0,-9 16 0,6-2 0,-9 10 0,-3 17 0,-4-2 0,-1 7 0,-5 6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4.4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1 184 24575,'13'18'0,"3"-2"0,-10 0 0,10-3 0,6 19 0,3-10 0,-4 1 0,11 1 0,-19-16 0,13 6 0,-17-10 0,1-4 0,-1 0 0,0 0 0,0-4 0,-3-1 0,-2-4 0,0 3 0,-3-9 0,8 2 0,-7-12 0,3 0 0,-5 7 0,0 2 0,0-9 0,0-5 0,0 0 0,0-12 0,0 22 0,0-7 0,0 11 0,0 6 0,0 1 0,0-1 0,0 1 0,0 0 0,0 14 0,0 5 0,0 7 0,0 28 0,0-12 0,7 45 0,3-15 0,8 33 0,-1-20 0,1 0 0,-4-29 0,-6 8 0,2-31 0,-9 20 0,7-33 0,-7 5 0,3-11 0,-4-1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6.0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0 148 24575,'0'9'0,"0"7"0,0 12 0,8 40 0,-6-23 0,14 43 0,-14-65 0,7 31 0,-9-24 0,0 6 0,0-9 0,0-10 0,0-23 0,5-4 0,-4-24 0,13-15 0,-4-12 0,8-12 0,-1 12 0,-7 12 0,2 15 0,-10 0 0,9 7 0,-10-7 0,8 16 0,-7 2 0,2 6 0,-4 1 0,4 4 0,-3-4 0,3 12 0,9 15 0,-5-5 0,23 41 0,-9-21 0,22 29 0,-11-15 0,-1-14 0,-7-1 0,-7-14 0,0 0 0,5 5 0,-12-12 0,5 1 0,-11-4 0,3-3 0,-3 0 0,0 4 0,4-8 0,-4 3 0,4-4 0,0 0 0,-3-4 0,-2-2 0,-4-10 0,6-11 0,-4 7 0,10-78 0,-10 64 0,3-56 0,-5 72 0,7-14 0,-5 18 0,4-28 0,-6 29 0,5-13 0,-4 17 0,3 4 0,-4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7.6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95 24575,'10'0'0,"3"4"0,-3 1 0,4 4 0,-5 1 0,0-1 0,-4 0 0,4 0 0,-4 1 0,4-1 0,2 7 0,-6-5 0,5 5 0,-4 0 0,11 2 0,4 16 0,-1-7 0,6 1 0,7 9 0,-12-21 0,8 13 0,-13-18 0,-5-2 0,5-2 0,0 3 0,-5-9 0,12 4 0,-12-5 0,5 0 0,22-16 0,-22 12 0,29-18 0,-25 0 0,-1 8 0,1-19 0,-15 15 0,6-6 0,-10 6 0,5-27 0,-6 22 0,0-33 0,-6 29 0,1 0 0,-2 4 0,-2 5 0,3 0 0,0-5 0,-3 16 0,8-8 0,-7 10 0,7 4 0,-3 9 0,9 9 0,6 44 0,5-5 0,-1-7 0,0 4 0,0 4 0,-1-4 0,13 15 0,-13-17 0,-2-4 0,1-14 0,2 15 0,0-4 0,-4-24 0,-3 22 0,0-33 0,-7 16 0,3-20 0,-4 4 0,5 0 0,-4 1 0,3-1 0,0-4 0,-3 3 0,3-2 0,0-1 0,-3 3 0,3-3 0,0 4 0,-2 1 0,2-1 0,-4 0 0,6 17 0,0-13 0,2 13 0,0-17 0,-7-4 0,3-1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9.0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 24575,'0'9'0,"19"44"0,-14-27 0,27 45 0,-9-24 0,-1-14 0,9 10 0,-20-36 0,5 3 0,-7-5 0,1-4 0,-1 3 0,0-4 0,1 0 0,-1 0 0,4-9 0,4-4 0,5-9 0,-4 4 0,5-4 0,-3-6 0,-1 8 0,1-12 0,-9 14 0,1-7 0,0 0 0,-1 7 0,-5-4 0,3 6 0,-8-1 0,7 3 0,-7 5 0,3 24 0,-4-10 0,0 60 0,0-17 0,0 51 0,0-23 0,0 13 0,6-38 0,-5 5 0,4-8 0,-5-8 0,0 15 0,0-28 0,0 7 0,6-9 0,-5-7 0,5-2 0,-6-7 0,0-4 0,0-1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30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1 211 24575,'5'5'0,"-1"11"0,3 12 0,-5 3 0,12 25 0,-3-5 0,-1 10 0,6 9 0,-14-21 0,12 0 0,-8-15 0,1-16 0,4 5 0,-10-13 0,9 7 0,-9-8 0,3 0 0,-4-8 0,0-9 0,0-3 0,0-5 0,0-42 0,0 8 0,0-22 0,0 16 0,0 7 0,0 17 0,0-23 0,0 42 0,0-29 0,0 22 0,0-7 0,0 10 0,0 8 0,0 0 0,0-1 0,-4 5 0,3-3 0,-3 2 0,0 1 0,3-3 0,-8 3 0,8-5 0,-3 1 0,9 14 0,2 5 0,38 41 0,-17-10 0,24 8 0,-22-7 0,16-7 0,-14-3 0,13-1 0,-27-24 0,-2-2 0,-11-1 0,3-3 0,-2 3 0,3-4 0,-4 4 0,3 2 0,-3 3 0,5-4 0,-5 3 0,3-7 0,-7 8 0,7-8 0,-7-1 0,4-6 0,-5-3 0,0-17 0,0-5 0,0-6 0,-10-35 0,8 39 0,-15-38 0,16 44 0,-6-7 0,7 16 0,0-14 0,0 18 0,0-12 0,0 10 0,0 5 0,0-5 0,0 7 0,0 3 0,0 2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9:34.8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12381 270 24575,'9'0'0,"7"-5"0,2-2 0,16-7 0,-7 7 0,28-8 0,12 4 0,-12 0 0,42-8 0,-27 7 0,1 0 0,-5 8 0,12 1 0,-10 1-618,17 2 618,8 0 0,-5 0 0,-32 0 0,-8 0 0,-8 0 0,16 0 0,-8 0 0,1 0 0,36 0 0,-32 0-663,5 0 1,1 0 662,-2 0-252,33 0 252,1 0 0,-44 0 0,20-5 0,-1-1 0,-28 3 0,50-8 0,-25 2 0,-20 1 568,28-3-568,-44 6 0,43-5 0,-36 8 0,36-15 1348,-6 16-1348,-12-6 279,12 1-279,-21 5 0,-6-4 0,-1 5 0,52-11 0,-41 8 0,44-8 0,-45 11 0,0-7 0,-1 6 0,1-6 0,8 6 0,3 2 0,17-1 0,12 0 0,1 0 0,-2 0-295,-24 0 0,-1 0 295,13 0 0,0 0 0,1 0 0,1 0 0,18 0 0,-25 0 0,0 0 0,-14 0 0,-5 0 0,20 0 0,-15 4 0,-2 0 0,9-2-165,9 6 165,-21-1 0,9-5 0,-12 4 0,11 1 0,-18 0 585,15 8-585,-27-2 170,7-5-170,-9 3 0,-1-4 0,1 5 0,-1 0 0,1 6 0,-1-5 0,1 5 0,-7-7 0,5 1 0,-6 4 0,8-2 0,9 12 0,-7-7 0,16 11 0,-6-2 0,9 2 0,-1 1 0,1-1 0,-9-7 0,-3-3 0,-10-8 0,21 14 0,-15-10 0,15 10 0,0-2 0,-16-3 0,16 10 0,-27-13 0,-1 5 0,2 4 0,-3 9 0,6 10 0,-7 0 0,10 12 0,9 23 0,-4-2 0,2 2 0,-17-32 0,0-6 0,-8-16 0,5 7 0,-10-9 0,3 9 0,-5 2 0,0 0 0,0 8 0,0-8 0,0 10 0,0 12 0,-8 3 0,-2 12 0,-17 1 0,7-1 0,-7 0 0,9 0 0,0 1 0,-1 1-798,-13 17 798,13-24 0,0 1 0,4-14 0,1-7 0,-1-1 0,-2 32 0,10-55 0,-7 23 0,7-7 0,-7 3 798,7-10-798,-1-22 0,7 5 0,-7-6 0,1 6 0,-12 11 0,6-7 0,-13 12 0,15-21 0,-14 22 0,6-13 0,-8 14 0,2-10 0,-2 10 0,2-7 0,-16 21 0,13-20 0,-24 23 0,5-2 0,-4 0 0,-26 12 0,28-16 0,-6 5 0,7-7-852,-25 11 852,22-16 0,1-1 0,-3 5 0,-5-9 0,12-2 0,0-1 0,0-6 0,10 2 0,-8-3 0,8 5 0,-10 3 0,-12 2 0,-3 1 0,-5 10 0,-5-5 0,6 6 0,-8-9 0,-1 1 0,9 8-425,-6-7 425,18 4 807,-17-6-807,21-5 0,-9 2 0,-1 1 0,6 8 0,-18-4 0,18 4 0,-5-9 0,0 0 0,9-1 0,-21 4 0,21-5 0,-9-5 0,12 3 442,-12-3-442,9 5 0,-10 3 0,13-4 0,-12 3 0,9-1 0,-9 1 28,8 8-28,-9-5 0,2 17 0,-6-7 0,0 1 0,6 6 0,-20-2 0,11-4 0,-13 2 0,1 0 0,-12-7-834,42-11 1,-1 0 833,-4-9 0,-1 1-396,1 7 0,0 1 396,-8-2 0,-3 1 0,-14 14 0,-2 2 0,5-8 0,-4 3 0,-1 5 0,-6 5 0,3-5 0,21-15 0,1-3 0,-1 2 0,-14 15 0,-3 5 0,2-6 0,12-14 0,1-3 0,4 2 0,-15 21 0,2 1 0,-10-12 0,2 1 0,17 8 0,3-1 0,-2-11 0,0 0 0,10 3 0,2 1 0,3-7 0,2-3 0,-34 22 0,9 5 0,-6-6 0,23-6 0,14-15 0,-1 0 1597,-27 19-1597,26-18 0,-1 2 0,0-1 0,1 0 0,-1 0 0,0 0 431,1 0 0,-1 0-431,-4 0 0,-1 0 0,5-1 0,-1 2 0,-12 6 0,0 0 0,8-5 0,-2 0 0,-19 15 0,-2 1 0,12-8 0,-1 0-576,-15 4 1,-2 0 575,9-3 0,1-2 0,2-6 0,1-1 0,5 0 0,3 0 0,10-8 0,3-1 0,-36 24 0,6-12 0,-1-1 0,13-2 0,3-1 0,22-10 0,-8 5 0,6-3 0,-8 6 1151,8 0-1151,-6-1 0,17-5 0,-41 29 0,22-9 0,-16 5 0,-3 1 0,1 1 0,5-7 0,-1-1-1528,-8 5 1528,-3 11 0,30-29 0,0 0-323,-31 29 323,-8-8 0,9 5 0,8-10 0,25-13 0,1 0 0,-10 11 0,-11 1 0,33-23 1501,0-4-1501,1 6 350,-10 2-350,7-2 0,-17 5 0,17-5 0,-17 5 0,17-5 0,-1 2 0,5-8 0,3 5 0,-14-3 0,5 14 0,-16-3 0,16 3 0,-15-5 0,17-5 0,-7 2 0,0 0 0,-3 1 0,-2 9 0,-5-4 0,1 15 0,5-18 0,-13 22 0,13-22 0,-5 18 0,-1-15 0,12 11 0,-3-15 0,8 5 0,2-9 0,-2 9 0,1-7 0,-1 7 0,0 0 0,1-7 0,-4 16 0,5-16 0,-2 7 0,2-9 0,6-1 0,-15 12 0,12-9 0,-14 3 0,12-7 0,-1-4 0,0 6 0,1-1 0,-1 1 0,0-1 0,1-5 0,-1 5 0,0-5 0,1 0 0,-10 7 0,-3-4 0,1 0 0,-8 7 0,8-7 0,-10 9 0,-12 2 0,9-9 0,-10 1 0,14-3 0,8-6 0,-7 5 0,8 0 0,-22-3 0,18 3 0,-15-4 0,28 1 0,-17-9 0,17 7 0,-7-9 0,9 5 0,-9 2 0,-15 1 0,0 1 0,-9 0 0,12-7 0,-32 13 0,12-11 0,-28 14 0,0-6 0,16-9 0,-16-2 0,33-8 0,-9 0 0,8 8 0,-11-6 0,0 6 0,-15-8 0,11 0 0,25 0 0,1 0 0,-26 0 0,17 5 0,-1 1 0,-35-3 0,27 7 0,-4 1 0,0-3 0,-3-1-1044,-8 1 0,-3-2 1044,-9 0 0,0 0 0,9 0 0,2-1 0,9-4 0,3 1 0,17 3 0,3 1 0,-35-6 0,14 0 0,13 0 0,13 5 0,13-4 0,11 5 0,-1-6 0,0 0 2088,1 0-2088,-10 0 0,7 0 0,-17 0 0,8 7 0,-10-6 0,-21 6 0,16-7 0,-15 7 0,8-5 0,18 4 0,-16-6 0,20 0 0,0 0 0,1 0 0,11 0 0,-10 7 0,-3-5 0,-9 5 0,0-7 0,0 0 0,10 0 0,-8 0 0,17 0 0,-7 0 0,0 0 0,7 0 0,-17 0 0,17 0 0,-27 0 0,15 0 0,-9 0 0,-8 0 0,26-6 0,-52 5 0,38-12 0,-29 12 0,37-12 0,-35 3 0,28-5 0,-30-3 0,0 0 0,30 3 0,-18-1 0,36 3 0,1 1 0,6 1 0,-27-12 0,29 15 0,-29-14 0,14-4 0,3 9 0,-3-13 0,14 20 0,2-11 0,3 2 0,-4-9 0,-10-33 0,2 17 0,-5-29 0,-15 1 0,24 19 0,-9-7 0,2-1 0,6 4 0,-6-37 0,22 38 0,3 2 0,2-9-714,-1-24 0,2-1 714,6 26 0,-7 8 0,2-3 0,7-1 0,1 5 0,-7-9 0,2 5 0,2 3-318,0 8 318,-6-12 0,13 9 0,4-21 0,-7 30 0,9 1 1405,-3-6-1405,0 0 0,6-7 0,3-15 0,0 15 341,-1 0-341,9-16 0,-24 38 0,23-38 0,4-7 0,-7 4 0,3 1 0,-1 3 0,-9 18 0,-9 15 0,21-27 0,-16 18 0,17-21 0,0-6 0,-16 27 0,17-30 0,-18 36 0,4-6 0,7-1 0,3-1 0,17-19-695,-18 15 0,4-1 695,15 3 0,-1 3 0,6-16 0,-4 13 0,0 3 0,-1 0-150,-8-4 150,5 4 0,-8-4 0,0-3 0,24-16 0,-18 15 0,0 0 0,22-16 0,-33 32 0,2 0 0,5-6 0,1-2-2194,0-4 0,5-5 2194,11-8 0,9-6 0,-5 2 0,-3-7 0,1 0-464,2 8 0,5-3 0,-9 6 464,-11 7 0,-5 6-720,-2 11 1,3-2 719,0-8 0,3-7 0,-1 6-1941,2 7 0,2-1 1941,3-14 0,4-8 0,-7 12 0,14-3 1093,-11 2 1,-5 4-1094,-17 23 0,21-24 0,-14 18 1868,-10 4-1868,10-11 0,24-8 0,-28 16 429,21-17 0,3-1-429,-12 9 0,-4-1 0,6-7 0,19-14 0,-3 0 0,-26 25 0,-1-1 2275,29-28 0,3-2-2275,-15 20 0,-5 4 0,8-16 150,-15 24 1,-4 2-151,-12 1 0,-14 16 0,11-8 977,14-27-977,-14 21 1896,18-21-1896,-28 28 4,10-1-4,-3 0 0,31-26 0,-20 25 0,21-24 0,-28 30 0,1 1 0,0-4 0,10-2 0,8-11 0,3-4 0,15-5 0,-17 12 0,1-4 0,-1-2 0,-4 2-1411,6 3 1411,20-19 0,7-7-1148,-16 15 1,-2 3 1147,-1 5 0,4-3 0,0-4 0,4-4 0,-9 8 0,11-4 0,-3 0 0,-2 3 0,-13 10 0,34-29 0,-35 25-284,11-10 1,-1 0 283,-20 13 1199,42-21-1199,-50 29 0,50-29 0,-41 21 0,10-6 0,2 1 0,-7 5 0,13-10 0,7-3 2381,-30 16-2381,30-16 0,-34 20 0,17-5 0,26-28 693,-16 20-693,-12 2 0,0 1 0,17-1 0,-2-17-2378,19 2 2378,-24 12 0,6-7 0,-4 2 0,0-1 0,0-1 0,4 1 0,5-2 0,-6 4 0,-8 5 0,-3 2 0,-3-1 0,1 1-624,4 2 1,-1 1 623,-7 2 0,0 1 0,0-1 0,4 1 0,13-7 0,1 2-337,18-13 337,-24 15 0,-5 2 0,-11 10 0,8-2 0,-18-1 2170,8 9-2170,-9-3 1382,9-2-1382,-7 6 410,27-19-410,-15 9 0,18-10 0,-11 10 0,0-5 0,17-10 0,-22 13 0,11-9 0,-28 22 0,1 1 0,17-15 0,2-2 0,-4 6 0,4-6 0,-1 3 0,-9 12 0,-7 1 0,7 0 0,-9 0 0,-1 1 0,1 0 0,-1 5 0,1-4 0,9-4 0,-7 6 0,28-21 0,-25 21 0,26-16 0,-29 7 0,16 2 0,38-30 0,-24 25-815,11-8 1,-1 2 814,-10 8 0,34-11 0,-55 16 0,-2 0 0,-9 2 0,21-4 0,-5-2 0,29-9 1629,-29 12-1629,15-8 0,-20 7 0,10-1 0,0-5 0,-17 14 0,13-6 0,-29 8 0,29-2 0,-28 0 0,18 7 0,-14-9 0,-1 9 0,16-11 0,-20 10 0,19-10 0,7-2 0,12-3 0,-1-3 0,18 3 0,-38 9 0,16-6 0,-21 8 0,21-9 0,-7 0 0,46-4 0,-42 4 0,18 4 0,-27-1 0,3 3 0,36-18 0,-21 15 0,11-12 0,8 13 0,-37-2 0,27 2 0,-37 0 0,10 9 0,-14-7 0,22 8 0,-12-10 0,17 4 0,-10-7 0,8 7 0,-9-5 0,0 5 0,-2-2 0,-9 4 0,-7 1 0,-2 3 0,0-9 0,2 9 0,6-5 0,1 1 0,-1 3 0,1-3 0,-7 1 0,14 3 0,-12-9 0,14 9 0,-9-5 0,-1 1 0,1 3 0,-8-3 0,-1 5 0,-6 0 0,-1-4 0,0 3 0,-3-4 0,-2 5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9:59.32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9 0 24575,'0'18'0,"0"14"0,0-12 0,0 19 0,0-21 0,0 3 0,0-12 0,0 0 0,0 0 0,0 1 0,0-1 0,0 0 0,0 1 0,0-1 0,0 0 0,0 1 0,0-1 0,0 0 0,0 0 0,0 1 0,0-1 0,0 0 0,0 1 0,0-1 0,0 0 0,0 0 0,0 1 0,0-1 0,-4 0 0,3 1 0,-3-1 0,4 0 0,0-4 0,0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00.67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85 19 24575,'0'-9'0,"-4"3"0,-2 2 0,1 8 0,-3-3 0,3 12 0,-5-7 0,1 7 0,4-3 0,-8 3 0,11-3 0,-11 4 0,12-1 0,-3-2 0,4 2 0,0-4 0,0 1 0,0-1 0,0 0 0,4 1 0,2-1 0,3 0 0,0 0 0,0-3 0,1 2 0,-1-3 0,0 4 0,1-4 0,-5 4 0,3-8 0,-3 7 0,5-3 0,-5 4 0,3-3 0,-3 2 0,4-3 0,1 4 0,-1 1 0,0-1 0,1 0 0,-5 1 0,3-1 0,-7 0 0,7 0 0,-3 1 0,1-1 0,-2 0 0,0 1 0,-3-1 0,3 0 0,-4 0 0,0 1 0,0-1 0,-4 0 0,-1-3 0,-9 6 0,4-6 0,-4 8 0,5-5 0,-1 0 0,1-4 0,-1 4 0,1-8 0,4 7 0,-4-7 0,8 3 0,-3-4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01.60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66 24575,'4'-9'0,"-3"-1"0,7 5 0,-7-3 0,8 7 0,-4-3 0,4 4 0,0 0 0,1 0 0,-1 0 0,-4-5 0,3 4 0,-2-3 0,3 4 0,0 0 0,0 0 0,1 0 0,-1 0 0,0 0 0,1 0 0,-1 0 0,-4-4 0,3 3 0,-2-3 0,3 4 0,0 0 0,0 0 0,1 0 0,-1 0 0,-4-4 0,3 3 0,-7-4 0,4 5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03.06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14 322 24575,'0'-9'0,"0"-7"0,0 5 0,7-33 0,-1 28 0,7-27 0,-2 25 0,5-11 0,-2 3 0,1 4 0,-3-1 0,-3 12 0,2-1 0,-2 4 0,-4 3 0,3 0 0,-2-4 0,3 8 0,-4-7 0,3 7 0,-2-3 0,3 4 0,-4 4 0,3-3 0,-3 3 0,5 0 0,6 8 0,-5-5 0,5 8 0,-7-10 0,21 25 0,-16-16 0,16 15 0,-5-10 0,-12-7 0,13 6 0,-15-1 0,-2-6 0,9 11 0,-7-11 0,0 5 0,-1 1 0,-4-11 0,0 9 0,-2-9 0,0 3 0,-3 0 0,3 0 0,-4 1 0,0-1 0,0 0 0,0 1 0,-4-1 0,3 0 0,-7 1 0,7-1 0,-8 0 0,4 0 0,-4 1 0,-1-1 0,5 0 0,-3-4 0,7 4 0,-8-8 0,8 7 0,-7-7 0,7 7 0,-7-7 0,2 4 0,-3-5 0,0 4 0,-1-3 0,1 3 0,-1-4 0,1 0 0,0 0 0,-1 0 0,1 0 0,-1 0 0,1 0 0,0 0 0,-1 0 0,1 0 0,-7 0 0,5 0 0,-12 0 0,12-4 0,-12 3 0,11-8 0,-4 8 0,7-7 0,-1 7 0,-3-8 0,2 8 0,2-7 0,1 7 0,2-7 0,-3 2 0,0 1 0,-1-3 0,5 3 0,-3-1 0,7-2 0,-8-1 0,3-9 0,0 3 0,-5-12 0,10 8 0,-9-3 0,9 6 0,-3-10 0,-1 6 0,3-24 0,-3 24 0,5-5 0,0 15 0,0 1 0,0 3 0,0 2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17.89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29 1 24575,'0'13'0,"0"4"0,0-2 0,0 8 0,0-5 0,0 6 0,0 1 0,0-1 0,0 1 0,0 0 0,0-1 0,-5-6 0,4 5 0,-3-5 0,4-1 0,0-1 0,0-6 0,-4 6 0,3-5 0,-3 5 0,4-7 0,0 7 0,0-5 0,0 5 0,0-7 0,0 1 0,0-1 0,0 0 0,-4 1 0,3-1 0,-4 0 0,5 1 0,0-1 0,0 0 0,0 0 0,0-3 0,0-2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19.67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0 179 24575,'0'-10'0,"0"1"0,0 0 0,0-1 0,0 1 0,4 4 0,-3-4 0,3 4 0,0-4 0,-2-1 0,6 1 0,-7-1 0,7 5 0,-7-3 0,7 3 0,-2-5 0,3 1 0,0-1 0,0 5 0,-3-3 0,2 7 0,-7-8 0,7 8 0,-3-3 0,0 8 0,4-3 0,-4 8 0,4-4 0,-4 4 0,4 0 0,-8 1 0,7-1 0,-7 0 0,7 1 0,-7-1 0,3 0 0,-4 0 0,4 1 0,-2-1 0,2 0 0,-4 1 0,0-1 0,0 7 0,0-5 0,0 5 0,0-7 0,0 1 0,0-1 0,0 7 0,0 2 0,0 0 0,0-2 0,-5-7 0,4 0 0,-3 0 0,0 1 0,-1-1 0,0 0 0,0 1 0,1-1 0,-1 0 0,0 1 0,-4-5 0,8 3 0,-7-7 0,7 7 0,-7-7 0,7 8 0,-8-8 0,8 7 0,-7-3 0,3 0 0,-1 3 0,-2-7 0,7 8 0,-7-8 0,7 7 0,1-7 0,5 3 0,4-4 0,7 0 0,-5 0 0,5 0 0,-7 0 0,1 0 0,-1 0 0,0 0 0,1 4 0,-1-3 0,0 3 0,1-4 0,-1 0 0,0 0 0,0 0 0,1 0 0,-1 0 0,0 0 0,1 0 0,-1 0 0,0 5 0,0-4 0,-3 3 0,-2-4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21.08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0 179 11654,'5'-5'0,"-4"-4"4883,7 4-4883,-7-4 2249,7-1-2249,-7 1 1272,7 4-1272,-7-4 4517,8 4-4517,-8-4 0,7-1 0,-3 1 0,4-5 0,1 4 0,-1-4 0,-4 5 0,3 4 0,-6-4 0,6 8 0,-3-7 0,4 7 0,1-3 0,-5 0 0,3 2 0,-3-2 0,9 8 0,-4 2 0,3 3 0,-3 0 0,-1 0 0,2 8 0,-2-6 0,8 11 0,-6-11 0,7 12 0,-7-5 0,0 0 0,1 5 0,-3-12 0,3 16 0,-2-15 0,-4 8 0,2-11 0,-7 0 0,4 1 0,-5-1 0,0 0 0,0 1 0,0-1 0,0 0 0,0 0 0,0 1 0,0 6 0,-5-5 0,0 5 0,-5 0 0,0-5 0,3 5 0,-1-7 0,3 1 0,-5-1 0,1-4 0,-1 3 0,1-7 0,-7 9 0,5-9 0,-5 5 0,6-6 0,-6 0 0,5 0 0,-5 0 0,6 0 0,1 0 0,0 0 0,-1 0 0,1 0 0,-1 0 0,5-4 0,-3 3 0,7-8 0,-8 4 0,8-4 0,-8-8 0,2-1 0,-5-6 0,5-1 0,-4 1 0,4-1 0,0 7 0,-3 2 0,9 6 0,-3 1 0,0 0 0,3-1 0,-3 1 0,4-1 0,0 1 0,0 0 0,0-1 0,0 1 0,0-1 0,0 1 0,0 4 0,0 1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0.6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71 24575,'5'-4'0,"4"3"0,-4-3 0,11-1 0,-5 3 0,12-9 0,-6 4 0,1 1 0,-2 0 0,0 1 0,-5 3 0,5-3 0,0-1 0,-5 5 0,6-5 0,-8 6 0,0 0 0,7 0 0,-5 0 0,12 0 0,-12 0 0,5 0 0,-7 0 0,1 0 0,-1 0 0,0 0 0,1 0 0,3 0 0,-3 0 0,4 0 0,-5 0 0,-4 5 0,3-4 0,-2 3 0,-1 0 0,-1 1 0,-4 4 0,4-4 0,-3 4 0,3-4 0,-4 4 0,0 7 0,-5 2 0,3 16 0,-9-7 0,3 16 0,-4-16 0,3 7 0,-7 5 0,8-12 0,-5 5 0,1 0 0,6-18 0,-6 11 0,7-16 0,1 1 0,0-1 0,2 0 0,-6 1 0,7-1 0,-7-4 0,7 3 0,-4-3 0,1 5 0,3-1 0,-7-4 0,7 3 0,-7-7 0,6 8 0,-2-8 0,4 3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1.35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19 24575,'10'0'0,"10"0"0,-8 0 0,8 0 0,-11 0 0,1 0 0,-1 0 0,7 0 0,-5 0 0,5-4 0,-7 3 0,1-3 0,-1 4 0,0 0 0,1 0 0,-1 0 0,0 0 0,0 0 0,1 0 0,-1 0 0,4 0 0,-2 0 0,2 0 0,-4-5 0,1 4 0,-1-3 0,0 4 0,-3 0 0,-2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2.65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41 38 14260,'4'-6'0,"-3"-2"4263,7 7-4263,-2-3 1787,-1 0-1787,3 3 975,-3-8-975,5 8 3290,-1-3-3290,0 4 0,0 0 0,1 0 0,-1 0 0,0 0 0,1 4 0,-1 1 0,0 5 0,0-1 0,1 0 0,-5 0 0,3 1 0,-3-1 0,6 7 0,-1-5 0,1 12 0,-5-12 0,4 5 0,-4 0 0,-1-5 0,1 5 0,-2-7 0,-3 1 0,3-1 0,-4 0 0,0 1 0,0-1 0,0 0 0,0 1 0,0 6 0,0-5 0,0 5 0,-4-7 0,3 0 0,-3 1 0,0-1 0,3 0 0,-4 0 0,5 1 0,-4-5 0,3 3 0,-3-3 0,0 1 0,3 2 0,-8-3 0,8 4 0,-7-4 0,7 4 0,-7-4 0,2 4 0,-3-4 0,0 4 0,-1-4 0,1 0 0,-1 3 0,1-7 0,0 7 0,-1-7 0,1 4 0,-1-1 0,1-3 0,0 3 0,-1-4 0,1 0 0,-1 0 0,1 0 0,0-4 0,3-2 0,-2-3 0,7 0 0,-3-7 0,-2-2 0,5-7 0,-10 0 0,10-9 0,-10 7 0,9-7 0,-3 9 0,5 1 0,0-1 0,0 7 0,0-5 0,0 12 0,0-12 0,0 12 0,0-5 0,4 7 0,-3-1 0,3 1 0,-4-1 0,4 5 0,-3-3 0,3 7 0,-4-3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42.646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47 42 24575,'-4'5'0,"3"3"0,-3-3 0,0 5 0,3-1 0,-3 0 0,-1-4 0,4 4 0,-3-4 0,0 0 0,3 3 0,-3-3 0,4 9 0,-4-8 0,3 7 0,-4-8 0,5 4 0,0 0 0,5-4 0,-4 4 0,7-8 0,-3 3 0,8-4 0,-2 0 0,2 0 0,3 0 0,12 0 0,-2 0 0,2 0 0,4 0 0,-2 0 0,-1 0 0,4 0 0,-22 0 0,5 0 0,-11 4 0,3-3 0,-7-1 0,3-5 0,-9-11 0,3 4 0,-9-10 0,10 4 0,-4 0 0,5-5 0,0 12 0,0-5 0,0-1 0,0 6 0,0-5 0,0 7 0,0-1 0,0 9 0,0 13 0,0 16 0,0 13 0,0-12 0,0 25 0,0-21 0,0 25 0,0-28 0,0 11 0,0-16 0,0 3 0,0-8 0,0-10 0,0-1 0,0 0 0,0 0 0,0 1 0,0-1 0,0 0 0,0 1 0,0-1 0,0 0 0,0 0 0,0 1 0,4-1 0,-3 0 0,3 1 0,-4-1 0,0-4 0,0-1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43.99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95 13880,'4'-10'0,"-3"1"4371,8 4-4371,-8-4 1854,7 4-1854,-3-4 1017,4-1-1017,1 1 3453,-1 4-3453,-4-4 0,3 8 0,-2-3 0,3 4 0,-4-4 0,3 3 0,-2-3 0,3 4 0,0 0 0,0 0 0,1 0 0,-1 4 0,0-3 0,1 7 0,-1-3 0,0 0 0,-4 4 0,4-8 0,-4 7 0,4-3 0,-4 4 0,3-3 0,-6 2 0,6-3 0,-7 4 0,7 1 0,-7-1 0,9 7 0,-9 2 0,4-1 0,-5 6 0,5-12 0,-4 5 0,3-6 0,-4-1 0,0 0 0,0 1 0,0 6 0,0-5 0,0 5 0,0-7 0,-4 0 0,3 1 0,-8-1 0,8 0 0,-7-4 0,3-1 0,-1 1 0,-2-4 0,3 7 0,-5-7 0,1 3 0,0-4 0,-1 0 0,1 0 0,-1 0 0,1 0 0,0 0 0,-1 0 0,1 0 0,-1 0 0,1 0 0,0 0 0,-1 0 0,1 0 0,-1 0 0,5-4 0,-3-1 0,7-5 0,-8 1 0,8-1 0,-7 1 0,7-7 0,-3 5 0,-2-12 0,5 12 0,-5-12 0,6 5 0,0 0 0,0-5 0,0 12 0,0-5 0,0 6 0,0 1 0,0 4 0,0 1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52.24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1699 24575,'9'9'0,"10"17"0,4 15 0,2 8 0,6 9 0,-14-12 0,17 27 0,-15-20 0,17 32 0,-19-46 0,4 0 0,-14-23 0,-3-6 0,0-5 0,1-5 0,5-5 0,-1-5 0,2-6 0,10-23 0,-6 9 0,31-53 0,-12-5 0,5 23 0,5-7-1757,-15 11 0,-1-5 0,3 2 1757,5 5 0,3 1 0,-3 1 0,5-22 0,0-1-447,-6 21 1,2 0-1,-2 1 447,6-16 0,2-3 0,3 0 0,4-6 0,-4 5-813,-1-1 1,-1 1 812,0 4 0,2-4 0,-3 8 0,-5 13 0,-3 3 0,5-12 0,-2 4 0,13-2 0,-31 32 0,-14 21 1061,3-5 0,-8 10 0,3 2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04.36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111 835 24575,'10'0'0,"-1"0"0,0 0 0,1 0 0,-1 0 0,7 6 0,11-5 0,-7 9 0,6-9 0,-1 3 0,-4-4 0,13 0 0,0 0 0,2 0 0,10 0 0,16 0 0,-12 0 0,12 0 0,-16 0 0,-10 0 0,-2 0 0,-9 0 0,-1 0 0,1 0 0,0 0 0,9 0 0,-8 0 0,18 0 0,-24 0 0,12 0 0,-4 0 0,20 0 0,-15 0 0,33 0 0,-50 0 0,50 0 0,-49 0 0,27 0 0,-33 0 0,34 0 0,-22 0 0,43 0 0,-36 0 0,8 0 0,-15-6 0,4 5 0,-7-4 0,6 5 0,0 0 0,-13 0 0,12 0 0,-8 0 0,-6 0 0,5 0 0,0-6 0,-5 5 0,12-5 0,-12 6 0,5 0 0,-7 0 0,0 0 0,0-4 0,8 3 0,-6-3 0,5 4 0,-7 0 0,0 0 0,0 0 0,1 0 0,-1 0 0,0 0 0,1 0 0,6-6 0,-5 5 0,5-4 0,-7 5 0,0 0 0,1-5 0,-1 4 0,0-3 0,1 4 0,-1-4 0,0 3 0,0-3 0,1 0 0,-1 3 0,0-4 0,1 1 0,-1 3 0,0-3 0,1 4 0,-5-4 0,3 3 0,-3-3 0,4 4 0,1 0 0,-5-5 0,10 4 0,-8-7 0,9 7 0,-7-3 0,-4 0 0,4 3 0,-4-4 0,0 1 0,-1-1 0,0 0 0,-3-4 0,3 4 0,-4-4 0,4-1 0,-3-6 0,4 5 0,-5-5 0,0-10 0,0 2 0,0-21 0,0 21 0,0-9 0,0 22 0,0-5 0,0 0 0,0-16 0,0 11 0,0-15 0,0 18 0,0 0 0,0 2 0,0-10 0,0 13 0,0-13 0,0 10 0,-6-2 0,5 0 0,-5 2 0,6 6 0,0-6 0,0 5 0,0-5 0,0 2 0,0 4 0,0-4 0,0 5 0,-4 4 0,3-4 0,-3 4 0,4-4 0,-4 4 0,-2 0 0,-3 1 0,0 3 0,-1-3 0,1 4 0,-1 0 0,1 0 0,0 0 0,-1-4 0,-6 3 0,-2-3 0,-6 4 0,-1 0 0,-9 0 0,-3 0 0,-9 0 0,-12 0 0,-3 0 0,-12 0 0,12 0 0,-10 0 0,10 0 0,-12 0 0,12 0 0,-10 0 0,22 0 0,-9 0 0,12 0 0,0 0 0,10 0 0,-8 0 0,17 0 0,-7 0 0,10 0 0,-1 0 0,-9 0 0,7 0 0,-1 0 0,6 0 0,4 0 0,-16 0 0,7 0 0,-8 0 0,1 0 0,-2 0 0,-10 0 0,9 0 0,-6 0 0,16 0 0,-7 0 0,16 0 0,2 0 0,-1 0 0,6 0 0,-12 0 0,12 0 0,-5 0 0,0 0 0,5-5 0,-12 4 0,12-3 0,-12 4 0,12 0 0,-12 0 0,5 0 0,-7 0 0,1 0 0,6-4 0,-5 3 0,12-3 0,-5 4 0,-1 0 0,6 0 0,-12 0 0,12 0 0,-5 0 0,7 0 0,-1 0 0,5 20 0,-3-11 0,7 24 0,-4-6 0,-1 9 0,4 10 0,-5-16 0,7 12 0,0-29 0,0 12 0,0-15 0,0 6 0,0-5 0,0 5 0,0-7 0,0 0 0,0 1 0,0 6 0,0-5 0,0 12 0,0-12 0,0 11 0,0-11 0,0 16 0,0-15 0,0 15 0,0-9 0,0 0 0,0 5 0,0-12 0,0 12 0,0-6 0,0 8 0,0 0 0,0-1 0,0-6 0,0-2 0,0-7 0,0 1 0,0-1 0,0 0 0,0-4 0,0-1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29.61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 24575,'9'0'0,"1"0"0,-1 0 0,0 0 0,1 0 0,-1 0 0,0 0 0,7 0 0,-5 0 0,12 0 0,-5 0 0,6 0 0,1 0 0,9 0 0,2 0 0,1 0 0,6 0 0,-23 4 0,13-3 0,-27 7 0,9-7 0,-13 7 0,6-3 0,-7 5 0,3-1 0,-4 7 0,0 6 0,0 4 0,-4-9 0,3-2 0,-9-3 0,5-5 0,-6 8 0,1-10 0,1 0 0,0 4 0,-1-8 0,5 7 0,-3-7 0,2 3 0,-3 0 0,0-3 0,-1 4 0,5-1 0,5 1 0,12 5 0,6 7 0,20 15 0,-17-11 0,33 33 0,-32-31 0,13 12 0,-19-19 0,-5 0 0,-1-5 0,-4 5 0,2-11 0,-7 4 0,3-4 0,-4 4 0,0 0 0,0 1 0,-4-1 0,-1 0 0,-4 0 0,-13 13 0,3-8 0,-11 9 0,5-11 0,0-5 0,-9 5 0,7-10 0,-7 4 0,5-6 0,4 0 0,-4 0 0,11 0 0,2 0 0,6 0 0,1-4 0,4 3 0,0-3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30.82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0 186 24575,'6'-9'0,"2"4"0,-7-10 0,7 8 0,4-16 0,0 5 0,5 0 0,-5-5 0,4 11 0,-4-5 0,4 6 0,-6 2 0,-1 4 0,0 1 0,1-1 0,-1 4 0,0-3 0,0 4 0,1 0 0,6 0 0,2 6 0,16 2 0,-7 4 0,7 7 0,-10 0 0,1 6 0,-1 0 0,3 9 0,-1-8 0,-5 9 0,-3-11 0,-7-6 0,-1-2 0,-4-7 0,2 0 0,-7 1 0,3-1 0,-4 7 0,0-5 0,-4 5 0,-3 0 0,-2-5 0,-3 12 0,2-16 0,-1 8 0,2-10 0,-1 0 0,1 4 0,0-8 0,-8 3 0,0-4 0,-1 0 0,-19 0 0,6-7 0,-3 5 0,9-5 0,15 7 0,1-4 0,0 3 0,-1-3 0,1 4 0,4-4 0,-4 3 0,4-8 0,0 4 0,-4-4 0,8-1 0,-7 1 0,7 0 0,-7-1 0,7-6 0,-9-2 0,4 0 0,0-5 0,-15-16 0,17 9 0,-16-10 0,19 17 0,-8 12 0,8-5 0,-3 7 0,4-1 0,0 1 0,-4 4 0,3-4 0,-3 8 0,4-3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31.666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5 14418,'5'-5'0,"3"8"4217,-7-2-4217,10 25 1759,-2 4-1759,6 15 957,0 1-957,0 0 0,-1-9 3224,-6-3-3224,3-10 0,-9 1 0,8-1 0,-8-6 0,3 5 0,-5-12 0,4 5 0,-3-7 0,3 7 0,-4-5 0,0 5 0,0-6 0,0-1 0,0 0 0,5-4 0,-4 8 0,3-7 0,-4 7 0,0-3 0,4-1 0,-3 0 0,3 1 0,-4-1 0,0-4 0,0-1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32.69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0 108 24575,'5'-5'0,"-4"-3"0,7 7 0,-7-8 0,7 8 0,-3-7 0,0 3 0,4-5 0,3-1 0,-1 2 0,5-2 0,9-1 0,-11 2 0,11 2 0,-16 8 0,-3 5 0,9 11 0,-7 2 0,18 16 0,-13-18 0,8 25 0,-11-32 0,9 23 0,-7-14 0,6 7 0,-6-1 0,-1-6 0,1 5 0,-1-5 0,1 6 0,-5 10 0,-2-14 0,2 22 0,-6-29 0,6 13 0,-7-10 0,0-5 0,0 5 0,0-7 0,-4 1 0,3-1 0,-7 0 0,7 1 0,-8-5 0,8 3 0,-7-7 0,7 7 0,-8-7 0,8 8 0,-7-8 0,3 3 0,-5-4 0,1 0 0,0 0 0,-1 0 0,1 0 0,-1 0 0,1 0 0,0 0 0,-1-4 0,1-2 0,-2-10 0,6 5 0,-8-21 0,7 18 0,-8-28 0,8 22 0,-6-14 0,6 16 0,-17-27 0,9 22 0,-10-33 0,13 36 0,3-5 0,4 15 0,4 1 0,0-1 0,-5 1 0,4 0 0,-3-1 0,4 1 0,0-1 0,0 1 0,0 0 0,0-1 0,0 5 0,0 1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56.42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38 24575,'9'-5'0,"1"1"0,-1-1 0,0 4 0,1-3 0,-5 0 0,10 3 0,-8-7 0,9 7 0,-7-4 0,0 5 0,1 0 0,-1 0 0,0 0 0,0 0 0,1 0 0,-1 0 0,0 0 0,-4 5 0,4 0 0,-8 4 0,3 0 0,-4 1 0,0-1 0,0 7 0,-6 2 0,1-1 0,-7 6 0,2-12 0,-1 5 0,2-6 0,4-1 0,-4-4 0,8 3 0,-7-7 0,7 8 0,-3-4 0,8 4 0,1-4 0,4 4 0,8-3 0,0 10 0,8-2 0,-7 2 0,-2-5 0,0 5 0,2-4 0,-1 5 0,-1-7 0,-10 0 0,2-1 0,-7 0 0,3 1 0,0-1 0,-3 0 0,3 0 0,-4 1 0,0-1 0,0 0 0,0 1 0,-5 6 0,-1-5 0,-4 5 0,0-7 0,1-4 0,4 3 0,-4-6 0,4 6 0,-15-7 0,7 3 0,-14-4 0,16 0 0,-5 0 0,7 0 0,-1 0 0,1 0 0,4-4 0,-4 3 0,4-3 0,0-1 0,1 4 0,4-3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57.41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46 57 24575,'4'-5'0,"-3"-3"0,3 2 0,0-3 0,-3 0 0,8 3 0,-8-2 0,7 7 0,-3-3 0,0 8 0,3 1 0,-2 0 0,-1 3 0,3-2 0,-3-1 0,0 3 0,-1-3 0,1 5 0,-4 6 0,3-5 0,1 11 0,-3 6 0,3-8 0,-5 12 0,0-21 0,0 12 0,0-5 0,0 0 0,0-2 0,0-3 0,0-3 0,0 4 0,-4-5 0,3 0 0,-8-3 0,8 2 0,-7-7 0,7 7 0,-7-7 0,2 3 0,-3-4 0,0 0 0,-1 0 0,1 0 0,-1 0 0,1 0 0,0 0 0,-1-4 0,1 3 0,4-7 0,-4 7 0,8-8 0,-3 4 0,4-4 0,-4-1 0,3 1 0,-3-1 0,4 1 0,0-7 0,0 5 0,4-10 0,-3 11 0,3-4 0,0 9 0,-3-3 0,3 3 0,-4-1 0,0 2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58.08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327 0 24575,'0'10'0,"-5"-6"0,4 16 0,-16 26 0,-3 1 0,-14 34 0,7-20 0,-8 9 0,19-30 0,-7 6 0,9-12 0,-4-7 0,-5 16 0,3-16 0,-6 7 0,18-16 0,-7-2 0,10-7 0,-1 1 0,-2-5 0,7 3 0,-3-7 0,4 3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59.46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87 1 24575,'0'16'0,"-5"1"0,-2 8 0,-6-1 0,0 10 0,6-7 0,-6 7 0,6-9 0,1-1 0,0-6 0,2-2 0,3-6 0,-3-1 0,4 0 0,4-4 0,1-1 0,4-4 0,1 5 0,6-4 0,-5 3 0,12-4 0,-12 0 0,5 0 0,-7 0 0,0 0 0,0 0 0,-3 4 0,2-3 0,-3 3 0,4-4 0,1 0 0,-1 0 0,0 0 0,1 0 0,-5-4 0,-1-1 0,-10-11 0,0-2 0,-1-16 0,1 9 0,6-8 0,0 17 0,0 0 0,0 15 0,0 2 0,0 13 0,0-4 0,4 3 0,-3-3 0,10 15 0,-9-12 0,5 20 0,-7-22 0,4 5 0,-3 0 0,3-5 0,-4 12 0,0-12 0,4 5 0,-3-7 0,3 7 0,-4-5 0,0 5 0,0 0 0,4-5 0,-3 5 0,4 5 0,-5 7 0,4-4 0,-3 2 0,3-17 0,-4 0 0,4-4 0,-3 0 0,3-5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0.40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96 57 24575,'5'-4'0,"-1"-2"0,0 1 0,-3-3 0,7 7 0,-7-8 0,8 4 0,-4 0 0,0-3 0,3 7 0,-3-4 0,5 5 0,-1 4 0,0 2 0,-3 10 0,2-5 0,-2 12 0,5-6 0,1 8 0,-5-1 0,3-6 0,-9 5 0,7-12 0,-7 5 0,3-7 0,-4 1 0,0 3 0,0-3 0,0 4 0,0-5 0,0 0 0,0 1 0,-4-5 0,3 3 0,-7-7 0,7 7 0,-8-7 0,8 8 0,-7-8 0,3 7 0,-9-7 0,4 3 0,-4-4 0,5 0 0,-1 0 0,1 0 0,-1 0 0,-17 0 0,13 0 0,-19 0 0,21-4 0,-4 3 0,7-3 0,4 0 0,-4 3 0,8-8 0,-7 4 0,7-4 0,-3-1 0,4 1 0,0-7 0,4 5 0,-3-12 0,8 5 0,-7-7 0,10-9 0,-5 7 0,1-7 0,-2 20 0,-6 3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1.17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24575,'9'0'0,"7"0"0,2 0 0,-1 0 0,6 0 0,-5 0 0,0 0 0,-2 0 0,-7 0 0,0 0 0,1 0 0,-1 0 0,0 0 0,1 0 0,-1 0 0,-4 0 0,-1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1.69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 24575,'9'0'0,"7"0"0,-5 0 0,12 0 0,-12 0 0,21 0 0,-18 0 0,15 0 0,-18 0 0,2 0 0,-8 0 0,-1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2.60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1 129 24575,'20'-5'0,"8"-3"0,25-16 0,8 5 0,-10-5 0,17 7 0,-28 2 0,18 5 0,-29 4 0,4 6 0,-23 0 0,2 4 0,-7 1 0,-5 20 0,0 5 0,0 6 0,0 8 0,-6-17 0,5 7 0,-5-10 0,6 1 0,-5-1 0,3-6 0,-3 5 0,5-12 0,0 5 0,0-7 0,0 1 0,0-1 0,-4-4 0,3 3 0,-3-2 0,4 3 0,0 0 0,0-4 0,0-1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3.17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87 24575,'4'-5'0,"1"-3"0,11 7 0,2-3 0,7-2 0,9-2 0,-3-5 0,-3 1 0,-8 5 0,-10-1 0,-1 7 0,0-3 0,1 4 0,-1 0 0,-4-4 0,3 3 0,-3-4 0,1 5 0,-2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3.9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 1 24575,'0'7'0,"-4"-4"0,3 15 0,-3-9 0,4 0 0,0 0 0,0 1 0,0-1 0,0 0 0,4 1 0,-3 6 0,7-5 0,-3 5 0,4-7 0,1 0 0,-1 1 0,0-1 0,1 0 0,-1 1 0,-4-1 0,3 0 0,-1 7 0,-2 2 0,5 0 0,-4 5 0,0-12 0,3 5 0,-8-7 0,4 0 0,-5 1 0,0-1 0,0 0 0,0 0 0,0 7 0,-5-5 0,4 6 0,-7-8 0,3 0 0,-5-4 0,-6 10 0,5-12 0,-5 8 0,6-11 0,1 0 0,0 0 0,-1 0 0,1 0 0,-1 0 0,5 0 0,1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4.60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67 24575,'0'-10'0,"0"1"0,4 4 0,-3-4 0,7 8 0,-3-7 0,5 7 0,-1-3 0,0 4 0,0-5 0,7 4 0,2-3 0,0 4 0,-2-4 0,-7 3 0,1-3 0,-1 4 0,0 0 0,1 0 0,-1 0 0,0 0 0,-4 0 0,-1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5.31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255 1 24575,'-5'4'0,"-5"8"0,1 27 0,-18 28 0,6 10 0,1-25 0,0-1 0,2 4 0,-3-3 0,-1-1 0,5-7 0,-12 25 0,15-35 0,7-9 0,-2-12 0,8 2 0,-4-13 0,5 2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5.60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10 24575,'0'-5'0,"0"1"0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5.90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8191,'9'6'0,"-4"2"1265,4-7 1,-8 3 0,3-4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46.40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124 60 15514,'5'-4'0,"-1"-1"3873,0-1-3873,-3-2 1564,8 7-1564,-4-7 841,4 7-841,7-9 2783,2 9-2783,0-9 0,4 9 0,-4-3 0,0 4 0,-2 0 0,-7 0 0,1 0 0,-1 0 0,0 0 0,1 0 0,-5 4 0,3 1 0,-3 0 0,0 3 0,-1-2 0,-4 3 0,5 0 0,-4 1 0,3 6 0,-10 1 0,-2 17 0,-10-7 0,3 7 0,-2-16 0,11-2 0,2-7 0,4 1 0,-4-5 0,2 3 0,2-7 0,1 7 0,8-7 0,-4 8 0,4-8 0,7 14 0,-5-12 0,5 12 0,-6-10 0,-1 4 0,-4 0 0,3-4 0,-2 4 0,-1-4 0,-1 4 0,-4 0 0,0 1 0,0 6 0,0-5 0,0 5 0,0 0 0,0-5 0,-4 5 0,-2-7 0,1 1 0,-3-1 0,-4 7 0,1-5 0,-5 5 0,-10-4 0,12-2 0,-11 2 0,15-7 0,1-1 0,-7 2 0,-2-5 0,-28 4 0,16-5 0,-17 0 0,23 0 0,6 0 0,-5 0 0,12 0 0,-5 0 0,10 0 0,2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47.55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23 206 12739,'4'-5'0,"-3"-4"4661,7 4-4661,-7-4 2057,8-1-2057,-3-6 1145,0 5-1145,3-5 3973,-2 0-3973,3-2 0,1 0 0,0 2 0,-2 6 0,-4 1 0,4 4 0,-4-4 0,4 4 0,-4-4 0,4 3 0,-4 2 0,4 4 0,0 4 0,1 2 0,6 10 0,-5-5 0,5 5 0,-7-11 0,7 10 0,-9-8 0,8 9 0,-7 9 0,2-11 0,2 11 0,-7-9 0,3-5 0,-7 34 0,7-29 0,-6 29 0,2-14 0,-4-10 0,0 9 0,0-21 0,0 1 0,0-1 0,0 0 0,-5 0 0,4 1 0,-7-1 0,-1 4 0,-2-2 0,-2 2 0,3-4 0,-3 1 0,2-5 0,2 3 0,0-7 0,4 3 0,-4-4 0,-1 4 0,1-2 0,0 2 0,-1-4 0,1 0 0,-1 0 0,1 0 0,0-5 0,-1 4 0,1-3 0,-1 0 0,1-1 0,-2-11 0,-5 3 0,3-3 0,-4-2 0,7 7 0,-2-12 0,1 5 0,4 1 0,-2 0 0,8 8 0,-3 0 0,4-8 0,0 6 0,0-5 0,0 0 0,4 5 0,-3-5 0,3 6 0,-4 1 0,4-1 0,-3 1 0,3 4 0,-4 1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8.76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2824 24575,'0'10'0,"5"6"0,-3-5 0,10 21 0,-10-12 0,23 51 0,-10-1 0,-1-18 0,2 2 0,1 1 0,-3-3 0,0 18 0,8 8 0,2 2-1644,2 6 1644,-6-3 0,1 1 0,9 8 0,-12-16 0,-1-18 0,-2-12 0,-7-17 0,-1-3 0,-3-17 0,-3 0 1644,3 1-1644,-4-1 0,5 0 0,-4 1 0,16-26 0,0-5 0,15-26 0,2-5 0,-3 3-1234,6-10 0,14-20 0,4-7 1,-5 9 1233,-4 6 0,-2 4 0,5-9-859,-9 12 1,4-7 0,2-4 0,1-2 0,1 0 0,0 4 858,-1 2 0,2 1 0,-1 1 0,1 0 0,-1 0 0,-2 1-689,4-8 0,-3 2 0,0-1 1,2-1-1,3-2 689,2 0 0,3-3 0,3-1 0,0-1 0,1 1 0,-2 2-350,-3 4 1,2 0 0,-1 0-1,-1 2 1,-1 2 0,-2 4 349,8-14 0,-3 6 0,0 0 0,1 0 0,-5 11 0,2-3 0,0 1 0,-4 4 0,-6 7 0,10-16 0,-5 7 218,6-2 1,2-1-219,3-15 0,-4 8 2588,2 12-2588,-9-5 3904,-35 50-3904,-5 2 5088,-2 7-5088,-4-1 3518,4 5-3518,-8-3 22,7 3 0,-7-1 0,3 2 1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9:50.56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76 24575,'4'-10'0,"1"1"0,0 0 0,4-1 0,-4 1 0,4 4 0,-4-4 0,4 8 0,-4-3 0,0 0 0,3 3 0,-3-3 0,5 4 0,-1 0 0,0 0 0,1 0 0,-1 0 0,0 4 0,0-3 0,7 8 0,-5-7 0,6 7 0,-8-8 0,0 8 0,0-8 0,1 7 0,-1-7 0,-4 7 0,3-3 0,-2 5 0,-1-1 0,-1 0 0,1 7 0,-3-5 0,3 12 0,-5 4 0,0 10 0,-5-1 0,-4 8 0,-5-8 0,-1 10 0,0 0 0,1-10 0,-5-2 0,5-9 0,-4-1 0,7-6 0,0-2 0,6 0 0,-3-5 0,3 5 0,-1-7 0,-2 1 0,27-5 0,-14-1 0,28-4 0,-16-6 0,8 5 0,0-10 0,-1 10 0,1-5 0,-8 6 0,6-5 0,-12 3 0,5-3 0,-6 5 0,-1 0 0,0 0 0,0 0 0,1 0 0,-1 0 0,0 0 0,-3 4 0,2-3 0,-3 3 0,11-4 0,-5 0 0,5 0 0,-7 0 0,-3 4 0,2-3 0,-7 4 0,3-5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9:51.73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0 113 20918,'4'-5'0,"-3"-3"1738,7 3-1738,-2-5 619,-1 1-619,3-1 317,-3 1-317,5 0 983,-1-1-983,0 5 0,-4-3 0,4 7 0,-4-4 0,0 1 0,3 3 0,-3-3 0,5 4 0,-5-4 0,3 3 0,-3-3 0,4 4 0,1 0 0,-1 0 0,0 4 0,1-3 0,-1 3 0,-4 0 0,3-3 0,-2 7 0,-1-2 0,3-1 0,-7 3 0,9 4 0,-5-1 0,7 12 0,-7-6 0,6 8 0,-9 0 0,9-1 0,-10 1 0,10-1 0,-10-6 0,5 5 0,-6-12 0,0 5 0,0-7 0,0 7 0,0-5 0,0 12 0,-5-12 0,4 5 0,-3-7 0,0 1 0,3-1 0,-7-4 0,1 10 0,-3-12 0,-2 19 0,3-15 0,-2 9 0,1-11 0,1 3 0,0-7 0,-1 3 0,1-4 0,-1 0 0,1 0 0,-7 0 0,5-4 0,-5-1 0,6 0 0,1 1 0,-1-1 0,5 0 0,-3-4 0,3-1 0,-1 1 0,2 0 0,4-1 0,0 1 0,0-1 0,0 1 0,0 0 0,0-1 0,0 1 0,0-1 0,0 1 0,0-7 0,4 5 0,4-22 0,-2 20 0,6-20 0,-10 22 0,7-5 0,-8 7 0,3-1 0,0 1 0,-3-1 0,4 5 0,-5 1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9:53.10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18 110 24575,'5'-4'0,"4"3"0,-4-7 0,4 7 0,0-8 0,1 8 0,-1-3 0,0 0 0,1 3 0,-1-3 0,0 4 0,0 0 0,1 0 0,-5 4 0,3-3 0,-3 7 0,5-7 0,-1 7 0,0-2 0,1-1 0,-5 3 0,3-3 0,-2 11 0,5 2 0,0 4 0,-4-5 0,2 3 0,-7-2 0,7 0 0,-8-2 0,3-7 0,0 0 0,-2 17 0,2-13 0,-4 13 0,0-17 0,0 7 0,0-5 0,0 5 0,0 0 0,0-5 0,0 5 0,0-6 0,0-1 0,0 0 0,0 1 0,0-1 0,0 0 0,-5 0 0,4 1 0,-3-1 0,0 0 0,3 1 0,-7-5 0,7 3 0,-8-3 0,4 5 0,0-1 0,-4-4 0,4-1 0,-4-4 0,-1 0 0,1 0 0,-11 0 0,8 0 0,-9 0 0,12 0 0,-7 0 0,5 0 0,-6-4 0,8 3 0,0-7 0,-1 7 0,5-8 0,-3 4 0,2-4 0,1-8 0,-3 6 0,7-12 0,-3 5 0,-2-6 0,5-10 0,-5 7 0,6-7 0,0 9 0,0 0 0,0 1 0,0-1 0,0 0 0,0 1 0,0 6 0,0-5 0,0 12 0,0-12 0,0 12 0,0-5 0,0 6 0,0-6 0,0 5 0,0-12 0,0 12 0,4-5 0,-3 6 0,4 1 0,-5 4 0,0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09.31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264 1 24575,'-10'0'0,"1"0"0,0 0 0,-8 5 0,0 2 0,-1 0 0,1 2 0,1-2 0,5 2 0,-12 3 0,-4 7 0,5 1 0,-4 0 0,14 3 0,3-12 0,2 5 0,3-7 0,0 1 0,3-1 0,-3 0 0,4 1 0,0-1 0,0 0 0,0 1 0,4-5 0,1 3 0,4-7 0,0 7 0,1-3 0,6 6 0,2 0 0,6 1 0,1 0 0,-1-5 0,-6 3 0,-2-5 0,-7 0 0,1 3 0,-1-3 0,7 6 0,-5-5 0,1 3 0,-2 3 0,-5-1 0,6 5 0,-2-7 0,-4 1 0,5 6 0,-5-5 0,2 12 0,-3-12 0,1 11 0,-4-11 0,5 12 0,-6-8 0,0 3 0,0 2 0,0-9 0,-4 5 0,-1-7 0,-5 0 0,1 1 0,-1-1 0,1 0 0,-7 2 0,-12-6 0,1 6 0,-7-9 0,10 3 0,6-5 0,2 0 0,10 0 0,2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10.1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10 24575,'9'0'0,"4"0"0,-2 0 0,2 0 0,-4 0 0,1 0 0,-1 0 0,0 0 0,0 0 0,1 0 0,-5-4 0,3 3 0,-3-3 0,1 4 0,-2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11.53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0 152 24575,'10'0'0,"-5"-4"0,3-1 0,-3-5 0,5 1 0,-5-7 0,10 4 0,1-21 0,2 18 0,1-6 0,-10 12 0,1 8 0,6-9 0,-5 9 0,5-4 0,-7 5 0,0 0 0,1 0 0,-1 0 0,4 4 0,-2 1 0,2 4 0,-3-4 0,3 8 0,-3-7 0,4 7 0,-4 3 0,0-5 0,-4 12 0,4-5 0,-2 16 0,3-14 0,3 13 0,-3-16 0,2 17 0,-6-14 0,0 6 0,-3-17 0,-3 1 0,3-1 0,-4 0 0,0 0 0,0 1 0,0-1 0,0 0 0,0 1 0,0-1 0,0 0 0,0 1 0,-4-1 0,3 0 0,-9 7 0,5-5 0,-6 5 0,2-6 0,4-1 0,-4 0 0,4-4 0,-11 5 0,5-5 0,-5 6 0,10-2 0,-2-4 0,3 4 0,-5-8 0,1 3 0,0-4 0,3 4 0,-2-3 0,3 3 0,-5-4 0,-6 0 0,5 0 0,-5 0 0,0-5 0,5 3 0,-6-3 0,8 5 0,-7-6 0,5 1 0,-5-2 0,10-1 0,-2 7 0,7-7 0,-7 6 0,7-6 0,-4 3 0,5-4 0,0-1 0,0 1 0,0-1 0,0-6 0,0 5 0,0-5 0,0 6 0,4 1 0,-2-17 0,2 13 0,0-13 0,-3 10 0,3-2 0,-4 0 0,0-5 0,0 12 0,0-5 0,0 0 0,0 5 0,5-12 0,-3 12 0,3-5 0,-5 6 0,0 1 0,0-1 0,0 1 0,4 0 0,-3-1 0,3 5 0,-4 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24.55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135 28 24575,'10'0'0,"3"-4"0,-3-1 0,10 0 0,-9-3 0,12 6 0,-12-2 0,5 4 0,-6 0 0,-1 0 0,0 4 0,1-3 0,-5 8 0,3-8 0,-7 7 0,7-7 0,-7 7 0,8-3 0,-8 5 0,3-1 0,0 0 0,-3 7 0,3 2 0,-4 0 0,0 5 0,0-5 0,-5 6 0,-10 10 0,-5-7 0,-17 10 0,10-18 0,-7 7 0,9-12 0,7 2 0,2-9 0,7 1 0,14-2 0,-2 0 0,13 3 0,-6-3 0,-1 3 0,7 2 0,0 9 0,-2-7 0,-1 8 0,-8-12 0,5 0 0,-1 0 0,-4 8 0,3-6 0,-6 5 0,6-7 0,-7 7 0,7-5 0,-7 5 0,3-7 0,-4 1 0,0-1 0,0 0 0,0 1 0,-4-5 0,3 3 0,-7-3 0,2 0 0,1 4 0,-10-3 0,8-1 0,-9 5 0,7-9 0,-1 7 0,-6-7 0,5 4 0,-5-5 0,0 5 0,4-4 0,-4 5 0,7-6 0,-1 0 0,1 0 0,0 0 0,-1 0 0,1 0 0,-1 0 0,1 0 0,0 0 0,-1 0 0,1-4 0,-1-2 0,5-3 0,1 4 0,4 1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25.99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208 94 11251,'6'-4'0,"-2"-1"4950,-4-5-4950,0 1 2319,0-1-2319,0 1 1321,0 0-1321,0-1 4734,4 5-4734,-3-3 0,7 7 0,-7-8 0,8 8 0,-4-3 0,4 4 0,0 0 0,1 0 0,-1 0 0,7 5 0,-5-3 0,5 7 0,-7-8 0,1 8 0,-1-4 0,0 0 0,-4 3 0,8 2 0,-11 0 0,10 3 0,-7-3 0,5-1 0,-5 7 0,3-5 0,-3 5 0,0-7 0,5 7 0,-9-5 0,5 5 0,-6 1 0,0 0 0,0 1 0,0 5 0,0-5 0,0-1 0,0 0 0,-6-1 0,1-5 0,-7 11 0,2-11 0,-2 12 0,2-12 0,0 5 0,-7 0 0,0-3 0,-1 3 0,-5-4 0,12-2 0,-6 0 0,8-5 0,0-1 0,-1-4 0,1 0 0,-7 0 0,-2 0 0,-7 0 0,3 0 0,5-4 0,-3-2 0,2-11 0,-7 4 0,7-4 0,2 11 0,5-10 0,2 10 0,-2-11 0,6 8 0,-4 4 0,8-4 0,-3 4 0,4-4 0,0-1 0,0 1 0,0 0 0,0-1 0,0 1 0,4 4 0,-3-11 0,3 9 0,0-9 0,-3 0 0,8 5 0,-8-12 0,8 5 0,-2-6 0,0-1 0,2 7 0,-7 2 0,2 6 0,0 5 0,-3-3 0,7 3 0,-7-1 0,3 2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6.90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160 0 24575,'-9'9'0,"-10"17"0,6-6 0,-16 24 0,7-8 0,-2 10 0,3-10 0,9-9 0,5-4 0,3-12 0,4 5 0,4-6 0,1-1 0,5-4 0,6 5 0,-5-5 0,5 6 0,0-1 0,-5 0 0,12 2 0,-12-2 0,12 1 0,-6 0 0,1 0 0,-2-4 0,-11 1 0,4-7 0,-8 7 0,7-3 0,-3 5 0,0-1 0,-1 0 0,-4 1 0,0-1 0,0 0 0,0 1 0,0-1 0,0 0 0,-4 0 0,-1 1 0,0-1 0,-4-4 0,4 3 0,-4-7 0,-1 4 0,1-5 0,0 0 0,-1 0 0,1 0 0,-1 0 0,1 0 0,0 0 0,-1 0 0,5 0 0,1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7.64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9 24575,'4'-5'0,"1"1"0,4 4 0,1 0 0,10 0 0,-8 0 0,8 0 0,-11 0 0,1 0 0,-1 0 0,4 0 0,-2 0 0,2 0 0,-4 0 0,1 0 0,-5 0 0,-1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8.80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0 254 24575,'9'-4'0,"-3"-1"0,2-5 0,0-15 0,-3 11 0,13-18 0,-10 14 0,20-11 0,-8 4 0,8-4 0,-10 11 0,-2 2 0,0 10 0,-5-2 0,5 3 0,-6 0 0,-1 0 0,0 5 0,-4 5 0,4 0 0,-4 4 0,11 7 0,-5-5 0,5 5 0,0 0 0,-4 2 0,5 0 0,-5 5 0,-7-12 0,5 5 0,-4 0 0,5 2 0,-4 16 0,-2-14 0,-5 21 0,0-20 0,0 6 0,0-4 0,0-6 0,0 1 0,0 5 0,0-12 0,0 5 0,0-7 0,-4-3 0,3 2 0,-7-3 0,7 4 0,-8 1 0,4-1 0,-4 0 0,-1 0 0,1-3 0,0 2 0,-8-2 0,6 0 0,-12-1 0,5 1 0,1-5 0,0 5 0,8-6 0,0 0 0,-8 0 0,6 0 0,-5 0 0,7 0 0,-1 0 0,1 0 0,0 0 0,-1 0 0,1 0 0,-1-5 0,1 4 0,0-7 0,-2-4 0,-6-6 0,4-7 0,-5-20 0,11 16 0,1-16 0,6 20 0,0 0 0,0 1 0,0 6 0,0-5 0,0 7 0,0-1 0,0 4 0,0 7 0,0 2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9.76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5175 24575,'11'24'0,"7"25"0,3 1 0,3-13 0,6 28 0,-3 3 0,-10-19 0,17 27 0,-14-6 0,6-36 0,-8 20 0,0-33 0,-6 7 0,-5-12 0,1-7 0,-3-4 0,5-5 0,0-12 0,44-68 0,-20 22 0,4-8 0,12-11 0,8-8 0,-6 4-2729,-7 2 0,5-6 2729,-9 21 0,9-8 0,5-8 0,2-2 0,-1 1 0,-5 3-974,1-3 0,-5 3 1,1-1-1,3-4 1,5-5 973,-12 22 0,3-3 0,3-3 0,2-3 0,2-1 0,0-1 0,1 0 0,-1-1 0,0 1 0,-2 2-337,0-1 1,-1 0 0,1 0-1,-1 0 1,0-1 0,1 1-1,-1 0 1,-1 0 0,1 1-1,-1 1 337,3-3 0,-1 0 0,1 1 0,-1 0 0,-1 1 0,1 0 0,0 0 0,0 1 0,0-1-282,6-8 1,2-1 0,1-1 0,-1 2 0,0 0 0,-3 4 0,-4 2 0,-3 6 281,2-6 0,-6 6 0,-2 3 0,0 0 0,2-2-57,9-9 0,3-2 1,0 0-1,-3 4 1,-7 5 56,-2-4 0,-7 6 0,3-2 323,12-11 0,2-1 0,-6 5-323,-6-6 0,-6 11 1294,-7 23 1,-4 9-1295,-5 3 0,-15 27 0,-3 8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10.72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2693 12063,'0'5'0,"4"-2"4792,19 74-4792,-4-9 0,11 19 0,-15-36 0,-1-4 2180,3-4-2180,12 42 0,-13-36 0,10 21 0,-10-31 1226,6 1-1226,-16-24 4303,2-11-4303,-2-1 11,-1-8-11,10-3 0,16-36 0,15-20-2586,-6 6 0,4-8 2586,-3 10 0,3-2 0,1-1 0,8-10 0,1-1 0,0 2-586,-6 11 1,1 2 0,4-4 585,5-9 0,5-6 0,2-1 0,0 3-1123,-5 7 1,-1 4 0,3-2 0,4-5 1122,-5 6 0,3-3 0,3-3 0,2-1 0,0-1 0,0 0-429,-7 8 0,0-2 0,1-1 0,1 1 1,-1 0-1,0 2 0,1 1 429,6-3 0,0 2 0,1 1 0,-1 1 0,-1 0 0,-2-1-69,8-9 1,0-2-1,-2 1 1,-2 3 0,-3 6 68,1 3 0,-1 5 0,-4 3 0,-7 4 171,11-15 1,-8 6-172,2 5 0,-11 8 3003,-26 13-3003,21-13 4490,-29 24-4490,-11 2 0,-2 11 0,-4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11.63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4955 8363,'0'18'0,"0"-2"5081,0-7-5081,0 0 2793,4-3-2793,1 13 1695,4-11-1695,2 19 6643,-1-16-6643,-4 5 0,2-11 0,-7 3 0,12 1 0,-7-2 0,7 1 0,-3-8 0,15-7 0,13-24 0,5-12 0,5 4 0,3-7-2022,5-10 1,4-10-1,1-4 2022,-9 6 0,1-6 0,2-1 0,1-1-955,-3 9 0,1 1 0,1-2 0,2-2 0,-1-2 955,-3 1 0,0-3 0,1-2 0,0 0 0,1 0 0,0 1-533,0 3 1,1 2 0,0 0 0,1-1 0,1-2 0,2-4 532,-3 2 0,3-3 0,2-4 0,1-1 0,-1 0 0,-1 1 0,-3 4 0,-4 4-428,8-9 1,-5 6 0,-2 2 0,1-2 0,6-7 427,-9 10 0,3-4 0,3-4 0,1-1 0,1-2 0,-1 2 0,0 1 0,-3 4-31,1 1 0,0 1 1,-1 2-1,-1 1 0,0 0 1,-1 1-1,0 0 31,4-6 0,-1 0 0,0 1 0,-1 1 0,1-1 0,1 0 151,-4 5 1,2-3-1,2 0 1,-1 1-1,-3 2 1,-3 6-1,-6 6-151,15-16 0,-9 9 0,-5 6 0,-4-2 0,-7 9 0,-3 7 0,-28 38 0,-1 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75AC5-E448-5E04-3A31-7F1BA19493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B61AE6-14F7-89D7-D007-C8CA3EDED0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51096-BDDE-2A21-45A5-2187B5394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CB1C1-0FA9-F94E-C793-837B0C8E6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109CDD-C602-947E-9D2A-61F87F0FC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03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DBC31-0F53-CE1B-296E-1EBC5F890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CFC7C-FB4D-13A0-7646-59B7B5EDE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BB9AC-2001-FCB1-7ED4-6D073F8BC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E21DD3-9FED-8B09-5C0A-5A959F120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E3506A-DC3A-C545-F453-357351CD6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5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E51B7-3520-F123-204F-2D746C335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0B1364-47FF-7ACB-7950-094F42E928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81CEAA-5787-6A11-856F-ED3130384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33F7-E9C1-A6F8-D116-BB8CBFB3A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9BF04-0D76-1C02-4A1A-C33060D3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10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7D516-025F-F14F-E668-C4A64A0B5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BD2AB-5D8F-6077-C6DA-C205FB7F5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9BFEBD-D5B6-2738-C74A-650E1F53A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AF0282-DB7A-B0FF-B0BB-B8A5A9E83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5397F-33DE-F514-007A-0DFA18776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9DE63-1EB6-55D1-7691-1D67849DE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49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048D-2FA6-1BAC-9A7A-5F5EB084D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39D099-0B0F-E02B-B47C-D5BF0B079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8A289C-7CC8-4F1B-647D-5FF642025B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EDB5E2-62BB-C325-48F3-E610EA7C5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3739F1-90F8-5743-C2D1-9C0ACE81CA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3D33F7-877A-9B7C-6629-885EE69C0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114864-42F3-1F35-3AFE-0F8EE30F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A5482F-9F36-1CA8-02B5-74E76F412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925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AD86E-2C5E-84C3-E5AA-B78FE28C2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79713E-A3CC-533C-22F9-AE02E6708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9ABECE-263A-F720-396B-56A870493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158DEB-B8C4-5E99-C161-1AA9E7E3B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361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0DA27C-9C25-5C8B-EE03-F2DF3C0D6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4065C8-9797-4C38-8946-DB293E7B4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C4974-0B0E-AF1C-467C-628B1D45A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241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51C72-61F8-C5DB-A55E-47A98730F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8C416-A5D8-17F2-CAA0-0E820C689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A6860-176C-B19E-637A-D756C705AD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ECE6FF-B7FE-F094-533F-051A39589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D7C1EF-1E57-DE2C-1506-2A06E8B3A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6C384-54EB-D795-D999-F6132B53E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918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8BBC9-0C5E-0318-7F81-918FF5AD0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75A17-D479-7ED6-98BC-7D16A73259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92B4E0-FAC9-1BAE-9667-0EB1706DE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DB64F6-7C71-B4FE-F741-5E7B986DA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F4E53-F668-6FE1-276A-ABA5A89D8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61F39F-3E37-2F10-173A-15947DFE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90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12A3B-0202-1BC9-815A-C27C8FC40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F9E78A-7E39-D987-A6D7-8F3678B738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B3CB6-0FE7-7BA3-D165-D693C1010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0336B2-7162-5A11-49D6-C602CEE84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FAC41-BD3A-04D9-4C69-430E73B8E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6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ECE9FF-2800-22F0-4EF3-506080A14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723B84-EC5B-3F4B-6CDB-0C69EE21F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081B-2C22-032E-E30D-3308C0ADA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0812F-DB16-61C6-4AAB-DCA1E89FD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D2523B-15FF-CB21-553A-C87F472F9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473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191DB5-48C8-4731-518C-D26F4B949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5685B-509C-7B1D-2581-16B53D9F22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2DAF7D-5432-C0C3-CB04-5881AE95ED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BB3E1E-2B9D-5644-8AD8-A086560F1486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69C9CC-C902-26A1-0688-763B42CDA4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D807E-6099-ADE1-445A-2F8646F4CC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8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13" Type="http://schemas.openxmlformats.org/officeDocument/2006/relationships/image" Target="../media/image33.png"/><Relationship Id="rId3" Type="http://schemas.openxmlformats.org/officeDocument/2006/relationships/image" Target="../media/image2810.png"/><Relationship Id="rId7" Type="http://schemas.openxmlformats.org/officeDocument/2006/relationships/image" Target="../media/image30.png"/><Relationship Id="rId12" Type="http://schemas.openxmlformats.org/officeDocument/2006/relationships/customXml" Target="../ink/ink7.xml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11" Type="http://schemas.openxmlformats.org/officeDocument/2006/relationships/image" Target="../media/image32.png"/><Relationship Id="rId5" Type="http://schemas.openxmlformats.org/officeDocument/2006/relationships/image" Target="../media/image29.png"/><Relationship Id="rId15" Type="http://schemas.openxmlformats.org/officeDocument/2006/relationships/image" Target="../media/image34.png"/><Relationship Id="rId10" Type="http://schemas.openxmlformats.org/officeDocument/2006/relationships/customXml" Target="../ink/ink6.xml"/><Relationship Id="rId4" Type="http://schemas.openxmlformats.org/officeDocument/2006/relationships/customXml" Target="../ink/ink3.xml"/><Relationship Id="rId9" Type="http://schemas.openxmlformats.org/officeDocument/2006/relationships/image" Target="../media/image31.png"/><Relationship Id="rId14" Type="http://schemas.openxmlformats.org/officeDocument/2006/relationships/customXml" Target="../ink/ink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3" Type="http://schemas.openxmlformats.org/officeDocument/2006/relationships/image" Target="../media/image35.png"/><Relationship Id="rId7" Type="http://schemas.openxmlformats.org/officeDocument/2006/relationships/image" Target="../media/image37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5" Type="http://schemas.openxmlformats.org/officeDocument/2006/relationships/image" Target="../media/image36.png"/><Relationship Id="rId4" Type="http://schemas.openxmlformats.org/officeDocument/2006/relationships/customXml" Target="../ink/ink10.xml"/><Relationship Id="rId9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1.xml"/><Relationship Id="rId21" Type="http://schemas.openxmlformats.org/officeDocument/2006/relationships/customXml" Target="../ink/ink23.xml"/><Relationship Id="rId42" Type="http://schemas.openxmlformats.org/officeDocument/2006/relationships/image" Target="../media/image58.png"/><Relationship Id="rId63" Type="http://schemas.openxmlformats.org/officeDocument/2006/relationships/customXml" Target="../ink/ink44.xml"/><Relationship Id="rId84" Type="http://schemas.openxmlformats.org/officeDocument/2006/relationships/image" Target="../media/image79.png"/><Relationship Id="rId138" Type="http://schemas.openxmlformats.org/officeDocument/2006/relationships/image" Target="../media/image106.png"/><Relationship Id="rId159" Type="http://schemas.openxmlformats.org/officeDocument/2006/relationships/customXml" Target="../ink/ink92.xml"/><Relationship Id="rId170" Type="http://schemas.openxmlformats.org/officeDocument/2006/relationships/image" Target="../media/image122.png"/><Relationship Id="rId191" Type="http://schemas.openxmlformats.org/officeDocument/2006/relationships/customXml" Target="../ink/ink108.xml"/><Relationship Id="rId205" Type="http://schemas.openxmlformats.org/officeDocument/2006/relationships/customXml" Target="../ink/ink115.xml"/><Relationship Id="rId226" Type="http://schemas.openxmlformats.org/officeDocument/2006/relationships/image" Target="../media/image150.png"/><Relationship Id="rId107" Type="http://schemas.openxmlformats.org/officeDocument/2006/relationships/customXml" Target="../ink/ink66.xml"/><Relationship Id="rId11" Type="http://schemas.openxmlformats.org/officeDocument/2006/relationships/customXml" Target="../ink/ink18.xml"/><Relationship Id="rId32" Type="http://schemas.openxmlformats.org/officeDocument/2006/relationships/image" Target="../media/image53.png"/><Relationship Id="rId53" Type="http://schemas.openxmlformats.org/officeDocument/2006/relationships/customXml" Target="../ink/ink39.xml"/><Relationship Id="rId74" Type="http://schemas.openxmlformats.org/officeDocument/2006/relationships/image" Target="../media/image74.png"/><Relationship Id="rId128" Type="http://schemas.openxmlformats.org/officeDocument/2006/relationships/image" Target="../media/image101.png"/><Relationship Id="rId149" Type="http://schemas.openxmlformats.org/officeDocument/2006/relationships/customXml" Target="../ink/ink87.xml"/><Relationship Id="rId5" Type="http://schemas.openxmlformats.org/officeDocument/2006/relationships/image" Target="../media/image40.png"/><Relationship Id="rId95" Type="http://schemas.openxmlformats.org/officeDocument/2006/relationships/customXml" Target="../ink/ink60.xml"/><Relationship Id="rId160" Type="http://schemas.openxmlformats.org/officeDocument/2006/relationships/image" Target="../media/image117.png"/><Relationship Id="rId181" Type="http://schemas.openxmlformats.org/officeDocument/2006/relationships/customXml" Target="../ink/ink103.xml"/><Relationship Id="rId216" Type="http://schemas.openxmlformats.org/officeDocument/2006/relationships/image" Target="../media/image145.png"/><Relationship Id="rId22" Type="http://schemas.openxmlformats.org/officeDocument/2006/relationships/image" Target="../media/image48.png"/><Relationship Id="rId43" Type="http://schemas.openxmlformats.org/officeDocument/2006/relationships/customXml" Target="../ink/ink34.xml"/><Relationship Id="rId64" Type="http://schemas.openxmlformats.org/officeDocument/2006/relationships/image" Target="../media/image69.png"/><Relationship Id="rId118" Type="http://schemas.openxmlformats.org/officeDocument/2006/relationships/image" Target="../media/image96.png"/><Relationship Id="rId139" Type="http://schemas.openxmlformats.org/officeDocument/2006/relationships/customXml" Target="../ink/ink82.xml"/><Relationship Id="rId85" Type="http://schemas.openxmlformats.org/officeDocument/2006/relationships/customXml" Target="../ink/ink55.xml"/><Relationship Id="rId150" Type="http://schemas.openxmlformats.org/officeDocument/2006/relationships/image" Target="../media/image112.png"/><Relationship Id="rId171" Type="http://schemas.openxmlformats.org/officeDocument/2006/relationships/customXml" Target="../ink/ink98.xml"/><Relationship Id="rId192" Type="http://schemas.openxmlformats.org/officeDocument/2006/relationships/image" Target="../media/image133.png"/><Relationship Id="rId206" Type="http://schemas.openxmlformats.org/officeDocument/2006/relationships/image" Target="../media/image140.png"/><Relationship Id="rId227" Type="http://schemas.openxmlformats.org/officeDocument/2006/relationships/customXml" Target="../ink/ink126.xml"/><Relationship Id="rId12" Type="http://schemas.openxmlformats.org/officeDocument/2006/relationships/image" Target="../media/image43.png"/><Relationship Id="rId33" Type="http://schemas.openxmlformats.org/officeDocument/2006/relationships/customXml" Target="../ink/ink29.xml"/><Relationship Id="rId108" Type="http://schemas.openxmlformats.org/officeDocument/2006/relationships/image" Target="../media/image91.png"/><Relationship Id="rId129" Type="http://schemas.openxmlformats.org/officeDocument/2006/relationships/customXml" Target="../ink/ink77.xml"/><Relationship Id="rId54" Type="http://schemas.openxmlformats.org/officeDocument/2006/relationships/image" Target="../media/image64.png"/><Relationship Id="rId75" Type="http://schemas.openxmlformats.org/officeDocument/2006/relationships/customXml" Target="../ink/ink50.xml"/><Relationship Id="rId96" Type="http://schemas.openxmlformats.org/officeDocument/2006/relationships/image" Target="../media/image85.png"/><Relationship Id="rId140" Type="http://schemas.openxmlformats.org/officeDocument/2006/relationships/image" Target="../media/image107.png"/><Relationship Id="rId161" Type="http://schemas.openxmlformats.org/officeDocument/2006/relationships/customXml" Target="../ink/ink93.xml"/><Relationship Id="rId182" Type="http://schemas.openxmlformats.org/officeDocument/2006/relationships/image" Target="../media/image128.png"/><Relationship Id="rId217" Type="http://schemas.openxmlformats.org/officeDocument/2006/relationships/customXml" Target="../ink/ink121.xml"/><Relationship Id="rId6" Type="http://schemas.openxmlformats.org/officeDocument/2006/relationships/customXml" Target="../ink/ink15.xml"/><Relationship Id="rId23" Type="http://schemas.openxmlformats.org/officeDocument/2006/relationships/customXml" Target="../ink/ink24.xml"/><Relationship Id="rId119" Type="http://schemas.openxmlformats.org/officeDocument/2006/relationships/customXml" Target="../ink/ink72.xml"/><Relationship Id="rId44" Type="http://schemas.openxmlformats.org/officeDocument/2006/relationships/image" Target="../media/image59.png"/><Relationship Id="rId65" Type="http://schemas.openxmlformats.org/officeDocument/2006/relationships/customXml" Target="../ink/ink45.xml"/><Relationship Id="rId86" Type="http://schemas.openxmlformats.org/officeDocument/2006/relationships/image" Target="../media/image80.png"/><Relationship Id="rId130" Type="http://schemas.openxmlformats.org/officeDocument/2006/relationships/image" Target="../media/image102.png"/><Relationship Id="rId151" Type="http://schemas.openxmlformats.org/officeDocument/2006/relationships/customXml" Target="../ink/ink88.xml"/><Relationship Id="rId172" Type="http://schemas.openxmlformats.org/officeDocument/2006/relationships/image" Target="../media/image123.png"/><Relationship Id="rId193" Type="http://schemas.openxmlformats.org/officeDocument/2006/relationships/customXml" Target="../ink/ink109.xml"/><Relationship Id="rId207" Type="http://schemas.openxmlformats.org/officeDocument/2006/relationships/customXml" Target="../ink/ink116.xml"/><Relationship Id="rId228" Type="http://schemas.openxmlformats.org/officeDocument/2006/relationships/image" Target="../media/image151.png"/><Relationship Id="rId13" Type="http://schemas.openxmlformats.org/officeDocument/2006/relationships/customXml" Target="../ink/ink19.xml"/><Relationship Id="rId109" Type="http://schemas.openxmlformats.org/officeDocument/2006/relationships/customXml" Target="../ink/ink67.xml"/><Relationship Id="rId34" Type="http://schemas.openxmlformats.org/officeDocument/2006/relationships/image" Target="../media/image54.png"/><Relationship Id="rId55" Type="http://schemas.openxmlformats.org/officeDocument/2006/relationships/customXml" Target="../ink/ink40.xml"/><Relationship Id="rId76" Type="http://schemas.openxmlformats.org/officeDocument/2006/relationships/image" Target="../media/image75.png"/><Relationship Id="rId97" Type="http://schemas.openxmlformats.org/officeDocument/2006/relationships/customXml" Target="../ink/ink61.xml"/><Relationship Id="rId120" Type="http://schemas.openxmlformats.org/officeDocument/2006/relationships/image" Target="../media/image97.png"/><Relationship Id="rId141" Type="http://schemas.openxmlformats.org/officeDocument/2006/relationships/customXml" Target="../ink/ink83.xml"/><Relationship Id="rId7" Type="http://schemas.openxmlformats.org/officeDocument/2006/relationships/image" Target="../media/image41.png"/><Relationship Id="rId162" Type="http://schemas.openxmlformats.org/officeDocument/2006/relationships/image" Target="../media/image118.png"/><Relationship Id="rId183" Type="http://schemas.openxmlformats.org/officeDocument/2006/relationships/customXml" Target="../ink/ink104.xml"/><Relationship Id="rId218" Type="http://schemas.openxmlformats.org/officeDocument/2006/relationships/image" Target="../media/image146.png"/><Relationship Id="rId24" Type="http://schemas.openxmlformats.org/officeDocument/2006/relationships/image" Target="../media/image49.png"/><Relationship Id="rId45" Type="http://schemas.openxmlformats.org/officeDocument/2006/relationships/customXml" Target="../ink/ink35.xml"/><Relationship Id="rId66" Type="http://schemas.openxmlformats.org/officeDocument/2006/relationships/image" Target="../media/image70.png"/><Relationship Id="rId87" Type="http://schemas.openxmlformats.org/officeDocument/2006/relationships/customXml" Target="../ink/ink56.xml"/><Relationship Id="rId110" Type="http://schemas.openxmlformats.org/officeDocument/2006/relationships/image" Target="../media/image92.png"/><Relationship Id="rId131" Type="http://schemas.openxmlformats.org/officeDocument/2006/relationships/customXml" Target="../ink/ink78.xml"/><Relationship Id="rId152" Type="http://schemas.openxmlformats.org/officeDocument/2006/relationships/image" Target="../media/image113.png"/><Relationship Id="rId173" Type="http://schemas.openxmlformats.org/officeDocument/2006/relationships/customXml" Target="../ink/ink99.xml"/><Relationship Id="rId194" Type="http://schemas.openxmlformats.org/officeDocument/2006/relationships/image" Target="../media/image134.png"/><Relationship Id="rId208" Type="http://schemas.openxmlformats.org/officeDocument/2006/relationships/image" Target="../media/image141.png"/><Relationship Id="rId229" Type="http://schemas.openxmlformats.org/officeDocument/2006/relationships/customXml" Target="../ink/ink127.xml"/><Relationship Id="rId14" Type="http://schemas.openxmlformats.org/officeDocument/2006/relationships/image" Target="../media/image44.png"/><Relationship Id="rId35" Type="http://schemas.openxmlformats.org/officeDocument/2006/relationships/customXml" Target="../ink/ink30.xml"/><Relationship Id="rId56" Type="http://schemas.openxmlformats.org/officeDocument/2006/relationships/image" Target="../media/image65.png"/><Relationship Id="rId77" Type="http://schemas.openxmlformats.org/officeDocument/2006/relationships/customXml" Target="../ink/ink51.xml"/><Relationship Id="rId100" Type="http://schemas.openxmlformats.org/officeDocument/2006/relationships/image" Target="../media/image87.png"/><Relationship Id="rId8" Type="http://schemas.openxmlformats.org/officeDocument/2006/relationships/customXml" Target="../ink/ink16.xml"/><Relationship Id="rId98" Type="http://schemas.openxmlformats.org/officeDocument/2006/relationships/image" Target="../media/image86.png"/><Relationship Id="rId121" Type="http://schemas.openxmlformats.org/officeDocument/2006/relationships/customXml" Target="../ink/ink73.xml"/><Relationship Id="rId142" Type="http://schemas.openxmlformats.org/officeDocument/2006/relationships/image" Target="../media/image108.png"/><Relationship Id="rId163" Type="http://schemas.openxmlformats.org/officeDocument/2006/relationships/customXml" Target="../ink/ink94.xml"/><Relationship Id="rId184" Type="http://schemas.openxmlformats.org/officeDocument/2006/relationships/image" Target="../media/image129.png"/><Relationship Id="rId219" Type="http://schemas.openxmlformats.org/officeDocument/2006/relationships/customXml" Target="../ink/ink122.xml"/><Relationship Id="rId230" Type="http://schemas.openxmlformats.org/officeDocument/2006/relationships/image" Target="../media/image152.png"/><Relationship Id="rId25" Type="http://schemas.openxmlformats.org/officeDocument/2006/relationships/customXml" Target="../ink/ink25.xml"/><Relationship Id="rId46" Type="http://schemas.openxmlformats.org/officeDocument/2006/relationships/image" Target="../media/image60.png"/><Relationship Id="rId67" Type="http://schemas.openxmlformats.org/officeDocument/2006/relationships/customXml" Target="../ink/ink46.xml"/><Relationship Id="rId116" Type="http://schemas.openxmlformats.org/officeDocument/2006/relationships/image" Target="../media/image95.png"/><Relationship Id="rId137" Type="http://schemas.openxmlformats.org/officeDocument/2006/relationships/customXml" Target="../ink/ink81.xml"/><Relationship Id="rId158" Type="http://schemas.openxmlformats.org/officeDocument/2006/relationships/image" Target="../media/image116.png"/><Relationship Id="rId20" Type="http://schemas.openxmlformats.org/officeDocument/2006/relationships/image" Target="../media/image47.png"/><Relationship Id="rId41" Type="http://schemas.openxmlformats.org/officeDocument/2006/relationships/customXml" Target="../ink/ink33.xml"/><Relationship Id="rId62" Type="http://schemas.openxmlformats.org/officeDocument/2006/relationships/image" Target="../media/image68.png"/><Relationship Id="rId83" Type="http://schemas.openxmlformats.org/officeDocument/2006/relationships/customXml" Target="../ink/ink54.xml"/><Relationship Id="rId88" Type="http://schemas.openxmlformats.org/officeDocument/2006/relationships/image" Target="../media/image81.png"/><Relationship Id="rId111" Type="http://schemas.openxmlformats.org/officeDocument/2006/relationships/customXml" Target="../ink/ink68.xml"/><Relationship Id="rId132" Type="http://schemas.openxmlformats.org/officeDocument/2006/relationships/image" Target="../media/image103.png"/><Relationship Id="rId153" Type="http://schemas.openxmlformats.org/officeDocument/2006/relationships/customXml" Target="../ink/ink89.xml"/><Relationship Id="rId174" Type="http://schemas.openxmlformats.org/officeDocument/2006/relationships/image" Target="../media/image124.png"/><Relationship Id="rId179" Type="http://schemas.openxmlformats.org/officeDocument/2006/relationships/customXml" Target="../ink/ink102.xml"/><Relationship Id="rId195" Type="http://schemas.openxmlformats.org/officeDocument/2006/relationships/customXml" Target="../ink/ink110.xml"/><Relationship Id="rId209" Type="http://schemas.openxmlformats.org/officeDocument/2006/relationships/customXml" Target="../ink/ink117.xml"/><Relationship Id="rId190" Type="http://schemas.openxmlformats.org/officeDocument/2006/relationships/image" Target="../media/image132.png"/><Relationship Id="rId204" Type="http://schemas.openxmlformats.org/officeDocument/2006/relationships/image" Target="../media/image139.png"/><Relationship Id="rId220" Type="http://schemas.openxmlformats.org/officeDocument/2006/relationships/image" Target="../media/image147.png"/><Relationship Id="rId225" Type="http://schemas.openxmlformats.org/officeDocument/2006/relationships/customXml" Target="../ink/ink125.xml"/><Relationship Id="rId15" Type="http://schemas.openxmlformats.org/officeDocument/2006/relationships/customXml" Target="../ink/ink20.xml"/><Relationship Id="rId36" Type="http://schemas.openxmlformats.org/officeDocument/2006/relationships/image" Target="../media/image55.png"/><Relationship Id="rId57" Type="http://schemas.openxmlformats.org/officeDocument/2006/relationships/customXml" Target="../ink/ink41.xml"/><Relationship Id="rId106" Type="http://schemas.openxmlformats.org/officeDocument/2006/relationships/image" Target="../media/image90.png"/><Relationship Id="rId127" Type="http://schemas.openxmlformats.org/officeDocument/2006/relationships/customXml" Target="../ink/ink76.xml"/><Relationship Id="rId10" Type="http://schemas.openxmlformats.org/officeDocument/2006/relationships/customXml" Target="../ink/ink17.xml"/><Relationship Id="rId31" Type="http://schemas.openxmlformats.org/officeDocument/2006/relationships/customXml" Target="../ink/ink28.xml"/><Relationship Id="rId52" Type="http://schemas.openxmlformats.org/officeDocument/2006/relationships/image" Target="../media/image63.png"/><Relationship Id="rId73" Type="http://schemas.openxmlformats.org/officeDocument/2006/relationships/customXml" Target="../ink/ink49.xml"/><Relationship Id="rId78" Type="http://schemas.openxmlformats.org/officeDocument/2006/relationships/image" Target="../media/image76.png"/><Relationship Id="rId94" Type="http://schemas.openxmlformats.org/officeDocument/2006/relationships/image" Target="../media/image84.png"/><Relationship Id="rId99" Type="http://schemas.openxmlformats.org/officeDocument/2006/relationships/customXml" Target="../ink/ink62.xml"/><Relationship Id="rId101" Type="http://schemas.openxmlformats.org/officeDocument/2006/relationships/customXml" Target="../ink/ink63.xml"/><Relationship Id="rId122" Type="http://schemas.openxmlformats.org/officeDocument/2006/relationships/image" Target="../media/image98.png"/><Relationship Id="rId143" Type="http://schemas.openxmlformats.org/officeDocument/2006/relationships/customXml" Target="../ink/ink84.xml"/><Relationship Id="rId148" Type="http://schemas.openxmlformats.org/officeDocument/2006/relationships/image" Target="../media/image111.png"/><Relationship Id="rId164" Type="http://schemas.openxmlformats.org/officeDocument/2006/relationships/image" Target="../media/image119.png"/><Relationship Id="rId169" Type="http://schemas.openxmlformats.org/officeDocument/2006/relationships/customXml" Target="../ink/ink97.xml"/><Relationship Id="rId185" Type="http://schemas.openxmlformats.org/officeDocument/2006/relationships/customXml" Target="../ink/ink105.xml"/><Relationship Id="rId4" Type="http://schemas.openxmlformats.org/officeDocument/2006/relationships/customXml" Target="../ink/ink14.xml"/><Relationship Id="rId9" Type="http://schemas.openxmlformats.org/officeDocument/2006/relationships/image" Target="../media/image42.png"/><Relationship Id="rId180" Type="http://schemas.openxmlformats.org/officeDocument/2006/relationships/image" Target="../media/image127.png"/><Relationship Id="rId210" Type="http://schemas.openxmlformats.org/officeDocument/2006/relationships/image" Target="../media/image142.png"/><Relationship Id="rId215" Type="http://schemas.openxmlformats.org/officeDocument/2006/relationships/customXml" Target="../ink/ink120.xml"/><Relationship Id="rId26" Type="http://schemas.openxmlformats.org/officeDocument/2006/relationships/image" Target="../media/image50.png"/><Relationship Id="rId47" Type="http://schemas.openxmlformats.org/officeDocument/2006/relationships/customXml" Target="../ink/ink36.xml"/><Relationship Id="rId68" Type="http://schemas.openxmlformats.org/officeDocument/2006/relationships/image" Target="../media/image71.png"/><Relationship Id="rId89" Type="http://schemas.openxmlformats.org/officeDocument/2006/relationships/customXml" Target="../ink/ink57.xml"/><Relationship Id="rId112" Type="http://schemas.openxmlformats.org/officeDocument/2006/relationships/image" Target="../media/image93.png"/><Relationship Id="rId133" Type="http://schemas.openxmlformats.org/officeDocument/2006/relationships/customXml" Target="../ink/ink79.xml"/><Relationship Id="rId154" Type="http://schemas.openxmlformats.org/officeDocument/2006/relationships/image" Target="../media/image114.png"/><Relationship Id="rId175" Type="http://schemas.openxmlformats.org/officeDocument/2006/relationships/customXml" Target="../ink/ink100.xml"/><Relationship Id="rId196" Type="http://schemas.openxmlformats.org/officeDocument/2006/relationships/image" Target="../media/image135.png"/><Relationship Id="rId200" Type="http://schemas.openxmlformats.org/officeDocument/2006/relationships/image" Target="../media/image137.png"/><Relationship Id="rId16" Type="http://schemas.openxmlformats.org/officeDocument/2006/relationships/image" Target="../media/image45.png"/><Relationship Id="rId221" Type="http://schemas.openxmlformats.org/officeDocument/2006/relationships/customXml" Target="../ink/ink123.xml"/><Relationship Id="rId37" Type="http://schemas.openxmlformats.org/officeDocument/2006/relationships/customXml" Target="../ink/ink31.xml"/><Relationship Id="rId58" Type="http://schemas.openxmlformats.org/officeDocument/2006/relationships/image" Target="../media/image66.png"/><Relationship Id="rId79" Type="http://schemas.openxmlformats.org/officeDocument/2006/relationships/customXml" Target="../ink/ink52.xml"/><Relationship Id="rId102" Type="http://schemas.openxmlformats.org/officeDocument/2006/relationships/image" Target="../media/image88.png"/><Relationship Id="rId123" Type="http://schemas.openxmlformats.org/officeDocument/2006/relationships/customXml" Target="../ink/ink74.xml"/><Relationship Id="rId144" Type="http://schemas.openxmlformats.org/officeDocument/2006/relationships/image" Target="../media/image109.png"/><Relationship Id="rId90" Type="http://schemas.openxmlformats.org/officeDocument/2006/relationships/image" Target="../media/image82.png"/><Relationship Id="rId165" Type="http://schemas.openxmlformats.org/officeDocument/2006/relationships/customXml" Target="../ink/ink95.xml"/><Relationship Id="rId186" Type="http://schemas.openxmlformats.org/officeDocument/2006/relationships/image" Target="../media/image130.png"/><Relationship Id="rId211" Type="http://schemas.openxmlformats.org/officeDocument/2006/relationships/customXml" Target="../ink/ink118.xml"/><Relationship Id="rId27" Type="http://schemas.openxmlformats.org/officeDocument/2006/relationships/customXml" Target="../ink/ink26.xml"/><Relationship Id="rId48" Type="http://schemas.openxmlformats.org/officeDocument/2006/relationships/image" Target="../media/image61.png"/><Relationship Id="rId69" Type="http://schemas.openxmlformats.org/officeDocument/2006/relationships/customXml" Target="../ink/ink47.xml"/><Relationship Id="rId113" Type="http://schemas.openxmlformats.org/officeDocument/2006/relationships/customXml" Target="../ink/ink69.xml"/><Relationship Id="rId134" Type="http://schemas.openxmlformats.org/officeDocument/2006/relationships/image" Target="../media/image104.png"/><Relationship Id="rId80" Type="http://schemas.openxmlformats.org/officeDocument/2006/relationships/image" Target="../media/image77.png"/><Relationship Id="rId155" Type="http://schemas.openxmlformats.org/officeDocument/2006/relationships/customXml" Target="../ink/ink90.xml"/><Relationship Id="rId176" Type="http://schemas.openxmlformats.org/officeDocument/2006/relationships/image" Target="../media/image125.png"/><Relationship Id="rId197" Type="http://schemas.openxmlformats.org/officeDocument/2006/relationships/customXml" Target="../ink/ink111.xml"/><Relationship Id="rId201" Type="http://schemas.openxmlformats.org/officeDocument/2006/relationships/customXml" Target="../ink/ink113.xml"/><Relationship Id="rId222" Type="http://schemas.openxmlformats.org/officeDocument/2006/relationships/image" Target="../media/image148.png"/><Relationship Id="rId17" Type="http://schemas.openxmlformats.org/officeDocument/2006/relationships/customXml" Target="../ink/ink21.xml"/><Relationship Id="rId38" Type="http://schemas.openxmlformats.org/officeDocument/2006/relationships/image" Target="../media/image56.png"/><Relationship Id="rId59" Type="http://schemas.openxmlformats.org/officeDocument/2006/relationships/customXml" Target="../ink/ink42.xml"/><Relationship Id="rId103" Type="http://schemas.openxmlformats.org/officeDocument/2006/relationships/customXml" Target="../ink/ink64.xml"/><Relationship Id="rId124" Type="http://schemas.openxmlformats.org/officeDocument/2006/relationships/image" Target="../media/image99.png"/><Relationship Id="rId70" Type="http://schemas.openxmlformats.org/officeDocument/2006/relationships/image" Target="../media/image72.png"/><Relationship Id="rId91" Type="http://schemas.openxmlformats.org/officeDocument/2006/relationships/customXml" Target="../ink/ink58.xml"/><Relationship Id="rId145" Type="http://schemas.openxmlformats.org/officeDocument/2006/relationships/customXml" Target="../ink/ink85.xml"/><Relationship Id="rId166" Type="http://schemas.openxmlformats.org/officeDocument/2006/relationships/image" Target="../media/image120.png"/><Relationship Id="rId187" Type="http://schemas.openxmlformats.org/officeDocument/2006/relationships/customXml" Target="../ink/ink10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43.png"/><Relationship Id="rId28" Type="http://schemas.openxmlformats.org/officeDocument/2006/relationships/image" Target="../media/image51.png"/><Relationship Id="rId49" Type="http://schemas.openxmlformats.org/officeDocument/2006/relationships/customXml" Target="../ink/ink37.xml"/><Relationship Id="rId114" Type="http://schemas.openxmlformats.org/officeDocument/2006/relationships/image" Target="../media/image94.png"/><Relationship Id="rId60" Type="http://schemas.openxmlformats.org/officeDocument/2006/relationships/image" Target="../media/image67.png"/><Relationship Id="rId81" Type="http://schemas.openxmlformats.org/officeDocument/2006/relationships/customXml" Target="../ink/ink53.xml"/><Relationship Id="rId135" Type="http://schemas.openxmlformats.org/officeDocument/2006/relationships/customXml" Target="../ink/ink80.xml"/><Relationship Id="rId156" Type="http://schemas.openxmlformats.org/officeDocument/2006/relationships/image" Target="../media/image115.png"/><Relationship Id="rId177" Type="http://schemas.openxmlformats.org/officeDocument/2006/relationships/customXml" Target="../ink/ink101.xml"/><Relationship Id="rId198" Type="http://schemas.openxmlformats.org/officeDocument/2006/relationships/image" Target="../media/image136.png"/><Relationship Id="rId202" Type="http://schemas.openxmlformats.org/officeDocument/2006/relationships/image" Target="../media/image138.png"/><Relationship Id="rId223" Type="http://schemas.openxmlformats.org/officeDocument/2006/relationships/customXml" Target="../ink/ink124.xml"/><Relationship Id="rId18" Type="http://schemas.openxmlformats.org/officeDocument/2006/relationships/image" Target="../media/image46.png"/><Relationship Id="rId39" Type="http://schemas.openxmlformats.org/officeDocument/2006/relationships/customXml" Target="../ink/ink32.xml"/><Relationship Id="rId50" Type="http://schemas.openxmlformats.org/officeDocument/2006/relationships/image" Target="../media/image62.png"/><Relationship Id="rId104" Type="http://schemas.openxmlformats.org/officeDocument/2006/relationships/image" Target="../media/image89.png"/><Relationship Id="rId125" Type="http://schemas.openxmlformats.org/officeDocument/2006/relationships/customXml" Target="../ink/ink75.xml"/><Relationship Id="rId146" Type="http://schemas.openxmlformats.org/officeDocument/2006/relationships/image" Target="../media/image110.png"/><Relationship Id="rId167" Type="http://schemas.openxmlformats.org/officeDocument/2006/relationships/customXml" Target="../ink/ink96.xml"/><Relationship Id="rId188" Type="http://schemas.openxmlformats.org/officeDocument/2006/relationships/image" Target="../media/image131.png"/><Relationship Id="rId71" Type="http://schemas.openxmlformats.org/officeDocument/2006/relationships/customXml" Target="../ink/ink48.xml"/><Relationship Id="rId92" Type="http://schemas.openxmlformats.org/officeDocument/2006/relationships/image" Target="../media/image83.png"/><Relationship Id="rId213" Type="http://schemas.openxmlformats.org/officeDocument/2006/relationships/customXml" Target="../ink/ink119.xml"/><Relationship Id="rId2" Type="http://schemas.openxmlformats.org/officeDocument/2006/relationships/customXml" Target="../ink/ink13.xml"/><Relationship Id="rId29" Type="http://schemas.openxmlformats.org/officeDocument/2006/relationships/customXml" Target="../ink/ink27.xml"/><Relationship Id="rId40" Type="http://schemas.openxmlformats.org/officeDocument/2006/relationships/image" Target="../media/image57.png"/><Relationship Id="rId115" Type="http://schemas.openxmlformats.org/officeDocument/2006/relationships/customXml" Target="../ink/ink70.xml"/><Relationship Id="rId136" Type="http://schemas.openxmlformats.org/officeDocument/2006/relationships/image" Target="../media/image105.png"/><Relationship Id="rId157" Type="http://schemas.openxmlformats.org/officeDocument/2006/relationships/customXml" Target="../ink/ink91.xml"/><Relationship Id="rId178" Type="http://schemas.openxmlformats.org/officeDocument/2006/relationships/image" Target="../media/image126.png"/><Relationship Id="rId61" Type="http://schemas.openxmlformats.org/officeDocument/2006/relationships/customXml" Target="../ink/ink43.xml"/><Relationship Id="rId82" Type="http://schemas.openxmlformats.org/officeDocument/2006/relationships/image" Target="../media/image78.png"/><Relationship Id="rId199" Type="http://schemas.openxmlformats.org/officeDocument/2006/relationships/customXml" Target="../ink/ink112.xml"/><Relationship Id="rId203" Type="http://schemas.openxmlformats.org/officeDocument/2006/relationships/customXml" Target="../ink/ink114.xml"/><Relationship Id="rId19" Type="http://schemas.openxmlformats.org/officeDocument/2006/relationships/customXml" Target="../ink/ink22.xml"/><Relationship Id="rId224" Type="http://schemas.openxmlformats.org/officeDocument/2006/relationships/image" Target="../media/image149.png"/><Relationship Id="rId30" Type="http://schemas.openxmlformats.org/officeDocument/2006/relationships/image" Target="../media/image52.png"/><Relationship Id="rId105" Type="http://schemas.openxmlformats.org/officeDocument/2006/relationships/customXml" Target="../ink/ink65.xml"/><Relationship Id="rId126" Type="http://schemas.openxmlformats.org/officeDocument/2006/relationships/image" Target="../media/image100.png"/><Relationship Id="rId147" Type="http://schemas.openxmlformats.org/officeDocument/2006/relationships/customXml" Target="../ink/ink86.xml"/><Relationship Id="rId168" Type="http://schemas.openxmlformats.org/officeDocument/2006/relationships/image" Target="../media/image121.png"/><Relationship Id="rId51" Type="http://schemas.openxmlformats.org/officeDocument/2006/relationships/customXml" Target="../ink/ink38.xml"/><Relationship Id="rId72" Type="http://schemas.openxmlformats.org/officeDocument/2006/relationships/image" Target="../media/image73.png"/><Relationship Id="rId93" Type="http://schemas.openxmlformats.org/officeDocument/2006/relationships/customXml" Target="../ink/ink59.xml"/><Relationship Id="rId189" Type="http://schemas.openxmlformats.org/officeDocument/2006/relationships/customXml" Target="../ink/ink107.xml"/><Relationship Id="rId3" Type="http://schemas.openxmlformats.org/officeDocument/2006/relationships/image" Target="../media/image39.png"/><Relationship Id="rId214" Type="http://schemas.openxmlformats.org/officeDocument/2006/relationships/image" Target="../media/image144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9.png"/><Relationship Id="rId21" Type="http://schemas.openxmlformats.org/officeDocument/2006/relationships/image" Target="../media/image162.png"/><Relationship Id="rId42" Type="http://schemas.openxmlformats.org/officeDocument/2006/relationships/customXml" Target="../ink/ink148.xml"/><Relationship Id="rId63" Type="http://schemas.openxmlformats.org/officeDocument/2006/relationships/image" Target="../media/image182.png"/><Relationship Id="rId84" Type="http://schemas.openxmlformats.org/officeDocument/2006/relationships/customXml" Target="../ink/ink169.xml"/><Relationship Id="rId138" Type="http://schemas.openxmlformats.org/officeDocument/2006/relationships/customXml" Target="../ink/ink196.xml"/><Relationship Id="rId159" Type="http://schemas.openxmlformats.org/officeDocument/2006/relationships/image" Target="../media/image230.png"/><Relationship Id="rId170" Type="http://schemas.openxmlformats.org/officeDocument/2006/relationships/customXml" Target="../ink/ink212.xml"/><Relationship Id="rId191" Type="http://schemas.openxmlformats.org/officeDocument/2006/relationships/image" Target="../media/image245.png"/><Relationship Id="rId107" Type="http://schemas.openxmlformats.org/officeDocument/2006/relationships/image" Target="../media/image204.png"/><Relationship Id="rId11" Type="http://schemas.openxmlformats.org/officeDocument/2006/relationships/image" Target="../media/image157.png"/><Relationship Id="rId32" Type="http://schemas.openxmlformats.org/officeDocument/2006/relationships/customXml" Target="../ink/ink143.xml"/><Relationship Id="rId53" Type="http://schemas.openxmlformats.org/officeDocument/2006/relationships/image" Target="../media/image177.png"/><Relationship Id="rId74" Type="http://schemas.openxmlformats.org/officeDocument/2006/relationships/customXml" Target="../ink/ink164.xml"/><Relationship Id="rId128" Type="http://schemas.openxmlformats.org/officeDocument/2006/relationships/customXml" Target="../ink/ink191.xml"/><Relationship Id="rId149" Type="http://schemas.openxmlformats.org/officeDocument/2006/relationships/image" Target="../media/image225.png"/><Relationship Id="rId5" Type="http://schemas.openxmlformats.org/officeDocument/2006/relationships/image" Target="../media/image154.png"/><Relationship Id="rId95" Type="http://schemas.openxmlformats.org/officeDocument/2006/relationships/image" Target="../media/image198.png"/><Relationship Id="rId160" Type="http://schemas.openxmlformats.org/officeDocument/2006/relationships/customXml" Target="../ink/ink207.xml"/><Relationship Id="rId181" Type="http://schemas.openxmlformats.org/officeDocument/2006/relationships/image" Target="../media/image240.png"/><Relationship Id="rId22" Type="http://schemas.openxmlformats.org/officeDocument/2006/relationships/customXml" Target="../ink/ink138.xml"/><Relationship Id="rId43" Type="http://schemas.openxmlformats.org/officeDocument/2006/relationships/image" Target="../media/image173.png"/><Relationship Id="rId64" Type="http://schemas.openxmlformats.org/officeDocument/2006/relationships/customXml" Target="../ink/ink159.xml"/><Relationship Id="rId118" Type="http://schemas.openxmlformats.org/officeDocument/2006/relationships/customXml" Target="../ink/ink186.xml"/><Relationship Id="rId139" Type="http://schemas.openxmlformats.org/officeDocument/2006/relationships/image" Target="../media/image220.png"/><Relationship Id="rId85" Type="http://schemas.openxmlformats.org/officeDocument/2006/relationships/image" Target="../media/image193.png"/><Relationship Id="rId150" Type="http://schemas.openxmlformats.org/officeDocument/2006/relationships/customXml" Target="../ink/ink202.xml"/><Relationship Id="rId171" Type="http://schemas.openxmlformats.org/officeDocument/2006/relationships/image" Target="../media/image236.png"/><Relationship Id="rId192" Type="http://schemas.openxmlformats.org/officeDocument/2006/relationships/customXml" Target="../ink/ink223.xml"/><Relationship Id="rId12" Type="http://schemas.openxmlformats.org/officeDocument/2006/relationships/customXml" Target="../ink/ink133.xml"/><Relationship Id="rId33" Type="http://schemas.openxmlformats.org/officeDocument/2006/relationships/image" Target="../media/image168.png"/><Relationship Id="rId108" Type="http://schemas.openxmlformats.org/officeDocument/2006/relationships/customXml" Target="../ink/ink181.xml"/><Relationship Id="rId129" Type="http://schemas.openxmlformats.org/officeDocument/2006/relationships/image" Target="../media/image215.png"/><Relationship Id="rId54" Type="http://schemas.openxmlformats.org/officeDocument/2006/relationships/customXml" Target="../ink/ink154.xml"/><Relationship Id="rId75" Type="http://schemas.openxmlformats.org/officeDocument/2006/relationships/image" Target="../media/image188.png"/><Relationship Id="rId96" Type="http://schemas.openxmlformats.org/officeDocument/2006/relationships/customXml" Target="../ink/ink175.xml"/><Relationship Id="rId140" Type="http://schemas.openxmlformats.org/officeDocument/2006/relationships/customXml" Target="../ink/ink197.xml"/><Relationship Id="rId161" Type="http://schemas.openxmlformats.org/officeDocument/2006/relationships/image" Target="../media/image231.png"/><Relationship Id="rId182" Type="http://schemas.openxmlformats.org/officeDocument/2006/relationships/customXml" Target="../ink/ink218.xml"/><Relationship Id="rId6" Type="http://schemas.openxmlformats.org/officeDocument/2006/relationships/customXml" Target="../ink/ink130.xml"/><Relationship Id="rId23" Type="http://schemas.openxmlformats.org/officeDocument/2006/relationships/image" Target="../media/image163.png"/><Relationship Id="rId119" Type="http://schemas.openxmlformats.org/officeDocument/2006/relationships/image" Target="../media/image210.png"/><Relationship Id="rId44" Type="http://schemas.openxmlformats.org/officeDocument/2006/relationships/customXml" Target="../ink/ink149.xml"/><Relationship Id="rId65" Type="http://schemas.openxmlformats.org/officeDocument/2006/relationships/image" Target="../media/image183.png"/><Relationship Id="rId86" Type="http://schemas.openxmlformats.org/officeDocument/2006/relationships/customXml" Target="../ink/ink170.xml"/><Relationship Id="rId130" Type="http://schemas.openxmlformats.org/officeDocument/2006/relationships/customXml" Target="../ink/ink192.xml"/><Relationship Id="rId151" Type="http://schemas.openxmlformats.org/officeDocument/2006/relationships/image" Target="../media/image226.png"/><Relationship Id="rId172" Type="http://schemas.openxmlformats.org/officeDocument/2006/relationships/customXml" Target="../ink/ink213.xml"/><Relationship Id="rId193" Type="http://schemas.openxmlformats.org/officeDocument/2006/relationships/image" Target="../media/image246.png"/><Relationship Id="rId13" Type="http://schemas.openxmlformats.org/officeDocument/2006/relationships/image" Target="../media/image158.png"/><Relationship Id="rId109" Type="http://schemas.openxmlformats.org/officeDocument/2006/relationships/image" Target="../media/image205.png"/><Relationship Id="rId34" Type="http://schemas.openxmlformats.org/officeDocument/2006/relationships/customXml" Target="../ink/ink144.xml"/><Relationship Id="rId50" Type="http://schemas.openxmlformats.org/officeDocument/2006/relationships/customXml" Target="../ink/ink152.xml"/><Relationship Id="rId55" Type="http://schemas.openxmlformats.org/officeDocument/2006/relationships/image" Target="../media/image178.png"/><Relationship Id="rId76" Type="http://schemas.openxmlformats.org/officeDocument/2006/relationships/customXml" Target="../ink/ink165.xml"/><Relationship Id="rId97" Type="http://schemas.openxmlformats.org/officeDocument/2006/relationships/image" Target="../media/image199.png"/><Relationship Id="rId104" Type="http://schemas.openxmlformats.org/officeDocument/2006/relationships/customXml" Target="../ink/ink179.xml"/><Relationship Id="rId120" Type="http://schemas.openxmlformats.org/officeDocument/2006/relationships/customXml" Target="../ink/ink187.xml"/><Relationship Id="rId125" Type="http://schemas.openxmlformats.org/officeDocument/2006/relationships/image" Target="../media/image213.png"/><Relationship Id="rId141" Type="http://schemas.openxmlformats.org/officeDocument/2006/relationships/image" Target="../media/image221.png"/><Relationship Id="rId146" Type="http://schemas.openxmlformats.org/officeDocument/2006/relationships/customXml" Target="../ink/ink200.xml"/><Relationship Id="rId167" Type="http://schemas.openxmlformats.org/officeDocument/2006/relationships/image" Target="../media/image234.png"/><Relationship Id="rId188" Type="http://schemas.openxmlformats.org/officeDocument/2006/relationships/customXml" Target="../ink/ink221.xml"/><Relationship Id="rId7" Type="http://schemas.openxmlformats.org/officeDocument/2006/relationships/image" Target="../media/image155.png"/><Relationship Id="rId71" Type="http://schemas.openxmlformats.org/officeDocument/2006/relationships/image" Target="../media/image186.png"/><Relationship Id="rId92" Type="http://schemas.openxmlformats.org/officeDocument/2006/relationships/customXml" Target="../ink/ink173.xml"/><Relationship Id="rId162" Type="http://schemas.openxmlformats.org/officeDocument/2006/relationships/customXml" Target="../ink/ink208.xml"/><Relationship Id="rId183" Type="http://schemas.openxmlformats.org/officeDocument/2006/relationships/image" Target="../media/image241.png"/><Relationship Id="rId2" Type="http://schemas.openxmlformats.org/officeDocument/2006/relationships/customXml" Target="../ink/ink128.xml"/><Relationship Id="rId29" Type="http://schemas.openxmlformats.org/officeDocument/2006/relationships/image" Target="../media/image166.png"/><Relationship Id="rId24" Type="http://schemas.openxmlformats.org/officeDocument/2006/relationships/customXml" Target="../ink/ink139.xml"/><Relationship Id="rId40" Type="http://schemas.openxmlformats.org/officeDocument/2006/relationships/customXml" Target="../ink/ink147.xml"/><Relationship Id="rId45" Type="http://schemas.openxmlformats.org/officeDocument/2006/relationships/image" Target="../media/image120.png"/><Relationship Id="rId66" Type="http://schemas.openxmlformats.org/officeDocument/2006/relationships/customXml" Target="../ink/ink160.xml"/><Relationship Id="rId87" Type="http://schemas.openxmlformats.org/officeDocument/2006/relationships/image" Target="../media/image194.png"/><Relationship Id="rId110" Type="http://schemas.openxmlformats.org/officeDocument/2006/relationships/customXml" Target="../ink/ink182.xml"/><Relationship Id="rId115" Type="http://schemas.openxmlformats.org/officeDocument/2006/relationships/image" Target="../media/image208.png"/><Relationship Id="rId131" Type="http://schemas.openxmlformats.org/officeDocument/2006/relationships/image" Target="../media/image216.png"/><Relationship Id="rId136" Type="http://schemas.openxmlformats.org/officeDocument/2006/relationships/customXml" Target="../ink/ink195.xml"/><Relationship Id="rId157" Type="http://schemas.openxmlformats.org/officeDocument/2006/relationships/image" Target="../media/image229.png"/><Relationship Id="rId178" Type="http://schemas.openxmlformats.org/officeDocument/2006/relationships/customXml" Target="../ink/ink216.xml"/><Relationship Id="rId61" Type="http://schemas.openxmlformats.org/officeDocument/2006/relationships/image" Target="../media/image181.png"/><Relationship Id="rId82" Type="http://schemas.openxmlformats.org/officeDocument/2006/relationships/customXml" Target="../ink/ink168.xml"/><Relationship Id="rId152" Type="http://schemas.openxmlformats.org/officeDocument/2006/relationships/customXml" Target="../ink/ink203.xml"/><Relationship Id="rId173" Type="http://schemas.openxmlformats.org/officeDocument/2006/relationships/image" Target="../media/image237.png"/><Relationship Id="rId194" Type="http://schemas.openxmlformats.org/officeDocument/2006/relationships/customXml" Target="../ink/ink224.xml"/><Relationship Id="rId19" Type="http://schemas.openxmlformats.org/officeDocument/2006/relationships/image" Target="../media/image161.png"/><Relationship Id="rId14" Type="http://schemas.openxmlformats.org/officeDocument/2006/relationships/customXml" Target="../ink/ink134.xml"/><Relationship Id="rId30" Type="http://schemas.openxmlformats.org/officeDocument/2006/relationships/customXml" Target="../ink/ink142.xml"/><Relationship Id="rId35" Type="http://schemas.openxmlformats.org/officeDocument/2006/relationships/image" Target="../media/image169.png"/><Relationship Id="rId56" Type="http://schemas.openxmlformats.org/officeDocument/2006/relationships/customXml" Target="../ink/ink155.xml"/><Relationship Id="rId77" Type="http://schemas.openxmlformats.org/officeDocument/2006/relationships/image" Target="../media/image189.png"/><Relationship Id="rId100" Type="http://schemas.openxmlformats.org/officeDocument/2006/relationships/customXml" Target="../ink/ink177.xml"/><Relationship Id="rId105" Type="http://schemas.openxmlformats.org/officeDocument/2006/relationships/image" Target="../media/image203.png"/><Relationship Id="rId126" Type="http://schemas.openxmlformats.org/officeDocument/2006/relationships/customXml" Target="../ink/ink190.xml"/><Relationship Id="rId147" Type="http://schemas.openxmlformats.org/officeDocument/2006/relationships/image" Target="../media/image224.png"/><Relationship Id="rId168" Type="http://schemas.openxmlformats.org/officeDocument/2006/relationships/customXml" Target="../ink/ink211.xml"/><Relationship Id="rId8" Type="http://schemas.openxmlformats.org/officeDocument/2006/relationships/customXml" Target="../ink/ink131.xml"/><Relationship Id="rId51" Type="http://schemas.openxmlformats.org/officeDocument/2006/relationships/image" Target="../media/image176.png"/><Relationship Id="rId72" Type="http://schemas.openxmlformats.org/officeDocument/2006/relationships/customXml" Target="../ink/ink163.xml"/><Relationship Id="rId93" Type="http://schemas.openxmlformats.org/officeDocument/2006/relationships/image" Target="../media/image197.png"/><Relationship Id="rId98" Type="http://schemas.openxmlformats.org/officeDocument/2006/relationships/customXml" Target="../ink/ink176.xml"/><Relationship Id="rId121" Type="http://schemas.openxmlformats.org/officeDocument/2006/relationships/image" Target="../media/image211.png"/><Relationship Id="rId142" Type="http://schemas.openxmlformats.org/officeDocument/2006/relationships/customXml" Target="../ink/ink198.xml"/><Relationship Id="rId163" Type="http://schemas.openxmlformats.org/officeDocument/2006/relationships/image" Target="../media/image232.png"/><Relationship Id="rId184" Type="http://schemas.openxmlformats.org/officeDocument/2006/relationships/customXml" Target="../ink/ink219.xml"/><Relationship Id="rId189" Type="http://schemas.openxmlformats.org/officeDocument/2006/relationships/image" Target="../media/image244.png"/><Relationship Id="rId3" Type="http://schemas.openxmlformats.org/officeDocument/2006/relationships/image" Target="../media/image153.png"/><Relationship Id="rId25" Type="http://schemas.openxmlformats.org/officeDocument/2006/relationships/image" Target="../media/image164.png"/><Relationship Id="rId46" Type="http://schemas.openxmlformats.org/officeDocument/2006/relationships/customXml" Target="../ink/ink150.xml"/><Relationship Id="rId67" Type="http://schemas.openxmlformats.org/officeDocument/2006/relationships/image" Target="../media/image184.png"/><Relationship Id="rId116" Type="http://schemas.openxmlformats.org/officeDocument/2006/relationships/customXml" Target="../ink/ink185.xml"/><Relationship Id="rId137" Type="http://schemas.openxmlformats.org/officeDocument/2006/relationships/image" Target="../media/image219.png"/><Relationship Id="rId158" Type="http://schemas.openxmlformats.org/officeDocument/2006/relationships/customXml" Target="../ink/ink206.xml"/><Relationship Id="rId20" Type="http://schemas.openxmlformats.org/officeDocument/2006/relationships/customXml" Target="../ink/ink137.xml"/><Relationship Id="rId41" Type="http://schemas.openxmlformats.org/officeDocument/2006/relationships/image" Target="../media/image172.png"/><Relationship Id="rId62" Type="http://schemas.openxmlformats.org/officeDocument/2006/relationships/customXml" Target="../ink/ink158.xml"/><Relationship Id="rId83" Type="http://schemas.openxmlformats.org/officeDocument/2006/relationships/image" Target="../media/image192.png"/><Relationship Id="rId88" Type="http://schemas.openxmlformats.org/officeDocument/2006/relationships/customXml" Target="../ink/ink171.xml"/><Relationship Id="rId111" Type="http://schemas.openxmlformats.org/officeDocument/2006/relationships/image" Target="../media/image206.png"/><Relationship Id="rId132" Type="http://schemas.openxmlformats.org/officeDocument/2006/relationships/customXml" Target="../ink/ink193.xml"/><Relationship Id="rId153" Type="http://schemas.openxmlformats.org/officeDocument/2006/relationships/image" Target="../media/image227.png"/><Relationship Id="rId174" Type="http://schemas.openxmlformats.org/officeDocument/2006/relationships/customXml" Target="../ink/ink214.xml"/><Relationship Id="rId179" Type="http://schemas.openxmlformats.org/officeDocument/2006/relationships/image" Target="../media/image239.png"/><Relationship Id="rId195" Type="http://schemas.openxmlformats.org/officeDocument/2006/relationships/image" Target="../media/image247.png"/><Relationship Id="rId190" Type="http://schemas.openxmlformats.org/officeDocument/2006/relationships/customXml" Target="../ink/ink222.xml"/><Relationship Id="rId15" Type="http://schemas.openxmlformats.org/officeDocument/2006/relationships/image" Target="../media/image159.png"/><Relationship Id="rId36" Type="http://schemas.openxmlformats.org/officeDocument/2006/relationships/customXml" Target="../ink/ink145.xml"/><Relationship Id="rId57" Type="http://schemas.openxmlformats.org/officeDocument/2006/relationships/image" Target="../media/image179.png"/><Relationship Id="rId106" Type="http://schemas.openxmlformats.org/officeDocument/2006/relationships/customXml" Target="../ink/ink180.xml"/><Relationship Id="rId127" Type="http://schemas.openxmlformats.org/officeDocument/2006/relationships/image" Target="../media/image214.png"/><Relationship Id="rId10" Type="http://schemas.openxmlformats.org/officeDocument/2006/relationships/customXml" Target="../ink/ink132.xml"/><Relationship Id="rId31" Type="http://schemas.openxmlformats.org/officeDocument/2006/relationships/image" Target="../media/image167.png"/><Relationship Id="rId52" Type="http://schemas.openxmlformats.org/officeDocument/2006/relationships/customXml" Target="../ink/ink153.xml"/><Relationship Id="rId73" Type="http://schemas.openxmlformats.org/officeDocument/2006/relationships/image" Target="../media/image187.png"/><Relationship Id="rId78" Type="http://schemas.openxmlformats.org/officeDocument/2006/relationships/customXml" Target="../ink/ink166.xml"/><Relationship Id="rId94" Type="http://schemas.openxmlformats.org/officeDocument/2006/relationships/customXml" Target="../ink/ink174.xml"/><Relationship Id="rId99" Type="http://schemas.openxmlformats.org/officeDocument/2006/relationships/image" Target="../media/image200.png"/><Relationship Id="rId101" Type="http://schemas.openxmlformats.org/officeDocument/2006/relationships/image" Target="../media/image201.png"/><Relationship Id="rId122" Type="http://schemas.openxmlformats.org/officeDocument/2006/relationships/customXml" Target="../ink/ink188.xml"/><Relationship Id="rId143" Type="http://schemas.openxmlformats.org/officeDocument/2006/relationships/image" Target="../media/image222.png"/><Relationship Id="rId148" Type="http://schemas.openxmlformats.org/officeDocument/2006/relationships/customXml" Target="../ink/ink201.xml"/><Relationship Id="rId164" Type="http://schemas.openxmlformats.org/officeDocument/2006/relationships/customXml" Target="../ink/ink209.xml"/><Relationship Id="rId169" Type="http://schemas.openxmlformats.org/officeDocument/2006/relationships/image" Target="../media/image235.png"/><Relationship Id="rId185" Type="http://schemas.openxmlformats.org/officeDocument/2006/relationships/image" Target="../media/image242.png"/><Relationship Id="rId4" Type="http://schemas.openxmlformats.org/officeDocument/2006/relationships/customXml" Target="../ink/ink129.xml"/><Relationship Id="rId9" Type="http://schemas.openxmlformats.org/officeDocument/2006/relationships/image" Target="../media/image156.png"/><Relationship Id="rId180" Type="http://schemas.openxmlformats.org/officeDocument/2006/relationships/customXml" Target="../ink/ink217.xml"/><Relationship Id="rId26" Type="http://schemas.openxmlformats.org/officeDocument/2006/relationships/customXml" Target="../ink/ink140.xml"/><Relationship Id="rId47" Type="http://schemas.openxmlformats.org/officeDocument/2006/relationships/image" Target="../media/image174.png"/><Relationship Id="rId68" Type="http://schemas.openxmlformats.org/officeDocument/2006/relationships/customXml" Target="../ink/ink161.xml"/><Relationship Id="rId89" Type="http://schemas.openxmlformats.org/officeDocument/2006/relationships/image" Target="../media/image195.png"/><Relationship Id="rId112" Type="http://schemas.openxmlformats.org/officeDocument/2006/relationships/customXml" Target="../ink/ink183.xml"/><Relationship Id="rId133" Type="http://schemas.openxmlformats.org/officeDocument/2006/relationships/image" Target="../media/image217.png"/><Relationship Id="rId154" Type="http://schemas.openxmlformats.org/officeDocument/2006/relationships/customXml" Target="../ink/ink204.xml"/><Relationship Id="rId175" Type="http://schemas.openxmlformats.org/officeDocument/2006/relationships/image" Target="../media/image238.png"/><Relationship Id="rId16" Type="http://schemas.openxmlformats.org/officeDocument/2006/relationships/customXml" Target="../ink/ink135.xml"/><Relationship Id="rId37" Type="http://schemas.openxmlformats.org/officeDocument/2006/relationships/image" Target="../media/image170.png"/><Relationship Id="rId58" Type="http://schemas.openxmlformats.org/officeDocument/2006/relationships/customXml" Target="../ink/ink156.xml"/><Relationship Id="rId79" Type="http://schemas.openxmlformats.org/officeDocument/2006/relationships/image" Target="../media/image190.png"/><Relationship Id="rId102" Type="http://schemas.openxmlformats.org/officeDocument/2006/relationships/customXml" Target="../ink/ink178.xml"/><Relationship Id="rId123" Type="http://schemas.openxmlformats.org/officeDocument/2006/relationships/image" Target="../media/image212.png"/><Relationship Id="rId144" Type="http://schemas.openxmlformats.org/officeDocument/2006/relationships/customXml" Target="../ink/ink199.xml"/><Relationship Id="rId90" Type="http://schemas.openxmlformats.org/officeDocument/2006/relationships/customXml" Target="../ink/ink172.xml"/><Relationship Id="rId165" Type="http://schemas.openxmlformats.org/officeDocument/2006/relationships/image" Target="../media/image233.png"/><Relationship Id="rId186" Type="http://schemas.openxmlformats.org/officeDocument/2006/relationships/customXml" Target="../ink/ink220.xml"/><Relationship Id="rId27" Type="http://schemas.openxmlformats.org/officeDocument/2006/relationships/image" Target="../media/image165.png"/><Relationship Id="rId48" Type="http://schemas.openxmlformats.org/officeDocument/2006/relationships/customXml" Target="../ink/ink151.xml"/><Relationship Id="rId69" Type="http://schemas.openxmlformats.org/officeDocument/2006/relationships/image" Target="../media/image185.png"/><Relationship Id="rId113" Type="http://schemas.openxmlformats.org/officeDocument/2006/relationships/image" Target="../media/image207.png"/><Relationship Id="rId134" Type="http://schemas.openxmlformats.org/officeDocument/2006/relationships/customXml" Target="../ink/ink194.xml"/><Relationship Id="rId80" Type="http://schemas.openxmlformats.org/officeDocument/2006/relationships/customXml" Target="../ink/ink167.xml"/><Relationship Id="rId155" Type="http://schemas.openxmlformats.org/officeDocument/2006/relationships/image" Target="../media/image228.png"/><Relationship Id="rId176" Type="http://schemas.openxmlformats.org/officeDocument/2006/relationships/customXml" Target="../ink/ink215.xml"/><Relationship Id="rId17" Type="http://schemas.openxmlformats.org/officeDocument/2006/relationships/image" Target="../media/image160.png"/><Relationship Id="rId38" Type="http://schemas.openxmlformats.org/officeDocument/2006/relationships/customXml" Target="../ink/ink146.xml"/><Relationship Id="rId59" Type="http://schemas.openxmlformats.org/officeDocument/2006/relationships/image" Target="../media/image180.png"/><Relationship Id="rId103" Type="http://schemas.openxmlformats.org/officeDocument/2006/relationships/image" Target="../media/image202.png"/><Relationship Id="rId124" Type="http://schemas.openxmlformats.org/officeDocument/2006/relationships/customXml" Target="../ink/ink189.xml"/><Relationship Id="rId70" Type="http://schemas.openxmlformats.org/officeDocument/2006/relationships/customXml" Target="../ink/ink162.xml"/><Relationship Id="rId91" Type="http://schemas.openxmlformats.org/officeDocument/2006/relationships/image" Target="../media/image196.png"/><Relationship Id="rId145" Type="http://schemas.openxmlformats.org/officeDocument/2006/relationships/image" Target="../media/image223.png"/><Relationship Id="rId166" Type="http://schemas.openxmlformats.org/officeDocument/2006/relationships/customXml" Target="../ink/ink210.xml"/><Relationship Id="rId187" Type="http://schemas.openxmlformats.org/officeDocument/2006/relationships/image" Target="../media/image243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41.xml"/><Relationship Id="rId49" Type="http://schemas.openxmlformats.org/officeDocument/2006/relationships/image" Target="../media/image175.png"/><Relationship Id="rId114" Type="http://schemas.openxmlformats.org/officeDocument/2006/relationships/customXml" Target="../ink/ink184.xml"/><Relationship Id="rId60" Type="http://schemas.openxmlformats.org/officeDocument/2006/relationships/customXml" Target="../ink/ink157.xml"/><Relationship Id="rId81" Type="http://schemas.openxmlformats.org/officeDocument/2006/relationships/image" Target="../media/image191.png"/><Relationship Id="rId135" Type="http://schemas.openxmlformats.org/officeDocument/2006/relationships/image" Target="../media/image218.png"/><Relationship Id="rId156" Type="http://schemas.openxmlformats.org/officeDocument/2006/relationships/customXml" Target="../ink/ink205.xml"/><Relationship Id="rId177" Type="http://schemas.openxmlformats.org/officeDocument/2006/relationships/image" Target="../media/image38.png"/><Relationship Id="rId18" Type="http://schemas.openxmlformats.org/officeDocument/2006/relationships/customXml" Target="../ink/ink136.xml"/><Relationship Id="rId39" Type="http://schemas.openxmlformats.org/officeDocument/2006/relationships/image" Target="../media/image17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8.png"/><Relationship Id="rId2" Type="http://schemas.openxmlformats.org/officeDocument/2006/relationships/customXml" Target="../ink/ink22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84.xml"/><Relationship Id="rId21" Type="http://schemas.openxmlformats.org/officeDocument/2006/relationships/image" Target="../media/image258.png"/><Relationship Id="rId42" Type="http://schemas.openxmlformats.org/officeDocument/2006/relationships/customXml" Target="../ink/ink246.xml"/><Relationship Id="rId63" Type="http://schemas.openxmlformats.org/officeDocument/2006/relationships/customXml" Target="../ink/ink257.xml"/><Relationship Id="rId84" Type="http://schemas.openxmlformats.org/officeDocument/2006/relationships/image" Target="../media/image289.png"/><Relationship Id="rId138" Type="http://schemas.openxmlformats.org/officeDocument/2006/relationships/image" Target="../media/image316.png"/><Relationship Id="rId107" Type="http://schemas.openxmlformats.org/officeDocument/2006/relationships/customXml" Target="../ink/ink279.xml"/><Relationship Id="rId11" Type="http://schemas.openxmlformats.org/officeDocument/2006/relationships/image" Target="../media/image253.png"/><Relationship Id="rId32" Type="http://schemas.openxmlformats.org/officeDocument/2006/relationships/customXml" Target="../ink/ink241.xml"/><Relationship Id="rId37" Type="http://schemas.openxmlformats.org/officeDocument/2006/relationships/image" Target="../media/image266.png"/><Relationship Id="rId53" Type="http://schemas.openxmlformats.org/officeDocument/2006/relationships/customXml" Target="../ink/ink252.xml"/><Relationship Id="rId58" Type="http://schemas.openxmlformats.org/officeDocument/2006/relationships/image" Target="../media/image276.png"/><Relationship Id="rId74" Type="http://schemas.openxmlformats.org/officeDocument/2006/relationships/image" Target="../media/image284.png"/><Relationship Id="rId79" Type="http://schemas.openxmlformats.org/officeDocument/2006/relationships/customXml" Target="../ink/ink265.xml"/><Relationship Id="rId102" Type="http://schemas.openxmlformats.org/officeDocument/2006/relationships/image" Target="../media/image298.png"/><Relationship Id="rId123" Type="http://schemas.openxmlformats.org/officeDocument/2006/relationships/customXml" Target="../ink/ink287.xml"/><Relationship Id="rId128" Type="http://schemas.openxmlformats.org/officeDocument/2006/relationships/image" Target="../media/image311.png"/><Relationship Id="rId5" Type="http://schemas.openxmlformats.org/officeDocument/2006/relationships/image" Target="../media/image250.png"/><Relationship Id="rId90" Type="http://schemas.openxmlformats.org/officeDocument/2006/relationships/image" Target="../media/image292.png"/><Relationship Id="rId95" Type="http://schemas.openxmlformats.org/officeDocument/2006/relationships/customXml" Target="../ink/ink273.xml"/><Relationship Id="rId22" Type="http://schemas.openxmlformats.org/officeDocument/2006/relationships/customXml" Target="../ink/ink236.xml"/><Relationship Id="rId27" Type="http://schemas.openxmlformats.org/officeDocument/2006/relationships/image" Target="../media/image261.png"/><Relationship Id="rId43" Type="http://schemas.openxmlformats.org/officeDocument/2006/relationships/customXml" Target="../ink/ink247.xml"/><Relationship Id="rId48" Type="http://schemas.openxmlformats.org/officeDocument/2006/relationships/image" Target="../media/image271.png"/><Relationship Id="rId64" Type="http://schemas.openxmlformats.org/officeDocument/2006/relationships/image" Target="../media/image279.png"/><Relationship Id="rId69" Type="http://schemas.openxmlformats.org/officeDocument/2006/relationships/customXml" Target="../ink/ink260.xml"/><Relationship Id="rId113" Type="http://schemas.openxmlformats.org/officeDocument/2006/relationships/customXml" Target="../ink/ink282.xml"/><Relationship Id="rId118" Type="http://schemas.openxmlformats.org/officeDocument/2006/relationships/image" Target="../media/image306.png"/><Relationship Id="rId134" Type="http://schemas.openxmlformats.org/officeDocument/2006/relationships/image" Target="../media/image314.png"/><Relationship Id="rId139" Type="http://schemas.openxmlformats.org/officeDocument/2006/relationships/customXml" Target="../ink/ink295.xml"/><Relationship Id="rId80" Type="http://schemas.openxmlformats.org/officeDocument/2006/relationships/image" Target="../media/image287.png"/><Relationship Id="rId85" Type="http://schemas.openxmlformats.org/officeDocument/2006/relationships/customXml" Target="../ink/ink268.xml"/><Relationship Id="rId12" Type="http://schemas.openxmlformats.org/officeDocument/2006/relationships/customXml" Target="../ink/ink231.xml"/><Relationship Id="rId17" Type="http://schemas.openxmlformats.org/officeDocument/2006/relationships/image" Target="../media/image256.png"/><Relationship Id="rId33" Type="http://schemas.openxmlformats.org/officeDocument/2006/relationships/image" Target="../media/image264.png"/><Relationship Id="rId38" Type="http://schemas.openxmlformats.org/officeDocument/2006/relationships/customXml" Target="../ink/ink244.xml"/><Relationship Id="rId59" Type="http://schemas.openxmlformats.org/officeDocument/2006/relationships/customXml" Target="../ink/ink255.xml"/><Relationship Id="rId103" Type="http://schemas.openxmlformats.org/officeDocument/2006/relationships/customXml" Target="../ink/ink277.xml"/><Relationship Id="rId108" Type="http://schemas.openxmlformats.org/officeDocument/2006/relationships/image" Target="../media/image301.png"/><Relationship Id="rId124" Type="http://schemas.openxmlformats.org/officeDocument/2006/relationships/image" Target="../media/image309.png"/><Relationship Id="rId129" Type="http://schemas.openxmlformats.org/officeDocument/2006/relationships/customXml" Target="../ink/ink290.xml"/><Relationship Id="rId54" Type="http://schemas.openxmlformats.org/officeDocument/2006/relationships/image" Target="../media/image274.png"/><Relationship Id="rId70" Type="http://schemas.openxmlformats.org/officeDocument/2006/relationships/image" Target="../media/image282.png"/><Relationship Id="rId75" Type="http://schemas.openxmlformats.org/officeDocument/2006/relationships/customXml" Target="../ink/ink263.xml"/><Relationship Id="rId91" Type="http://schemas.openxmlformats.org/officeDocument/2006/relationships/customXml" Target="../ink/ink271.xml"/><Relationship Id="rId96" Type="http://schemas.openxmlformats.org/officeDocument/2006/relationships/image" Target="../media/image295.png"/><Relationship Id="rId140" Type="http://schemas.openxmlformats.org/officeDocument/2006/relationships/image" Target="../media/image31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28.xml"/><Relationship Id="rId23" Type="http://schemas.openxmlformats.org/officeDocument/2006/relationships/image" Target="../media/image259.png"/><Relationship Id="rId28" Type="http://schemas.openxmlformats.org/officeDocument/2006/relationships/customXml" Target="../ink/ink239.xml"/><Relationship Id="rId49" Type="http://schemas.openxmlformats.org/officeDocument/2006/relationships/customXml" Target="../ink/ink250.xml"/><Relationship Id="rId114" Type="http://schemas.openxmlformats.org/officeDocument/2006/relationships/image" Target="../media/image304.png"/><Relationship Id="rId119" Type="http://schemas.openxmlformats.org/officeDocument/2006/relationships/customXml" Target="../ink/ink285.xml"/><Relationship Id="rId44" Type="http://schemas.openxmlformats.org/officeDocument/2006/relationships/image" Target="../media/image269.png"/><Relationship Id="rId60" Type="http://schemas.openxmlformats.org/officeDocument/2006/relationships/image" Target="../media/image277.png"/><Relationship Id="rId65" Type="http://schemas.openxmlformats.org/officeDocument/2006/relationships/customXml" Target="../ink/ink258.xml"/><Relationship Id="rId81" Type="http://schemas.openxmlformats.org/officeDocument/2006/relationships/customXml" Target="../ink/ink266.xml"/><Relationship Id="rId86" Type="http://schemas.openxmlformats.org/officeDocument/2006/relationships/image" Target="../media/image290.png"/><Relationship Id="rId130" Type="http://schemas.openxmlformats.org/officeDocument/2006/relationships/image" Target="../media/image312.png"/><Relationship Id="rId135" Type="http://schemas.openxmlformats.org/officeDocument/2006/relationships/customXml" Target="../ink/ink293.xml"/><Relationship Id="rId13" Type="http://schemas.openxmlformats.org/officeDocument/2006/relationships/image" Target="../media/image254.png"/><Relationship Id="rId18" Type="http://schemas.openxmlformats.org/officeDocument/2006/relationships/customXml" Target="../ink/ink234.xml"/><Relationship Id="rId39" Type="http://schemas.openxmlformats.org/officeDocument/2006/relationships/image" Target="../media/image267.png"/><Relationship Id="rId109" Type="http://schemas.openxmlformats.org/officeDocument/2006/relationships/customXml" Target="../ink/ink280.xml"/><Relationship Id="rId34" Type="http://schemas.openxmlformats.org/officeDocument/2006/relationships/customXml" Target="../ink/ink242.xml"/><Relationship Id="rId50" Type="http://schemas.openxmlformats.org/officeDocument/2006/relationships/image" Target="../media/image272.png"/><Relationship Id="rId55" Type="http://schemas.openxmlformats.org/officeDocument/2006/relationships/customXml" Target="../ink/ink253.xml"/><Relationship Id="rId76" Type="http://schemas.openxmlformats.org/officeDocument/2006/relationships/image" Target="../media/image285.png"/><Relationship Id="rId97" Type="http://schemas.openxmlformats.org/officeDocument/2006/relationships/customXml" Target="../ink/ink274.xml"/><Relationship Id="rId104" Type="http://schemas.openxmlformats.org/officeDocument/2006/relationships/image" Target="../media/image299.png"/><Relationship Id="rId120" Type="http://schemas.openxmlformats.org/officeDocument/2006/relationships/image" Target="../media/image307.png"/><Relationship Id="rId125" Type="http://schemas.openxmlformats.org/officeDocument/2006/relationships/customXml" Target="../ink/ink288.xml"/><Relationship Id="rId141" Type="http://schemas.openxmlformats.org/officeDocument/2006/relationships/customXml" Target="../ink/ink296.xml"/><Relationship Id="rId7" Type="http://schemas.openxmlformats.org/officeDocument/2006/relationships/image" Target="../media/image251.png"/><Relationship Id="rId71" Type="http://schemas.openxmlformats.org/officeDocument/2006/relationships/customXml" Target="../ink/ink261.xml"/><Relationship Id="rId92" Type="http://schemas.openxmlformats.org/officeDocument/2006/relationships/image" Target="../media/image293.png"/><Relationship Id="rId2" Type="http://schemas.openxmlformats.org/officeDocument/2006/relationships/customXml" Target="../ink/ink226.xml"/><Relationship Id="rId29" Type="http://schemas.openxmlformats.org/officeDocument/2006/relationships/image" Target="../media/image262.png"/><Relationship Id="rId24" Type="http://schemas.openxmlformats.org/officeDocument/2006/relationships/customXml" Target="../ink/ink237.xml"/><Relationship Id="rId40" Type="http://schemas.openxmlformats.org/officeDocument/2006/relationships/customXml" Target="../ink/ink245.xml"/><Relationship Id="rId45" Type="http://schemas.openxmlformats.org/officeDocument/2006/relationships/customXml" Target="../ink/ink248.xml"/><Relationship Id="rId66" Type="http://schemas.openxmlformats.org/officeDocument/2006/relationships/image" Target="../media/image280.png"/><Relationship Id="rId87" Type="http://schemas.openxmlformats.org/officeDocument/2006/relationships/customXml" Target="../ink/ink269.xml"/><Relationship Id="rId110" Type="http://schemas.openxmlformats.org/officeDocument/2006/relationships/image" Target="../media/image302.png"/><Relationship Id="rId115" Type="http://schemas.openxmlformats.org/officeDocument/2006/relationships/customXml" Target="../ink/ink283.xml"/><Relationship Id="rId131" Type="http://schemas.openxmlformats.org/officeDocument/2006/relationships/customXml" Target="../ink/ink291.xml"/><Relationship Id="rId136" Type="http://schemas.openxmlformats.org/officeDocument/2006/relationships/image" Target="../media/image315.png"/><Relationship Id="rId61" Type="http://schemas.openxmlformats.org/officeDocument/2006/relationships/customXml" Target="../ink/ink256.xml"/><Relationship Id="rId82" Type="http://schemas.openxmlformats.org/officeDocument/2006/relationships/image" Target="../media/image288.png"/><Relationship Id="rId19" Type="http://schemas.openxmlformats.org/officeDocument/2006/relationships/image" Target="../media/image257.png"/><Relationship Id="rId14" Type="http://schemas.openxmlformats.org/officeDocument/2006/relationships/customXml" Target="../ink/ink232.xml"/><Relationship Id="rId30" Type="http://schemas.openxmlformats.org/officeDocument/2006/relationships/customXml" Target="../ink/ink240.xml"/><Relationship Id="rId35" Type="http://schemas.openxmlformats.org/officeDocument/2006/relationships/image" Target="../media/image265.png"/><Relationship Id="rId56" Type="http://schemas.openxmlformats.org/officeDocument/2006/relationships/image" Target="../media/image275.png"/><Relationship Id="rId77" Type="http://schemas.openxmlformats.org/officeDocument/2006/relationships/customXml" Target="../ink/ink264.xml"/><Relationship Id="rId100" Type="http://schemas.openxmlformats.org/officeDocument/2006/relationships/image" Target="../media/image297.png"/><Relationship Id="rId105" Type="http://schemas.openxmlformats.org/officeDocument/2006/relationships/customXml" Target="../ink/ink278.xml"/><Relationship Id="rId126" Type="http://schemas.openxmlformats.org/officeDocument/2006/relationships/image" Target="../media/image310.png"/><Relationship Id="rId8" Type="http://schemas.openxmlformats.org/officeDocument/2006/relationships/customXml" Target="../ink/ink229.xml"/><Relationship Id="rId51" Type="http://schemas.openxmlformats.org/officeDocument/2006/relationships/customXml" Target="../ink/ink251.xml"/><Relationship Id="rId72" Type="http://schemas.openxmlformats.org/officeDocument/2006/relationships/image" Target="../media/image283.png"/><Relationship Id="rId93" Type="http://schemas.openxmlformats.org/officeDocument/2006/relationships/customXml" Target="../ink/ink272.xml"/><Relationship Id="rId98" Type="http://schemas.openxmlformats.org/officeDocument/2006/relationships/image" Target="../media/image296.png"/><Relationship Id="rId121" Type="http://schemas.openxmlformats.org/officeDocument/2006/relationships/customXml" Target="../ink/ink286.xml"/><Relationship Id="rId142" Type="http://schemas.openxmlformats.org/officeDocument/2006/relationships/customXml" Target="../ink/ink297.xml"/><Relationship Id="rId3" Type="http://schemas.openxmlformats.org/officeDocument/2006/relationships/image" Target="../media/image249.png"/><Relationship Id="rId25" Type="http://schemas.openxmlformats.org/officeDocument/2006/relationships/image" Target="../media/image260.png"/><Relationship Id="rId46" Type="http://schemas.openxmlformats.org/officeDocument/2006/relationships/image" Target="../media/image270.png"/><Relationship Id="rId67" Type="http://schemas.openxmlformats.org/officeDocument/2006/relationships/customXml" Target="../ink/ink259.xml"/><Relationship Id="rId116" Type="http://schemas.openxmlformats.org/officeDocument/2006/relationships/image" Target="../media/image305.png"/><Relationship Id="rId137" Type="http://schemas.openxmlformats.org/officeDocument/2006/relationships/customXml" Target="../ink/ink294.xml"/><Relationship Id="rId20" Type="http://schemas.openxmlformats.org/officeDocument/2006/relationships/customXml" Target="../ink/ink235.xml"/><Relationship Id="rId41" Type="http://schemas.openxmlformats.org/officeDocument/2006/relationships/image" Target="../media/image268.png"/><Relationship Id="rId62" Type="http://schemas.openxmlformats.org/officeDocument/2006/relationships/image" Target="../media/image278.png"/><Relationship Id="rId83" Type="http://schemas.openxmlformats.org/officeDocument/2006/relationships/customXml" Target="../ink/ink267.xml"/><Relationship Id="rId88" Type="http://schemas.openxmlformats.org/officeDocument/2006/relationships/image" Target="../media/image291.png"/><Relationship Id="rId111" Type="http://schemas.openxmlformats.org/officeDocument/2006/relationships/customXml" Target="../ink/ink281.xml"/><Relationship Id="rId132" Type="http://schemas.openxmlformats.org/officeDocument/2006/relationships/image" Target="../media/image313.png"/><Relationship Id="rId15" Type="http://schemas.openxmlformats.org/officeDocument/2006/relationships/image" Target="../media/image255.png"/><Relationship Id="rId36" Type="http://schemas.openxmlformats.org/officeDocument/2006/relationships/customXml" Target="../ink/ink243.xml"/><Relationship Id="rId57" Type="http://schemas.openxmlformats.org/officeDocument/2006/relationships/customXml" Target="../ink/ink254.xml"/><Relationship Id="rId106" Type="http://schemas.openxmlformats.org/officeDocument/2006/relationships/image" Target="../media/image300.png"/><Relationship Id="rId127" Type="http://schemas.openxmlformats.org/officeDocument/2006/relationships/customXml" Target="../ink/ink289.xml"/><Relationship Id="rId10" Type="http://schemas.openxmlformats.org/officeDocument/2006/relationships/customXml" Target="../ink/ink230.xml"/><Relationship Id="rId31" Type="http://schemas.openxmlformats.org/officeDocument/2006/relationships/image" Target="../media/image263.png"/><Relationship Id="rId52" Type="http://schemas.openxmlformats.org/officeDocument/2006/relationships/image" Target="../media/image273.png"/><Relationship Id="rId73" Type="http://schemas.openxmlformats.org/officeDocument/2006/relationships/customXml" Target="../ink/ink262.xml"/><Relationship Id="rId78" Type="http://schemas.openxmlformats.org/officeDocument/2006/relationships/image" Target="../media/image286.png"/><Relationship Id="rId94" Type="http://schemas.openxmlformats.org/officeDocument/2006/relationships/image" Target="../media/image294.png"/><Relationship Id="rId99" Type="http://schemas.openxmlformats.org/officeDocument/2006/relationships/customXml" Target="../ink/ink275.xml"/><Relationship Id="rId101" Type="http://schemas.openxmlformats.org/officeDocument/2006/relationships/customXml" Target="../ink/ink276.xml"/><Relationship Id="rId122" Type="http://schemas.openxmlformats.org/officeDocument/2006/relationships/image" Target="../media/image308.png"/><Relationship Id="rId143" Type="http://schemas.openxmlformats.org/officeDocument/2006/relationships/image" Target="../media/image318.png"/><Relationship Id="rId4" Type="http://schemas.openxmlformats.org/officeDocument/2006/relationships/customXml" Target="../ink/ink227.xml"/><Relationship Id="rId9" Type="http://schemas.openxmlformats.org/officeDocument/2006/relationships/image" Target="../media/image252.png"/><Relationship Id="rId26" Type="http://schemas.openxmlformats.org/officeDocument/2006/relationships/customXml" Target="../ink/ink238.xml"/><Relationship Id="rId47" Type="http://schemas.openxmlformats.org/officeDocument/2006/relationships/customXml" Target="../ink/ink249.xml"/><Relationship Id="rId68" Type="http://schemas.openxmlformats.org/officeDocument/2006/relationships/image" Target="../media/image281.png"/><Relationship Id="rId89" Type="http://schemas.openxmlformats.org/officeDocument/2006/relationships/customXml" Target="../ink/ink270.xml"/><Relationship Id="rId112" Type="http://schemas.openxmlformats.org/officeDocument/2006/relationships/image" Target="../media/image303.png"/><Relationship Id="rId133" Type="http://schemas.openxmlformats.org/officeDocument/2006/relationships/customXml" Target="../ink/ink292.xml"/><Relationship Id="rId16" Type="http://schemas.openxmlformats.org/officeDocument/2006/relationships/customXml" Target="../ink/ink233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76.png"/><Relationship Id="rId21" Type="http://schemas.openxmlformats.org/officeDocument/2006/relationships/image" Target="../media/image328.png"/><Relationship Id="rId42" Type="http://schemas.openxmlformats.org/officeDocument/2006/relationships/customXml" Target="../ink/ink318.xml"/><Relationship Id="rId63" Type="http://schemas.openxmlformats.org/officeDocument/2006/relationships/image" Target="../media/image349.png"/><Relationship Id="rId84" Type="http://schemas.openxmlformats.org/officeDocument/2006/relationships/customXml" Target="../ink/ink339.xml"/><Relationship Id="rId16" Type="http://schemas.openxmlformats.org/officeDocument/2006/relationships/customXml" Target="../ink/ink305.xml"/><Relationship Id="rId107" Type="http://schemas.openxmlformats.org/officeDocument/2006/relationships/image" Target="../media/image371.png"/><Relationship Id="rId11" Type="http://schemas.openxmlformats.org/officeDocument/2006/relationships/image" Target="../media/image323.png"/><Relationship Id="rId32" Type="http://schemas.openxmlformats.org/officeDocument/2006/relationships/customXml" Target="../ink/ink313.xml"/><Relationship Id="rId37" Type="http://schemas.openxmlformats.org/officeDocument/2006/relationships/image" Target="../media/image336.png"/><Relationship Id="rId53" Type="http://schemas.openxmlformats.org/officeDocument/2006/relationships/image" Target="../media/image344.png"/><Relationship Id="rId58" Type="http://schemas.openxmlformats.org/officeDocument/2006/relationships/customXml" Target="../ink/ink326.xml"/><Relationship Id="rId74" Type="http://schemas.openxmlformats.org/officeDocument/2006/relationships/customXml" Target="../ink/ink334.xml"/><Relationship Id="rId79" Type="http://schemas.openxmlformats.org/officeDocument/2006/relationships/image" Target="../media/image357.png"/><Relationship Id="rId102" Type="http://schemas.openxmlformats.org/officeDocument/2006/relationships/customXml" Target="../ink/ink348.xml"/><Relationship Id="rId123" Type="http://schemas.openxmlformats.org/officeDocument/2006/relationships/image" Target="../media/image379.png"/><Relationship Id="rId128" Type="http://schemas.openxmlformats.org/officeDocument/2006/relationships/customXml" Target="../ink/ink361.xml"/><Relationship Id="rId5" Type="http://schemas.openxmlformats.org/officeDocument/2006/relationships/image" Target="../media/image320.png"/><Relationship Id="rId90" Type="http://schemas.openxmlformats.org/officeDocument/2006/relationships/customXml" Target="../ink/ink342.xml"/><Relationship Id="rId95" Type="http://schemas.openxmlformats.org/officeDocument/2006/relationships/image" Target="../media/image365.png"/><Relationship Id="rId22" Type="http://schemas.openxmlformats.org/officeDocument/2006/relationships/customXml" Target="../ink/ink308.xml"/><Relationship Id="rId27" Type="http://schemas.openxmlformats.org/officeDocument/2006/relationships/image" Target="../media/image331.png"/><Relationship Id="rId43" Type="http://schemas.openxmlformats.org/officeDocument/2006/relationships/image" Target="../media/image339.png"/><Relationship Id="rId48" Type="http://schemas.openxmlformats.org/officeDocument/2006/relationships/customXml" Target="../ink/ink321.xml"/><Relationship Id="rId64" Type="http://schemas.openxmlformats.org/officeDocument/2006/relationships/customXml" Target="../ink/ink329.xml"/><Relationship Id="rId69" Type="http://schemas.openxmlformats.org/officeDocument/2006/relationships/image" Target="../media/image352.png"/><Relationship Id="rId113" Type="http://schemas.openxmlformats.org/officeDocument/2006/relationships/image" Target="../media/image374.png"/><Relationship Id="rId118" Type="http://schemas.openxmlformats.org/officeDocument/2006/relationships/customXml" Target="../ink/ink356.xml"/><Relationship Id="rId134" Type="http://schemas.openxmlformats.org/officeDocument/2006/relationships/customXml" Target="../ink/ink364.xml"/><Relationship Id="rId80" Type="http://schemas.openxmlformats.org/officeDocument/2006/relationships/customXml" Target="../ink/ink337.xml"/><Relationship Id="rId85" Type="http://schemas.openxmlformats.org/officeDocument/2006/relationships/image" Target="../media/image360.png"/><Relationship Id="rId12" Type="http://schemas.openxmlformats.org/officeDocument/2006/relationships/customXml" Target="../ink/ink303.xml"/><Relationship Id="rId17" Type="http://schemas.openxmlformats.org/officeDocument/2006/relationships/image" Target="../media/image326.png"/><Relationship Id="rId33" Type="http://schemas.openxmlformats.org/officeDocument/2006/relationships/image" Target="../media/image334.png"/><Relationship Id="rId38" Type="http://schemas.openxmlformats.org/officeDocument/2006/relationships/customXml" Target="../ink/ink316.xml"/><Relationship Id="rId59" Type="http://schemas.openxmlformats.org/officeDocument/2006/relationships/image" Target="../media/image347.png"/><Relationship Id="rId103" Type="http://schemas.openxmlformats.org/officeDocument/2006/relationships/image" Target="../media/image369.png"/><Relationship Id="rId108" Type="http://schemas.openxmlformats.org/officeDocument/2006/relationships/customXml" Target="../ink/ink351.xml"/><Relationship Id="rId124" Type="http://schemas.openxmlformats.org/officeDocument/2006/relationships/customXml" Target="../ink/ink359.xml"/><Relationship Id="rId129" Type="http://schemas.openxmlformats.org/officeDocument/2006/relationships/image" Target="../media/image382.png"/><Relationship Id="rId54" Type="http://schemas.openxmlformats.org/officeDocument/2006/relationships/customXml" Target="../ink/ink324.xml"/><Relationship Id="rId70" Type="http://schemas.openxmlformats.org/officeDocument/2006/relationships/customXml" Target="../ink/ink332.xml"/><Relationship Id="rId75" Type="http://schemas.openxmlformats.org/officeDocument/2006/relationships/image" Target="../media/image355.png"/><Relationship Id="rId91" Type="http://schemas.openxmlformats.org/officeDocument/2006/relationships/image" Target="../media/image363.png"/><Relationship Id="rId96" Type="http://schemas.openxmlformats.org/officeDocument/2006/relationships/customXml" Target="../ink/ink34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0.xml"/><Relationship Id="rId23" Type="http://schemas.openxmlformats.org/officeDocument/2006/relationships/image" Target="../media/image329.png"/><Relationship Id="rId28" Type="http://schemas.openxmlformats.org/officeDocument/2006/relationships/customXml" Target="../ink/ink311.xml"/><Relationship Id="rId49" Type="http://schemas.openxmlformats.org/officeDocument/2006/relationships/image" Target="../media/image342.png"/><Relationship Id="rId114" Type="http://schemas.openxmlformats.org/officeDocument/2006/relationships/customXml" Target="../ink/ink354.xml"/><Relationship Id="rId119" Type="http://schemas.openxmlformats.org/officeDocument/2006/relationships/image" Target="../media/image377.png"/><Relationship Id="rId44" Type="http://schemas.openxmlformats.org/officeDocument/2006/relationships/customXml" Target="../ink/ink319.xml"/><Relationship Id="rId60" Type="http://schemas.openxmlformats.org/officeDocument/2006/relationships/customXml" Target="../ink/ink327.xml"/><Relationship Id="rId65" Type="http://schemas.openxmlformats.org/officeDocument/2006/relationships/image" Target="../media/image350.png"/><Relationship Id="rId81" Type="http://schemas.openxmlformats.org/officeDocument/2006/relationships/image" Target="../media/image358.png"/><Relationship Id="rId86" Type="http://schemas.openxmlformats.org/officeDocument/2006/relationships/customXml" Target="../ink/ink340.xml"/><Relationship Id="rId130" Type="http://schemas.openxmlformats.org/officeDocument/2006/relationships/customXml" Target="../ink/ink362.xml"/><Relationship Id="rId135" Type="http://schemas.openxmlformats.org/officeDocument/2006/relationships/image" Target="../media/image385.png"/><Relationship Id="rId13" Type="http://schemas.openxmlformats.org/officeDocument/2006/relationships/image" Target="../media/image324.png"/><Relationship Id="rId18" Type="http://schemas.openxmlformats.org/officeDocument/2006/relationships/customXml" Target="../ink/ink306.xml"/><Relationship Id="rId39" Type="http://schemas.openxmlformats.org/officeDocument/2006/relationships/image" Target="../media/image337.png"/><Relationship Id="rId109" Type="http://schemas.openxmlformats.org/officeDocument/2006/relationships/image" Target="../media/image372.png"/><Relationship Id="rId34" Type="http://schemas.openxmlformats.org/officeDocument/2006/relationships/customXml" Target="../ink/ink314.xml"/><Relationship Id="rId50" Type="http://schemas.openxmlformats.org/officeDocument/2006/relationships/customXml" Target="../ink/ink322.xml"/><Relationship Id="rId55" Type="http://schemas.openxmlformats.org/officeDocument/2006/relationships/image" Target="../media/image345.png"/><Relationship Id="rId76" Type="http://schemas.openxmlformats.org/officeDocument/2006/relationships/customXml" Target="../ink/ink335.xml"/><Relationship Id="rId97" Type="http://schemas.openxmlformats.org/officeDocument/2006/relationships/image" Target="../media/image366.png"/><Relationship Id="rId104" Type="http://schemas.openxmlformats.org/officeDocument/2006/relationships/customXml" Target="../ink/ink349.xml"/><Relationship Id="rId120" Type="http://schemas.openxmlformats.org/officeDocument/2006/relationships/customXml" Target="../ink/ink357.xml"/><Relationship Id="rId125" Type="http://schemas.openxmlformats.org/officeDocument/2006/relationships/image" Target="../media/image380.png"/><Relationship Id="rId7" Type="http://schemas.openxmlformats.org/officeDocument/2006/relationships/image" Target="../media/image321.png"/><Relationship Id="rId71" Type="http://schemas.openxmlformats.org/officeDocument/2006/relationships/image" Target="../media/image353.png"/><Relationship Id="rId92" Type="http://schemas.openxmlformats.org/officeDocument/2006/relationships/customXml" Target="../ink/ink343.xml"/><Relationship Id="rId2" Type="http://schemas.openxmlformats.org/officeDocument/2006/relationships/customXml" Target="../ink/ink298.xml"/><Relationship Id="rId29" Type="http://schemas.openxmlformats.org/officeDocument/2006/relationships/image" Target="../media/image332.png"/><Relationship Id="rId24" Type="http://schemas.openxmlformats.org/officeDocument/2006/relationships/customXml" Target="../ink/ink309.xml"/><Relationship Id="rId40" Type="http://schemas.openxmlformats.org/officeDocument/2006/relationships/customXml" Target="../ink/ink317.xml"/><Relationship Id="rId45" Type="http://schemas.openxmlformats.org/officeDocument/2006/relationships/image" Target="../media/image340.png"/><Relationship Id="rId66" Type="http://schemas.openxmlformats.org/officeDocument/2006/relationships/customXml" Target="../ink/ink330.xml"/><Relationship Id="rId87" Type="http://schemas.openxmlformats.org/officeDocument/2006/relationships/image" Target="../media/image361.png"/><Relationship Id="rId110" Type="http://schemas.openxmlformats.org/officeDocument/2006/relationships/customXml" Target="../ink/ink352.xml"/><Relationship Id="rId115" Type="http://schemas.openxmlformats.org/officeDocument/2006/relationships/image" Target="../media/image375.png"/><Relationship Id="rId131" Type="http://schemas.openxmlformats.org/officeDocument/2006/relationships/image" Target="../media/image383.png"/><Relationship Id="rId136" Type="http://schemas.openxmlformats.org/officeDocument/2006/relationships/customXml" Target="../ink/ink365.xml"/><Relationship Id="rId61" Type="http://schemas.openxmlformats.org/officeDocument/2006/relationships/image" Target="../media/image348.png"/><Relationship Id="rId82" Type="http://schemas.openxmlformats.org/officeDocument/2006/relationships/customXml" Target="../ink/ink338.xml"/><Relationship Id="rId19" Type="http://schemas.openxmlformats.org/officeDocument/2006/relationships/image" Target="../media/image327.png"/><Relationship Id="rId14" Type="http://schemas.openxmlformats.org/officeDocument/2006/relationships/customXml" Target="../ink/ink304.xml"/><Relationship Id="rId30" Type="http://schemas.openxmlformats.org/officeDocument/2006/relationships/customXml" Target="../ink/ink312.xml"/><Relationship Id="rId35" Type="http://schemas.openxmlformats.org/officeDocument/2006/relationships/image" Target="../media/image335.png"/><Relationship Id="rId56" Type="http://schemas.openxmlformats.org/officeDocument/2006/relationships/customXml" Target="../ink/ink325.xml"/><Relationship Id="rId77" Type="http://schemas.openxmlformats.org/officeDocument/2006/relationships/image" Target="../media/image356.png"/><Relationship Id="rId100" Type="http://schemas.openxmlformats.org/officeDocument/2006/relationships/customXml" Target="../ink/ink347.xml"/><Relationship Id="rId105" Type="http://schemas.openxmlformats.org/officeDocument/2006/relationships/image" Target="../media/image370.png"/><Relationship Id="rId126" Type="http://schemas.openxmlformats.org/officeDocument/2006/relationships/customXml" Target="../ink/ink360.xml"/><Relationship Id="rId8" Type="http://schemas.openxmlformats.org/officeDocument/2006/relationships/customXml" Target="../ink/ink301.xml"/><Relationship Id="rId51" Type="http://schemas.openxmlformats.org/officeDocument/2006/relationships/image" Target="../media/image343.png"/><Relationship Id="rId72" Type="http://schemas.openxmlformats.org/officeDocument/2006/relationships/customXml" Target="../ink/ink333.xml"/><Relationship Id="rId93" Type="http://schemas.openxmlformats.org/officeDocument/2006/relationships/image" Target="../media/image364.png"/><Relationship Id="rId98" Type="http://schemas.openxmlformats.org/officeDocument/2006/relationships/customXml" Target="../ink/ink346.xml"/><Relationship Id="rId121" Type="http://schemas.openxmlformats.org/officeDocument/2006/relationships/image" Target="../media/image378.png"/><Relationship Id="rId3" Type="http://schemas.openxmlformats.org/officeDocument/2006/relationships/image" Target="../media/image319.png"/><Relationship Id="rId25" Type="http://schemas.openxmlformats.org/officeDocument/2006/relationships/image" Target="../media/image330.png"/><Relationship Id="rId46" Type="http://schemas.openxmlformats.org/officeDocument/2006/relationships/customXml" Target="../ink/ink320.xml"/><Relationship Id="rId67" Type="http://schemas.openxmlformats.org/officeDocument/2006/relationships/image" Target="../media/image351.png"/><Relationship Id="rId116" Type="http://schemas.openxmlformats.org/officeDocument/2006/relationships/customXml" Target="../ink/ink355.xml"/><Relationship Id="rId137" Type="http://schemas.openxmlformats.org/officeDocument/2006/relationships/image" Target="../media/image386.png"/><Relationship Id="rId20" Type="http://schemas.openxmlformats.org/officeDocument/2006/relationships/customXml" Target="../ink/ink307.xml"/><Relationship Id="rId41" Type="http://schemas.openxmlformats.org/officeDocument/2006/relationships/image" Target="../media/image338.png"/><Relationship Id="rId62" Type="http://schemas.openxmlformats.org/officeDocument/2006/relationships/customXml" Target="../ink/ink328.xml"/><Relationship Id="rId83" Type="http://schemas.openxmlformats.org/officeDocument/2006/relationships/image" Target="../media/image359.png"/><Relationship Id="rId88" Type="http://schemas.openxmlformats.org/officeDocument/2006/relationships/customXml" Target="../ink/ink341.xml"/><Relationship Id="rId111" Type="http://schemas.openxmlformats.org/officeDocument/2006/relationships/image" Target="../media/image373.png"/><Relationship Id="rId132" Type="http://schemas.openxmlformats.org/officeDocument/2006/relationships/customXml" Target="../ink/ink363.xml"/><Relationship Id="rId15" Type="http://schemas.openxmlformats.org/officeDocument/2006/relationships/image" Target="../media/image325.png"/><Relationship Id="rId36" Type="http://schemas.openxmlformats.org/officeDocument/2006/relationships/customXml" Target="../ink/ink315.xml"/><Relationship Id="rId57" Type="http://schemas.openxmlformats.org/officeDocument/2006/relationships/image" Target="../media/image346.png"/><Relationship Id="rId106" Type="http://schemas.openxmlformats.org/officeDocument/2006/relationships/customXml" Target="../ink/ink350.xml"/><Relationship Id="rId127" Type="http://schemas.openxmlformats.org/officeDocument/2006/relationships/image" Target="../media/image381.png"/><Relationship Id="rId10" Type="http://schemas.openxmlformats.org/officeDocument/2006/relationships/customXml" Target="../ink/ink302.xml"/><Relationship Id="rId31" Type="http://schemas.openxmlformats.org/officeDocument/2006/relationships/image" Target="../media/image333.png"/><Relationship Id="rId52" Type="http://schemas.openxmlformats.org/officeDocument/2006/relationships/customXml" Target="../ink/ink323.xml"/><Relationship Id="rId73" Type="http://schemas.openxmlformats.org/officeDocument/2006/relationships/image" Target="../media/image354.png"/><Relationship Id="rId78" Type="http://schemas.openxmlformats.org/officeDocument/2006/relationships/customXml" Target="../ink/ink336.xml"/><Relationship Id="rId94" Type="http://schemas.openxmlformats.org/officeDocument/2006/relationships/customXml" Target="../ink/ink344.xml"/><Relationship Id="rId99" Type="http://schemas.openxmlformats.org/officeDocument/2006/relationships/image" Target="../media/image367.png"/><Relationship Id="rId101" Type="http://schemas.openxmlformats.org/officeDocument/2006/relationships/image" Target="../media/image368.png"/><Relationship Id="rId122" Type="http://schemas.openxmlformats.org/officeDocument/2006/relationships/customXml" Target="../ink/ink358.xml"/><Relationship Id="rId4" Type="http://schemas.openxmlformats.org/officeDocument/2006/relationships/customXml" Target="../ink/ink299.xml"/><Relationship Id="rId9" Type="http://schemas.openxmlformats.org/officeDocument/2006/relationships/image" Target="../media/image322.png"/><Relationship Id="rId26" Type="http://schemas.openxmlformats.org/officeDocument/2006/relationships/customXml" Target="../ink/ink310.xml"/><Relationship Id="rId47" Type="http://schemas.openxmlformats.org/officeDocument/2006/relationships/image" Target="../media/image341.png"/><Relationship Id="rId68" Type="http://schemas.openxmlformats.org/officeDocument/2006/relationships/customXml" Target="../ink/ink331.xml"/><Relationship Id="rId89" Type="http://schemas.openxmlformats.org/officeDocument/2006/relationships/image" Target="../media/image362.png"/><Relationship Id="rId112" Type="http://schemas.openxmlformats.org/officeDocument/2006/relationships/customXml" Target="../ink/ink353.xml"/><Relationship Id="rId133" Type="http://schemas.openxmlformats.org/officeDocument/2006/relationships/image" Target="../media/image38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B95FDA-8015-C088-0684-E7CCB1541371}"/>
              </a:ext>
            </a:extLst>
          </p:cNvPr>
          <p:cNvSpPr/>
          <p:nvPr/>
        </p:nvSpPr>
        <p:spPr>
          <a:xfrm>
            <a:off x="442763" y="606392"/>
            <a:ext cx="14135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sz="1400" dirty="0"/>
            </a:br>
            <a:r>
              <a:rPr lang="en-US" sz="1400" dirty="0"/>
              <a:t>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11BD49-970C-6C5E-8406-367B427B8438}"/>
              </a:ext>
            </a:extLst>
          </p:cNvPr>
          <p:cNvSpPr/>
          <p:nvPr/>
        </p:nvSpPr>
        <p:spPr>
          <a:xfrm>
            <a:off x="2597218" y="606392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r>
              <a:rPr lang="en-US" sz="1400" dirty="0"/>
              <a:t> (70%)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535E6B-5471-965F-B1A0-8DBB90BE8146}"/>
              </a:ext>
            </a:extLst>
          </p:cNvPr>
          <p:cNvSpPr/>
          <p:nvPr/>
        </p:nvSpPr>
        <p:spPr>
          <a:xfrm>
            <a:off x="2597218" y="4292866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2C0731-C6C0-ACAC-3291-020E78E0AE0C}"/>
              </a:ext>
            </a:extLst>
          </p:cNvPr>
          <p:cNvSpPr/>
          <p:nvPr/>
        </p:nvSpPr>
        <p:spPr>
          <a:xfrm>
            <a:off x="2597218" y="5091763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C11F8D1D-6EAE-8B6F-4D29-1501601E9DD2}"/>
              </a:ext>
            </a:extLst>
          </p:cNvPr>
          <p:cNvSpPr/>
          <p:nvPr/>
        </p:nvSpPr>
        <p:spPr>
          <a:xfrm>
            <a:off x="4456497" y="5197640"/>
            <a:ext cx="5138276" cy="51976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0A9442F-BC4D-96A6-0497-E7E02E1108DF}"/>
              </a:ext>
            </a:extLst>
          </p:cNvPr>
          <p:cNvCxnSpPr/>
          <p:nvPr/>
        </p:nvCxnSpPr>
        <p:spPr>
          <a:xfrm>
            <a:off x="4543124" y="336884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AC2CE51-3338-FFF9-05B9-927A6F855B7A}"/>
              </a:ext>
            </a:extLst>
          </p:cNvPr>
          <p:cNvSpPr txBox="1"/>
          <p:nvPr/>
        </p:nvSpPr>
        <p:spPr>
          <a:xfrm>
            <a:off x="4629752" y="237060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EDA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F449307-5F90-3AF0-0223-A8AA6A4B3F1B}"/>
              </a:ext>
            </a:extLst>
          </p:cNvPr>
          <p:cNvCxnSpPr/>
          <p:nvPr/>
        </p:nvCxnSpPr>
        <p:spPr>
          <a:xfrm>
            <a:off x="7063339" y="339290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01052E4-EF06-CC55-CD57-E2000EB63536}"/>
              </a:ext>
            </a:extLst>
          </p:cNvPr>
          <p:cNvSpPr txBox="1"/>
          <p:nvPr/>
        </p:nvSpPr>
        <p:spPr>
          <a:xfrm>
            <a:off x="7149967" y="239466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Model Building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D14865-C523-0CFA-7F60-692CF5D6AA25}"/>
              </a:ext>
            </a:extLst>
          </p:cNvPr>
          <p:cNvCxnSpPr/>
          <p:nvPr/>
        </p:nvCxnSpPr>
        <p:spPr>
          <a:xfrm>
            <a:off x="9325276" y="336884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C56834A-8273-977A-D43C-F9803CD1E32D}"/>
              </a:ext>
            </a:extLst>
          </p:cNvPr>
          <p:cNvSpPr txBox="1"/>
          <p:nvPr/>
        </p:nvSpPr>
        <p:spPr>
          <a:xfrm>
            <a:off x="9411904" y="237060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Final Evaluation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1559FDF-0D43-C466-4E8F-53F00DA4A0E6}"/>
                  </a:ext>
                </a:extLst>
              </p14:cNvPr>
              <p14:cNvContentPartPr/>
              <p14:nvPr/>
            </p14:nvContentPartPr>
            <p14:xfrm>
              <a:off x="-146880" y="3663739"/>
              <a:ext cx="36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1559FDF-0D43-C466-4E8F-53F00DA4A0E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53000" y="3657619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74FF34CA-0316-360E-253F-223D85403991}"/>
              </a:ext>
            </a:extLst>
          </p:cNvPr>
          <p:cNvSpPr/>
          <p:nvPr/>
        </p:nvSpPr>
        <p:spPr>
          <a:xfrm>
            <a:off x="1886552" y="606392"/>
            <a:ext cx="336884" cy="521689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D4258E7-06D7-F87B-CD4D-46E5893D1846}"/>
              </a:ext>
            </a:extLst>
          </p:cNvPr>
          <p:cNvSpPr/>
          <p:nvPr/>
        </p:nvSpPr>
        <p:spPr>
          <a:xfrm>
            <a:off x="4039666" y="606392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A1D49B2-6085-B613-6322-C7C65062B4D1}"/>
              </a:ext>
            </a:extLst>
          </p:cNvPr>
          <p:cNvSpPr/>
          <p:nvPr/>
        </p:nvSpPr>
        <p:spPr>
          <a:xfrm>
            <a:off x="4036722" y="429286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FD8D39-BE1B-9CA2-58E2-67C591125490}"/>
              </a:ext>
            </a:extLst>
          </p:cNvPr>
          <p:cNvSpPr/>
          <p:nvPr/>
        </p:nvSpPr>
        <p:spPr>
          <a:xfrm>
            <a:off x="4039666" y="5086949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2C2C5C-0FA8-7E91-BC19-51DA38370B58}"/>
              </a:ext>
            </a:extLst>
          </p:cNvPr>
          <p:cNvSpPr/>
          <p:nvPr/>
        </p:nvSpPr>
        <p:spPr>
          <a:xfrm>
            <a:off x="4910224" y="606392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E27D70-9836-EC37-7F72-DBBCF8A0C34E}"/>
              </a:ext>
            </a:extLst>
          </p:cNvPr>
          <p:cNvSpPr/>
          <p:nvPr/>
        </p:nvSpPr>
        <p:spPr>
          <a:xfrm>
            <a:off x="4910224" y="4292866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0BFBBC0-02AE-55C5-D510-A2ABB8B9C463}"/>
              </a:ext>
            </a:extLst>
          </p:cNvPr>
          <p:cNvSpPr/>
          <p:nvPr/>
        </p:nvSpPr>
        <p:spPr>
          <a:xfrm>
            <a:off x="6352672" y="606392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487B4B8-33D0-CDCC-8E3E-54F673EDE17A}"/>
              </a:ext>
            </a:extLst>
          </p:cNvPr>
          <p:cNvSpPr/>
          <p:nvPr/>
        </p:nvSpPr>
        <p:spPr>
          <a:xfrm>
            <a:off x="6349728" y="429286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7E3CCE-C45B-3D70-5359-1C949BE189EB}"/>
              </a:ext>
            </a:extLst>
          </p:cNvPr>
          <p:cNvSpPr/>
          <p:nvPr/>
        </p:nvSpPr>
        <p:spPr>
          <a:xfrm>
            <a:off x="7304642" y="601581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2B07C48-6362-9210-E4AB-F31FA5901DD6}"/>
              </a:ext>
            </a:extLst>
          </p:cNvPr>
          <p:cNvSpPr/>
          <p:nvPr/>
        </p:nvSpPr>
        <p:spPr>
          <a:xfrm>
            <a:off x="7304642" y="4288055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D851D5-1559-FF0B-86BF-937B0643BCEA}"/>
              </a:ext>
            </a:extLst>
          </p:cNvPr>
          <p:cNvSpPr/>
          <p:nvPr/>
        </p:nvSpPr>
        <p:spPr>
          <a:xfrm>
            <a:off x="8747090" y="601581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221B0DA-F756-B393-B5B1-43D3A1404127}"/>
              </a:ext>
            </a:extLst>
          </p:cNvPr>
          <p:cNvSpPr/>
          <p:nvPr/>
        </p:nvSpPr>
        <p:spPr>
          <a:xfrm>
            <a:off x="8744146" y="4288055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F152C3-44B2-F3C7-F173-8BE6F2EF29EC}"/>
              </a:ext>
            </a:extLst>
          </p:cNvPr>
          <p:cNvSpPr txBox="1"/>
          <p:nvPr/>
        </p:nvSpPr>
        <p:spPr>
          <a:xfrm>
            <a:off x="2096835" y="231239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Train – test split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09C56C9-F693-AF3E-25C4-08A0A76EE7A7}"/>
              </a:ext>
            </a:extLst>
          </p:cNvPr>
          <p:cNvSpPr/>
          <p:nvPr/>
        </p:nvSpPr>
        <p:spPr>
          <a:xfrm>
            <a:off x="9681400" y="5197640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7F8755-3202-4EC1-1D95-92F8EEF10F9E}"/>
              </a:ext>
            </a:extLst>
          </p:cNvPr>
          <p:cNvSpPr/>
          <p:nvPr/>
        </p:nvSpPr>
        <p:spPr>
          <a:xfrm>
            <a:off x="11123848" y="519282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A3763F-2C35-F12A-9E53-5A682B9A148D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Data Split</a:t>
            </a:r>
          </a:p>
        </p:txBody>
      </p:sp>
    </p:spTree>
    <p:extLst>
      <p:ext uri="{BB962C8B-B14F-4D97-AF65-F5344CB8AC3E}">
        <p14:creationId xmlns:p14="http://schemas.microsoft.com/office/powerpoint/2010/main" val="464337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F47FDE-5FEE-CF3B-9BF7-1F9BF03DBFF1}"/>
              </a:ext>
            </a:extLst>
          </p:cNvPr>
          <p:cNvSpPr/>
          <p:nvPr/>
        </p:nvSpPr>
        <p:spPr>
          <a:xfrm>
            <a:off x="442763" y="606392"/>
            <a:ext cx="17806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65EC64-5956-28E7-E018-CB101D2DA059}"/>
              </a:ext>
            </a:extLst>
          </p:cNvPr>
          <p:cNvSpPr/>
          <p:nvPr/>
        </p:nvSpPr>
        <p:spPr>
          <a:xfrm>
            <a:off x="442763" y="5399773"/>
            <a:ext cx="1790299" cy="4235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037FCA-26E1-B05B-5C0F-AE5CB101D49C}"/>
              </a:ext>
            </a:extLst>
          </p:cNvPr>
          <p:cNvSpPr/>
          <p:nvPr/>
        </p:nvSpPr>
        <p:spPr>
          <a:xfrm>
            <a:off x="221381" y="4803006"/>
            <a:ext cx="2387065" cy="12127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BBB728-E829-0F65-54C9-7FA472FE3692}"/>
              </a:ext>
            </a:extLst>
          </p:cNvPr>
          <p:cNvSpPr/>
          <p:nvPr/>
        </p:nvSpPr>
        <p:spPr>
          <a:xfrm>
            <a:off x="433137" y="3869357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86888D-CF10-31D8-8F40-918557F38D9B}"/>
              </a:ext>
            </a:extLst>
          </p:cNvPr>
          <p:cNvSpPr/>
          <p:nvPr/>
        </p:nvSpPr>
        <p:spPr>
          <a:xfrm>
            <a:off x="433136" y="2327711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DE4DD0-C3AA-2CFA-90B1-9FA8FE4748AF}"/>
              </a:ext>
            </a:extLst>
          </p:cNvPr>
          <p:cNvSpPr/>
          <p:nvPr/>
        </p:nvSpPr>
        <p:spPr>
          <a:xfrm>
            <a:off x="442763" y="1257703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A90CFD-9903-10C3-BDE5-DE72A8B3CF32}"/>
              </a:ext>
            </a:extLst>
          </p:cNvPr>
          <p:cNvSpPr/>
          <p:nvPr/>
        </p:nvSpPr>
        <p:spPr>
          <a:xfrm>
            <a:off x="221381" y="3590223"/>
            <a:ext cx="2387065" cy="12127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DEF792-4CF2-ADEB-587E-F7E5AA32254D}"/>
              </a:ext>
            </a:extLst>
          </p:cNvPr>
          <p:cNvSpPr/>
          <p:nvPr/>
        </p:nvSpPr>
        <p:spPr>
          <a:xfrm>
            <a:off x="221380" y="606392"/>
            <a:ext cx="2387065" cy="30030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8347F7-5E36-1795-2DE7-FD67435402A5}"/>
              </a:ext>
            </a:extLst>
          </p:cNvPr>
          <p:cNvSpPr txBox="1"/>
          <p:nvPr/>
        </p:nvSpPr>
        <p:spPr>
          <a:xfrm>
            <a:off x="5053263" y="1305829"/>
            <a:ext cx="4822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90% of patient healthy</a:t>
            </a:r>
          </a:p>
          <a:p>
            <a:r>
              <a:rPr lang="en-US" dirty="0"/>
              <a:t>10% with cancer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EABDB-9C3F-D349-5354-22F68D69E3A6}"/>
              </a:ext>
            </a:extLst>
          </p:cNvPr>
          <p:cNvCxnSpPr>
            <a:endCxn id="11" idx="3"/>
          </p:cNvCxnSpPr>
          <p:nvPr/>
        </p:nvCxnSpPr>
        <p:spPr>
          <a:xfrm flipH="1">
            <a:off x="2608445" y="1597794"/>
            <a:ext cx="2242688" cy="510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E38F5B-1767-D2C9-F40D-D39762EC7DB2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2608446" y="1607420"/>
            <a:ext cx="2242687" cy="2589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8E65FA-1A58-2780-D3E5-50C2AF741A08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2608446" y="1628994"/>
            <a:ext cx="2242687" cy="37804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A60277E-AC08-E2F5-F689-802E682020C2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Data Split</a:t>
            </a:r>
          </a:p>
        </p:txBody>
      </p:sp>
    </p:spTree>
    <p:extLst>
      <p:ext uri="{BB962C8B-B14F-4D97-AF65-F5344CB8AC3E}">
        <p14:creationId xmlns:p14="http://schemas.microsoft.com/office/powerpoint/2010/main" val="2036598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F47FDE-5FEE-CF3B-9BF7-1F9BF03DBFF1}"/>
              </a:ext>
            </a:extLst>
          </p:cNvPr>
          <p:cNvSpPr/>
          <p:nvPr/>
        </p:nvSpPr>
        <p:spPr>
          <a:xfrm>
            <a:off x="442763" y="606392"/>
            <a:ext cx="17806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65EC64-5956-28E7-E018-CB101D2DA059}"/>
              </a:ext>
            </a:extLst>
          </p:cNvPr>
          <p:cNvSpPr/>
          <p:nvPr/>
        </p:nvSpPr>
        <p:spPr>
          <a:xfrm>
            <a:off x="442763" y="5312535"/>
            <a:ext cx="1790299" cy="51074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BBB728-E829-0F65-54C9-7FA472FE3692}"/>
              </a:ext>
            </a:extLst>
          </p:cNvPr>
          <p:cNvSpPr/>
          <p:nvPr/>
        </p:nvSpPr>
        <p:spPr>
          <a:xfrm>
            <a:off x="433137" y="3869357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DE4DD0-C3AA-2CFA-90B1-9FA8FE4748AF}"/>
              </a:ext>
            </a:extLst>
          </p:cNvPr>
          <p:cNvSpPr/>
          <p:nvPr/>
        </p:nvSpPr>
        <p:spPr>
          <a:xfrm>
            <a:off x="442763" y="1257703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8347F7-5E36-1795-2DE7-FD67435402A5}"/>
              </a:ext>
            </a:extLst>
          </p:cNvPr>
          <p:cNvSpPr txBox="1"/>
          <p:nvPr/>
        </p:nvSpPr>
        <p:spPr>
          <a:xfrm>
            <a:off x="172291" y="0"/>
            <a:ext cx="2387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90% of patient healthy</a:t>
            </a:r>
          </a:p>
          <a:p>
            <a:r>
              <a:rPr lang="en-US" dirty="0">
                <a:solidFill>
                  <a:srgbClr val="FF0000"/>
                </a:solidFill>
              </a:rPr>
              <a:t>10% with cancer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E38F5B-1767-D2C9-F40D-D39762EC7DB2}"/>
              </a:ext>
            </a:extLst>
          </p:cNvPr>
          <p:cNvCxnSpPr>
            <a:cxnSpLocks/>
          </p:cNvCxnSpPr>
          <p:nvPr/>
        </p:nvCxnSpPr>
        <p:spPr>
          <a:xfrm>
            <a:off x="3747752" y="3194684"/>
            <a:ext cx="39151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7207D09-025F-CB93-BBED-DC775E375561}"/>
              </a:ext>
            </a:extLst>
          </p:cNvPr>
          <p:cNvSpPr/>
          <p:nvPr/>
        </p:nvSpPr>
        <p:spPr>
          <a:xfrm>
            <a:off x="8817756" y="606392"/>
            <a:ext cx="17806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C4E65A-9ECC-7AA2-29F4-1FF1EACE28C4}"/>
              </a:ext>
            </a:extLst>
          </p:cNvPr>
          <p:cNvSpPr/>
          <p:nvPr/>
        </p:nvSpPr>
        <p:spPr>
          <a:xfrm>
            <a:off x="8817756" y="3533218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49CB56A-58C8-9E4C-F5F4-8A451A73C9E2}"/>
              </a:ext>
            </a:extLst>
          </p:cNvPr>
          <p:cNvSpPr/>
          <p:nvPr/>
        </p:nvSpPr>
        <p:spPr>
          <a:xfrm>
            <a:off x="8808129" y="2327711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0EEF6-8DA9-167F-708E-7D4E5B4C7D1B}"/>
              </a:ext>
            </a:extLst>
          </p:cNvPr>
          <p:cNvSpPr/>
          <p:nvPr/>
        </p:nvSpPr>
        <p:spPr>
          <a:xfrm>
            <a:off x="8817756" y="1257703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1BF593-F29A-4763-BED8-A48E6EFCCCDD}"/>
              </a:ext>
            </a:extLst>
          </p:cNvPr>
          <p:cNvSpPr/>
          <p:nvPr/>
        </p:nvSpPr>
        <p:spPr>
          <a:xfrm>
            <a:off x="8808128" y="5528108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0A9D9B1-B85C-133A-F537-527248DF55D7}"/>
              </a:ext>
            </a:extLst>
          </p:cNvPr>
          <p:cNvSpPr/>
          <p:nvPr/>
        </p:nvSpPr>
        <p:spPr>
          <a:xfrm>
            <a:off x="8817756" y="4673665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1DB023A-2FBC-B764-85ED-C4812862328F}"/>
              </a:ext>
            </a:extLst>
          </p:cNvPr>
          <p:cNvSpPr/>
          <p:nvPr/>
        </p:nvSpPr>
        <p:spPr>
          <a:xfrm>
            <a:off x="8509744" y="619826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F230BE3-83B8-E8E2-49AC-54A886FC151A}"/>
              </a:ext>
            </a:extLst>
          </p:cNvPr>
          <p:cNvSpPr/>
          <p:nvPr/>
        </p:nvSpPr>
        <p:spPr>
          <a:xfrm>
            <a:off x="8509743" y="1649769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2BA2D-C81D-778E-F4C1-48A7107717A9}"/>
              </a:ext>
            </a:extLst>
          </p:cNvPr>
          <p:cNvSpPr/>
          <p:nvPr/>
        </p:nvSpPr>
        <p:spPr>
          <a:xfrm>
            <a:off x="8509743" y="2679712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7D09345-21A6-575F-B299-CEC40F50820E}"/>
              </a:ext>
            </a:extLst>
          </p:cNvPr>
          <p:cNvSpPr/>
          <p:nvPr/>
        </p:nvSpPr>
        <p:spPr>
          <a:xfrm>
            <a:off x="8519372" y="3709655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58A888D-8C8E-DCD5-1CE3-1462FB3BE837}"/>
              </a:ext>
            </a:extLst>
          </p:cNvPr>
          <p:cNvSpPr/>
          <p:nvPr/>
        </p:nvSpPr>
        <p:spPr>
          <a:xfrm>
            <a:off x="8529001" y="4739598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40EC962-6CB7-E83C-8DEC-4B406EE30D6A}"/>
              </a:ext>
            </a:extLst>
          </p:cNvPr>
          <p:cNvSpPr/>
          <p:nvPr/>
        </p:nvSpPr>
        <p:spPr>
          <a:xfrm>
            <a:off x="169039" y="619826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3CC7B76-9719-D5BD-98CC-C668EEAD269C}"/>
              </a:ext>
            </a:extLst>
          </p:cNvPr>
          <p:cNvSpPr/>
          <p:nvPr/>
        </p:nvSpPr>
        <p:spPr>
          <a:xfrm>
            <a:off x="169038" y="1649769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7519895-3497-ACF1-2BF8-49519ED8B90B}"/>
              </a:ext>
            </a:extLst>
          </p:cNvPr>
          <p:cNvSpPr/>
          <p:nvPr/>
        </p:nvSpPr>
        <p:spPr>
          <a:xfrm>
            <a:off x="169038" y="2679712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D34341A-BC2B-1048-629C-96ADB527CDFB}"/>
              </a:ext>
            </a:extLst>
          </p:cNvPr>
          <p:cNvSpPr/>
          <p:nvPr/>
        </p:nvSpPr>
        <p:spPr>
          <a:xfrm>
            <a:off x="178667" y="3709655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386E9B-BE42-059C-E99D-D257103CF672}"/>
              </a:ext>
            </a:extLst>
          </p:cNvPr>
          <p:cNvSpPr/>
          <p:nvPr/>
        </p:nvSpPr>
        <p:spPr>
          <a:xfrm>
            <a:off x="188296" y="4739598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9FBC2D-E053-D158-4531-E252667ADC15}"/>
              </a:ext>
            </a:extLst>
          </p:cNvPr>
          <p:cNvSpPr txBox="1"/>
          <p:nvPr/>
        </p:nvSpPr>
        <p:spPr>
          <a:xfrm>
            <a:off x="8529001" y="0"/>
            <a:ext cx="2387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90% of patient healthy</a:t>
            </a:r>
          </a:p>
          <a:p>
            <a:r>
              <a:rPr lang="en-US" dirty="0">
                <a:solidFill>
                  <a:srgbClr val="FF0000"/>
                </a:solidFill>
              </a:rPr>
              <a:t>10% with cancer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CB129E8-B064-1FF4-B66E-FBB2547EF449}"/>
              </a:ext>
            </a:extLst>
          </p:cNvPr>
          <p:cNvSpPr txBox="1"/>
          <p:nvPr/>
        </p:nvSpPr>
        <p:spPr>
          <a:xfrm>
            <a:off x="2873744" y="2271353"/>
            <a:ext cx="47891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Ensure </a:t>
            </a:r>
            <a:r>
              <a:rPr lang="en-US" b="1" dirty="0">
                <a:solidFill>
                  <a:schemeClr val="tx2"/>
                </a:solidFill>
              </a:rPr>
              <a:t>EQUAL </a:t>
            </a:r>
            <a:r>
              <a:rPr lang="en-US" dirty="0">
                <a:solidFill>
                  <a:schemeClr val="tx2"/>
                </a:solidFill>
              </a:rPr>
              <a:t>representation of target variable (cancer vs. healthy) across </a:t>
            </a:r>
            <a:r>
              <a:rPr lang="en-US" b="1" dirty="0">
                <a:solidFill>
                  <a:schemeClr val="tx2"/>
                </a:solidFill>
              </a:rPr>
              <a:t>ALL FOLDS</a:t>
            </a:r>
          </a:p>
          <a:p>
            <a:pPr algn="ctr"/>
            <a:endParaRPr lang="en-US" b="1" dirty="0">
              <a:solidFill>
                <a:schemeClr val="tx2"/>
              </a:solidFill>
            </a:endParaRPr>
          </a:p>
          <a:p>
            <a:pPr algn="ctr"/>
            <a:r>
              <a:rPr lang="en-US" b="1" dirty="0">
                <a:solidFill>
                  <a:schemeClr val="tx2"/>
                </a:solidFill>
              </a:rPr>
              <a:t>`</a:t>
            </a:r>
            <a:r>
              <a:rPr lang="en-US" b="1" dirty="0" err="1">
                <a:solidFill>
                  <a:schemeClr val="tx2"/>
                </a:solidFill>
              </a:rPr>
              <a:t>sklearn.model_selection.StratifiedKfold</a:t>
            </a:r>
            <a:r>
              <a:rPr lang="en-US" b="1" dirty="0">
                <a:solidFill>
                  <a:schemeClr val="tx2"/>
                </a:solidFill>
              </a:rPr>
              <a:t>`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878F28-1CCE-473A-00DD-CDAB34F44A1D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Stratify and Split</a:t>
            </a:r>
          </a:p>
        </p:txBody>
      </p:sp>
    </p:spTree>
    <p:extLst>
      <p:ext uri="{BB962C8B-B14F-4D97-AF65-F5344CB8AC3E}">
        <p14:creationId xmlns:p14="http://schemas.microsoft.com/office/powerpoint/2010/main" val="3018980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DB0156-7401-2D2E-6847-1ADC2BF274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478"/>
            <a:ext cx="12192000" cy="636104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BBDB8C5-6C2E-2DC8-BF10-594302A6818C}"/>
              </a:ext>
            </a:extLst>
          </p:cNvPr>
          <p:cNvSpPr/>
          <p:nvPr/>
        </p:nvSpPr>
        <p:spPr>
          <a:xfrm>
            <a:off x="23937" y="754498"/>
            <a:ext cx="1025692" cy="1054983"/>
          </a:xfrm>
          <a:prstGeom prst="rect">
            <a:avLst/>
          </a:prstGeom>
          <a:noFill/>
          <a:ln w="3810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DF3E87-3741-5588-1CF3-C277FED41920}"/>
              </a:ext>
            </a:extLst>
          </p:cNvPr>
          <p:cNvSpPr/>
          <p:nvPr/>
        </p:nvSpPr>
        <p:spPr>
          <a:xfrm>
            <a:off x="23937" y="1835237"/>
            <a:ext cx="1025692" cy="1054983"/>
          </a:xfrm>
          <a:prstGeom prst="rect">
            <a:avLst/>
          </a:prstGeom>
          <a:noFill/>
          <a:ln w="381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34AA2B-0347-0FBE-2B82-9CB78C945A1A}"/>
              </a:ext>
            </a:extLst>
          </p:cNvPr>
          <p:cNvSpPr/>
          <p:nvPr/>
        </p:nvSpPr>
        <p:spPr>
          <a:xfrm>
            <a:off x="23937" y="2921352"/>
            <a:ext cx="1025692" cy="1054983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F845BE-7FBD-B283-6E6A-EEC27D14B13D}"/>
              </a:ext>
            </a:extLst>
          </p:cNvPr>
          <p:cNvSpPr/>
          <p:nvPr/>
        </p:nvSpPr>
        <p:spPr>
          <a:xfrm>
            <a:off x="23937" y="4014969"/>
            <a:ext cx="1025692" cy="1054983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3C6CD6-7AAE-6DED-9678-849E5F03A8BC}"/>
              </a:ext>
            </a:extLst>
          </p:cNvPr>
          <p:cNvSpPr/>
          <p:nvPr/>
        </p:nvSpPr>
        <p:spPr>
          <a:xfrm>
            <a:off x="23937" y="5105410"/>
            <a:ext cx="1025692" cy="105498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94CCA1-E39A-EA96-2643-948D7026CDC6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Stratify and Split</a:t>
            </a:r>
          </a:p>
        </p:txBody>
      </p:sp>
    </p:spTree>
    <p:extLst>
      <p:ext uri="{BB962C8B-B14F-4D97-AF65-F5344CB8AC3E}">
        <p14:creationId xmlns:p14="http://schemas.microsoft.com/office/powerpoint/2010/main" val="834125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DD458F4-D81A-33E7-4D55-F8CED2D6EA2B}"/>
                  </a:ext>
                </a:extLst>
              </p14:cNvPr>
              <p14:cNvContentPartPr/>
              <p14:nvPr/>
            </p14:nvContentPartPr>
            <p14:xfrm>
              <a:off x="2260800" y="2480419"/>
              <a:ext cx="2872440" cy="1456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DD458F4-D81A-33E7-4D55-F8CED2D6EA2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54680" y="2474299"/>
                <a:ext cx="2884680" cy="146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DD6661E-638E-D989-8549-7CFBE6F5C3C6}"/>
                  </a:ext>
                </a:extLst>
              </p14:cNvPr>
              <p14:cNvContentPartPr/>
              <p14:nvPr/>
            </p14:nvContentPartPr>
            <p14:xfrm>
              <a:off x="2140200" y="2594539"/>
              <a:ext cx="3036600" cy="1383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DD6661E-638E-D989-8549-7CFBE6F5C3C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34080" y="2588419"/>
                <a:ext cx="3048840" cy="139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C20D06A-9EE1-3992-D2DE-0B97C1B7C478}"/>
                  </a:ext>
                </a:extLst>
              </p14:cNvPr>
              <p14:cNvContentPartPr/>
              <p14:nvPr/>
            </p14:nvContentPartPr>
            <p14:xfrm>
              <a:off x="2016360" y="2535499"/>
              <a:ext cx="3249720" cy="1519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C20D06A-9EE1-3992-D2DE-0B97C1B7C47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010240" y="2529379"/>
                <a:ext cx="3261960" cy="153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855BB3F-5C38-B509-975C-FDB825537E86}"/>
                  </a:ext>
                </a:extLst>
              </p14:cNvPr>
              <p14:cNvContentPartPr/>
              <p14:nvPr/>
            </p14:nvContentPartPr>
            <p14:xfrm>
              <a:off x="6502320" y="1038619"/>
              <a:ext cx="3448080" cy="1462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855BB3F-5C38-B509-975C-FDB825537E8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496200" y="1032499"/>
                <a:ext cx="3460320" cy="147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3CC43EC-B882-691C-6C59-BEB41F45F09F}"/>
                  </a:ext>
                </a:extLst>
              </p14:cNvPr>
              <p14:cNvContentPartPr/>
              <p14:nvPr/>
            </p14:nvContentPartPr>
            <p14:xfrm>
              <a:off x="6501240" y="1110979"/>
              <a:ext cx="3777480" cy="16020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3CC43EC-B882-691C-6C59-BEB41F45F09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495120" y="1104859"/>
                <a:ext cx="3789720" cy="161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7195005-09A9-B1B2-7653-ADD6124A0E61}"/>
                  </a:ext>
                </a:extLst>
              </p14:cNvPr>
              <p14:cNvContentPartPr/>
              <p14:nvPr/>
            </p14:nvContentPartPr>
            <p14:xfrm>
              <a:off x="8847360" y="600139"/>
              <a:ext cx="428760" cy="6206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7195005-09A9-B1B2-7653-ADD6124A0E6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841240" y="594019"/>
                <a:ext cx="441000" cy="63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609045C-5320-7349-F7B2-186531984308}"/>
                  </a:ext>
                </a:extLst>
              </p14:cNvPr>
              <p14:cNvContentPartPr/>
              <p14:nvPr/>
            </p14:nvContentPartPr>
            <p14:xfrm>
              <a:off x="6238080" y="1034299"/>
              <a:ext cx="755280" cy="3265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609045C-5320-7349-F7B2-1865319843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31960" y="1028179"/>
                <a:ext cx="767520" cy="33876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63B072C4-540D-C020-1F33-D92239784086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Feature EDA</a:t>
            </a:r>
          </a:p>
        </p:txBody>
      </p:sp>
    </p:spTree>
    <p:extLst>
      <p:ext uri="{BB962C8B-B14F-4D97-AF65-F5344CB8AC3E}">
        <p14:creationId xmlns:p14="http://schemas.microsoft.com/office/powerpoint/2010/main" val="2291793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37A49A-21DB-E82C-F336-A0475941FA0F}"/>
              </a:ext>
            </a:extLst>
          </p:cNvPr>
          <p:cNvSpPr/>
          <p:nvPr/>
        </p:nvSpPr>
        <p:spPr>
          <a:xfrm>
            <a:off x="1097280" y="606392"/>
            <a:ext cx="4044058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X_train</a:t>
            </a:r>
            <a:r>
              <a:rPr lang="en-US" dirty="0"/>
              <a:t> (120 samples)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D76F8C-F8FA-26B6-6818-D30D9B74B8DE}"/>
              </a:ext>
            </a:extLst>
          </p:cNvPr>
          <p:cNvSpPr/>
          <p:nvPr/>
        </p:nvSpPr>
        <p:spPr>
          <a:xfrm>
            <a:off x="1097280" y="5167936"/>
            <a:ext cx="4035460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X_test</a:t>
            </a:r>
            <a:r>
              <a:rPr lang="en-US" dirty="0"/>
              <a:t> (30 samples here)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283ECA-D302-219A-93C1-B31D45B748EF}"/>
              </a:ext>
            </a:extLst>
          </p:cNvPr>
          <p:cNvSpPr/>
          <p:nvPr/>
        </p:nvSpPr>
        <p:spPr>
          <a:xfrm>
            <a:off x="9240517" y="601580"/>
            <a:ext cx="1183643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dirty="0" err="1"/>
              <a:t>Y_train</a:t>
            </a:r>
            <a:r>
              <a:rPr lang="en-US" dirty="0"/>
              <a:t> (120 answers here)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61990A-03DC-D55F-499F-D8D80D461728}"/>
              </a:ext>
            </a:extLst>
          </p:cNvPr>
          <p:cNvSpPr/>
          <p:nvPr/>
        </p:nvSpPr>
        <p:spPr>
          <a:xfrm>
            <a:off x="9237324" y="4386716"/>
            <a:ext cx="1183643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200" dirty="0" err="1"/>
              <a:t>Y_test</a:t>
            </a:r>
            <a:r>
              <a:rPr lang="en-US" sz="1200" dirty="0"/>
              <a:t> (30 answers here)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48AD436-5BF8-3CA1-E643-3FC1C072D1C3}"/>
              </a:ext>
            </a:extLst>
          </p:cNvPr>
          <p:cNvSpPr/>
          <p:nvPr/>
        </p:nvSpPr>
        <p:spPr>
          <a:xfrm>
            <a:off x="6096000" y="4638546"/>
            <a:ext cx="1828800" cy="17902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LogisticRegression</a:t>
            </a:r>
            <a:endParaRPr lang="en-US" sz="12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96ED6F4-2108-A36B-10FE-A1603506ABBA}"/>
              </a:ext>
            </a:extLst>
          </p:cNvPr>
          <p:cNvCxnSpPr>
            <a:endCxn id="9" idx="2"/>
          </p:cNvCxnSpPr>
          <p:nvPr/>
        </p:nvCxnSpPr>
        <p:spPr>
          <a:xfrm>
            <a:off x="5223641" y="5533695"/>
            <a:ext cx="87235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2AAB838-742D-9F00-D139-036E50B2FBF9}"/>
              </a:ext>
            </a:extLst>
          </p:cNvPr>
          <p:cNvSpPr/>
          <p:nvPr/>
        </p:nvSpPr>
        <p:spPr>
          <a:xfrm>
            <a:off x="9237325" y="5163125"/>
            <a:ext cx="1183643" cy="7363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200" dirty="0" err="1"/>
              <a:t>Y_pred</a:t>
            </a:r>
            <a:r>
              <a:rPr lang="en-US" sz="1200" dirty="0"/>
              <a:t> (30 predictions here)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CE1622-06A4-80DB-19E7-9E7614A7200B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7924800" y="5531291"/>
            <a:ext cx="1312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E4E3580-4D66-9B75-1E23-45D1814C196C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</a:t>
            </a:r>
          </a:p>
        </p:txBody>
      </p:sp>
    </p:spTree>
    <p:extLst>
      <p:ext uri="{BB962C8B-B14F-4D97-AF65-F5344CB8AC3E}">
        <p14:creationId xmlns:p14="http://schemas.microsoft.com/office/powerpoint/2010/main" val="3396775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EE3BD8-CF59-0827-48F7-514A5C613A3D}"/>
              </a:ext>
            </a:extLst>
          </p:cNvPr>
          <p:cNvSpPr/>
          <p:nvPr/>
        </p:nvSpPr>
        <p:spPr>
          <a:xfrm>
            <a:off x="818147" y="1134442"/>
            <a:ext cx="1511166" cy="48896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29369B-AC11-401C-7254-7FBF3480A6CE}"/>
              </a:ext>
            </a:extLst>
          </p:cNvPr>
          <p:cNvSpPr/>
          <p:nvPr/>
        </p:nvSpPr>
        <p:spPr>
          <a:xfrm>
            <a:off x="2481714" y="1134442"/>
            <a:ext cx="338487" cy="488963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y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45383C3-BB06-A658-8F62-E55ACAB9E4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984902"/>
              </p:ext>
            </p:extLst>
          </p:nvPr>
        </p:nvGraphicFramePr>
        <p:xfrm>
          <a:off x="3244783" y="1134443"/>
          <a:ext cx="8042444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611">
                  <a:extLst>
                    <a:ext uri="{9D8B030D-6E8A-4147-A177-3AD203B41FA5}">
                      <a16:colId xmlns:a16="http://schemas.microsoft.com/office/drawing/2014/main" val="1878097257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820170039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2946969815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498806278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Experience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Salary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74671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54000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22101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67000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32111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9412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21508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95000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27582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87000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33398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B414F9E-0719-1951-B43D-EC8B8D635490}"/>
              </a:ext>
            </a:extLst>
          </p:cNvPr>
          <p:cNvSpPr/>
          <p:nvPr/>
        </p:nvSpPr>
        <p:spPr>
          <a:xfrm>
            <a:off x="818147" y="266564"/>
            <a:ext cx="10469080" cy="724838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Regression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404A97-4D43-5CF0-6F67-A5C2748A7D2C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Training: Regression</a:t>
            </a:r>
          </a:p>
        </p:txBody>
      </p:sp>
    </p:spTree>
    <p:extLst>
      <p:ext uri="{BB962C8B-B14F-4D97-AF65-F5344CB8AC3E}">
        <p14:creationId xmlns:p14="http://schemas.microsoft.com/office/powerpoint/2010/main" val="3264850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450C6-480A-B8D6-FD26-D3CC78662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28B080-922F-D6F4-3A3B-FBBCD40BC73E}"/>
              </a:ext>
            </a:extLst>
          </p:cNvPr>
          <p:cNvSpPr/>
          <p:nvPr/>
        </p:nvSpPr>
        <p:spPr>
          <a:xfrm>
            <a:off x="818147" y="1134442"/>
            <a:ext cx="1511166" cy="48896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FED321-5E9C-1D1F-00FB-459E9D4F4FF1}"/>
              </a:ext>
            </a:extLst>
          </p:cNvPr>
          <p:cNvSpPr/>
          <p:nvPr/>
        </p:nvSpPr>
        <p:spPr>
          <a:xfrm>
            <a:off x="2481714" y="1134442"/>
            <a:ext cx="338487" cy="488963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y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57EDCED-F1DB-9E0D-53FE-BC9414ED9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026764"/>
              </p:ext>
            </p:extLst>
          </p:nvPr>
        </p:nvGraphicFramePr>
        <p:xfrm>
          <a:off x="3244783" y="1134443"/>
          <a:ext cx="8042444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611">
                  <a:extLst>
                    <a:ext uri="{9D8B030D-6E8A-4147-A177-3AD203B41FA5}">
                      <a16:colId xmlns:a16="http://schemas.microsoft.com/office/drawing/2014/main" val="1878097257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820170039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2946969815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498806278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Sugar Every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Cancer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74671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22101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32111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9412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21508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27582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33398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F15EE3C-4332-B8F7-90EA-6883C22C3941}"/>
              </a:ext>
            </a:extLst>
          </p:cNvPr>
          <p:cNvSpPr/>
          <p:nvPr/>
        </p:nvSpPr>
        <p:spPr>
          <a:xfrm>
            <a:off x="818147" y="266564"/>
            <a:ext cx="10469080" cy="7248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Classification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67E015-0559-0672-7E53-D71C4372D9E3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Training: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40777404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967F897-CDDD-5C11-E035-3370B7182B60}"/>
              </a:ext>
            </a:extLst>
          </p:cNvPr>
          <p:cNvSpPr/>
          <p:nvPr/>
        </p:nvSpPr>
        <p:spPr>
          <a:xfrm>
            <a:off x="1986333" y="1525343"/>
            <a:ext cx="1381753" cy="276245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3B0E82-6A55-B343-1C61-80A5E9BA9A9B}"/>
              </a:ext>
            </a:extLst>
          </p:cNvPr>
          <p:cNvSpPr/>
          <p:nvPr/>
        </p:nvSpPr>
        <p:spPr>
          <a:xfrm>
            <a:off x="9868783" y="1507167"/>
            <a:ext cx="336884" cy="27806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12E4C4-2026-5844-69B4-1761AB932508}"/>
              </a:ext>
            </a:extLst>
          </p:cNvPr>
          <p:cNvSpPr/>
          <p:nvPr/>
        </p:nvSpPr>
        <p:spPr>
          <a:xfrm>
            <a:off x="5113443" y="2079057"/>
            <a:ext cx="1381753" cy="16731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Model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9C9A47E-894D-B79C-3AC0-FE332DCC8615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3368086" y="2906569"/>
            <a:ext cx="1745357" cy="90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4C79BE4-5EDF-13C6-48A0-C00B4CCF82E0}"/>
              </a:ext>
            </a:extLst>
          </p:cNvPr>
          <p:cNvSpPr/>
          <p:nvPr/>
        </p:nvSpPr>
        <p:spPr>
          <a:xfrm>
            <a:off x="7903669" y="1525343"/>
            <a:ext cx="336884" cy="278062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Y_pred</a:t>
            </a:r>
            <a:endParaRPr lang="en-US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0633A72-791C-70AF-C8F5-223CFD5BF654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6495196" y="2915653"/>
            <a:ext cx="14084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E2A3494-54F2-F244-D9BB-25431A20A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186837"/>
              </p:ext>
            </p:extLst>
          </p:nvPr>
        </p:nvGraphicFramePr>
        <p:xfrm>
          <a:off x="240976" y="1525343"/>
          <a:ext cx="1699689" cy="2762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563">
                  <a:extLst>
                    <a:ext uri="{9D8B030D-6E8A-4147-A177-3AD203B41FA5}">
                      <a16:colId xmlns:a16="http://schemas.microsoft.com/office/drawing/2014/main" val="488963587"/>
                    </a:ext>
                  </a:extLst>
                </a:gridCol>
                <a:gridCol w="566563">
                  <a:extLst>
                    <a:ext uri="{9D8B030D-6E8A-4147-A177-3AD203B41FA5}">
                      <a16:colId xmlns:a16="http://schemas.microsoft.com/office/drawing/2014/main" val="4281970515"/>
                    </a:ext>
                  </a:extLst>
                </a:gridCol>
                <a:gridCol w="566563">
                  <a:extLst>
                    <a:ext uri="{9D8B030D-6E8A-4147-A177-3AD203B41FA5}">
                      <a16:colId xmlns:a16="http://schemas.microsoft.com/office/drawing/2014/main" val="1191809810"/>
                    </a:ext>
                  </a:extLst>
                </a:gridCol>
              </a:tblGrid>
              <a:tr h="552490">
                <a:tc>
                  <a:txBody>
                    <a:bodyPr/>
                    <a:lstStyle/>
                    <a:p>
                      <a:r>
                        <a:rPr lang="en-US" sz="105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Sugar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8948767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4569208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585377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76261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73186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18AA9C9-FE25-B9B2-DA42-1344D3A52B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619564"/>
              </p:ext>
            </p:extLst>
          </p:nvPr>
        </p:nvGraphicFramePr>
        <p:xfrm>
          <a:off x="8240553" y="1525342"/>
          <a:ext cx="710942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942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54000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120000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EA088DB-61B8-6918-EF61-6F5D9A5BD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486283"/>
              </p:ext>
            </p:extLst>
          </p:nvPr>
        </p:nvGraphicFramePr>
        <p:xfrm>
          <a:off x="10205666" y="1507167"/>
          <a:ext cx="1090537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0537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80000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25000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DA14D7C-F608-E8CF-0CF8-CDF57E2F719F}"/>
                  </a:ext>
                </a:extLst>
              </p14:cNvPr>
              <p14:cNvContentPartPr/>
              <p14:nvPr/>
            </p14:nvContentPartPr>
            <p14:xfrm>
              <a:off x="1190444" y="4642219"/>
              <a:ext cx="76320" cy="2152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DA14D7C-F608-E8CF-0CF8-CDF57E2F719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4324" y="4636099"/>
                <a:ext cx="88560" cy="22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DA6A996-4643-8B34-FDDA-36165C06D9B4}"/>
                  </a:ext>
                </a:extLst>
              </p14:cNvPr>
              <p14:cNvContentPartPr/>
              <p14:nvPr/>
            </p14:nvContentPartPr>
            <p14:xfrm>
              <a:off x="1287284" y="4726819"/>
              <a:ext cx="51840" cy="97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DA6A996-4643-8B34-FDDA-36165C06D9B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81164" y="4720699"/>
                <a:ext cx="6408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7C1047AC-DF13-1E4F-C679-3254512C618F}"/>
                  </a:ext>
                </a:extLst>
              </p14:cNvPr>
              <p14:cNvContentPartPr/>
              <p14:nvPr/>
            </p14:nvContentPartPr>
            <p14:xfrm>
              <a:off x="1357844" y="4700899"/>
              <a:ext cx="86760" cy="1062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7C1047AC-DF13-1E4F-C679-3254512C618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51724" y="4694779"/>
                <a:ext cx="9900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9A29FD-EF19-788E-CCC8-CDE4D4F3A33E}"/>
                  </a:ext>
                </a:extLst>
              </p14:cNvPr>
              <p14:cNvContentPartPr/>
              <p14:nvPr/>
            </p14:nvContentPartPr>
            <p14:xfrm>
              <a:off x="7867364" y="1411939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9A29FD-EF19-788E-CCC8-CDE4D4F3A33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861244" y="1405819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D5D2BA56-776F-BDE0-EE89-F5CD477EF0D8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 and Prediction</a:t>
            </a:r>
          </a:p>
        </p:txBody>
      </p:sp>
    </p:spTree>
    <p:extLst>
      <p:ext uri="{BB962C8B-B14F-4D97-AF65-F5344CB8AC3E}">
        <p14:creationId xmlns:p14="http://schemas.microsoft.com/office/powerpoint/2010/main" val="4608276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00EBA1F-E44C-D854-1E11-58D8E6D18C52}"/>
              </a:ext>
            </a:extLst>
          </p:cNvPr>
          <p:cNvGrpSpPr/>
          <p:nvPr/>
        </p:nvGrpSpPr>
        <p:grpSpPr>
          <a:xfrm>
            <a:off x="1513364" y="939619"/>
            <a:ext cx="8144640" cy="4550040"/>
            <a:chOff x="1513364" y="939619"/>
            <a:chExt cx="8144640" cy="455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86CF79-9836-2E22-6B31-A9A982E5FE10}"/>
                    </a:ext>
                  </a:extLst>
                </p14:cNvPr>
                <p14:cNvContentPartPr/>
                <p14:nvPr/>
              </p14:nvContentPartPr>
              <p14:xfrm>
                <a:off x="2101964" y="939619"/>
                <a:ext cx="383760" cy="4550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86CF79-9836-2E22-6B31-A9A982E5FE1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95844" y="933499"/>
                  <a:ext cx="396000" cy="45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3276773-6303-1892-7C77-AE4496A98284}"/>
                    </a:ext>
                  </a:extLst>
                </p14:cNvPr>
                <p14:cNvContentPartPr/>
                <p14:nvPr/>
              </p14:nvContentPartPr>
              <p14:xfrm>
                <a:off x="1513364" y="4972339"/>
                <a:ext cx="8144640" cy="73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3276773-6303-1892-7C77-AE4496A9828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07244" y="4966219"/>
                  <a:ext cx="8156880" cy="85680"/>
                </a:xfrm>
                <a:prstGeom prst="rect">
                  <a:avLst/>
                </a:prstGeom>
              </p:spPr>
            </p:pic>
          </mc:Fallback>
        </mc:AlternateContent>
      </p:grp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3B0AF24-FA3D-028E-0743-1B91D8496F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021993"/>
              </p:ext>
            </p:extLst>
          </p:nvPr>
        </p:nvGraphicFramePr>
        <p:xfrm>
          <a:off x="906102" y="1574757"/>
          <a:ext cx="617855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7855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 err="1"/>
                        <a:t>Y_pred</a:t>
                      </a:r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54000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120000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23A92BA-08EB-0F2A-F61A-E932DC8F5A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4029379"/>
              </p:ext>
            </p:extLst>
          </p:nvPr>
        </p:nvGraphicFramePr>
        <p:xfrm>
          <a:off x="9873001" y="4837508"/>
          <a:ext cx="805635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5635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 err="1"/>
                        <a:t>Y_test</a:t>
                      </a:r>
                      <a:endParaRPr lang="en-US" sz="1000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80000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110000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25000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p:grpSp>
        <p:nvGrpSpPr>
          <p:cNvPr id="20" name="Group 19">
            <a:extLst>
              <a:ext uri="{FF2B5EF4-FFF2-40B4-BE49-F238E27FC236}">
                <a16:creationId xmlns:a16="http://schemas.microsoft.com/office/drawing/2014/main" id="{4755C913-A994-228D-F56C-6E3D19961D38}"/>
              </a:ext>
            </a:extLst>
          </p:cNvPr>
          <p:cNvGrpSpPr/>
          <p:nvPr/>
        </p:nvGrpSpPr>
        <p:grpSpPr>
          <a:xfrm>
            <a:off x="2148764" y="3400219"/>
            <a:ext cx="172080" cy="1273320"/>
            <a:chOff x="2148764" y="3400219"/>
            <a:chExt cx="172080" cy="127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A376492-9A19-6986-33D6-B11521F24D65}"/>
                    </a:ext>
                  </a:extLst>
                </p14:cNvPr>
                <p14:cNvContentPartPr/>
                <p14:nvPr/>
              </p14:nvContentPartPr>
              <p14:xfrm>
                <a:off x="2148764" y="4673179"/>
                <a:ext cx="65520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A376492-9A19-6986-33D6-B11521F24D6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42644" y="4667059"/>
                  <a:ext cx="77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CB12939-2F76-77C4-6C9D-5A2DCBC00365}"/>
                    </a:ext>
                  </a:extLst>
                </p14:cNvPr>
                <p14:cNvContentPartPr/>
                <p14:nvPr/>
              </p14:nvContentPartPr>
              <p14:xfrm>
                <a:off x="2184404" y="4262779"/>
                <a:ext cx="45000" cy="3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CB12939-2F76-77C4-6C9D-5A2DCBC003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78284" y="4256659"/>
                  <a:ext cx="5724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53CA368-53CD-D7F3-992C-CB0CD04B7D07}"/>
                    </a:ext>
                  </a:extLst>
                </p14:cNvPr>
                <p14:cNvContentPartPr/>
                <p14:nvPr/>
              </p14:nvContentPartPr>
              <p14:xfrm>
                <a:off x="2251004" y="3816019"/>
                <a:ext cx="48240" cy="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53CA368-53CD-D7F3-992C-CB0CD04B7D0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44884" y="3809899"/>
                  <a:ext cx="604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F190012-FF3B-22F8-0B20-015F787099D1}"/>
                    </a:ext>
                  </a:extLst>
                </p14:cNvPr>
                <p14:cNvContentPartPr/>
                <p14:nvPr/>
              </p14:nvContentPartPr>
              <p14:xfrm>
                <a:off x="2275844" y="3400219"/>
                <a:ext cx="45000" cy="3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F190012-FF3B-22F8-0B20-015F787099D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69724" y="3394099"/>
                  <a:ext cx="57240" cy="1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90F0634-6895-C42B-8FFF-523861AF42F0}"/>
              </a:ext>
            </a:extLst>
          </p:cNvPr>
          <p:cNvGrpSpPr/>
          <p:nvPr/>
        </p:nvGrpSpPr>
        <p:grpSpPr>
          <a:xfrm>
            <a:off x="2325524" y="2440099"/>
            <a:ext cx="231840" cy="521280"/>
            <a:chOff x="2325524" y="2440099"/>
            <a:chExt cx="231840" cy="52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364CDB8-3F84-B4E3-CD24-6C2A24EF141E}"/>
                    </a:ext>
                  </a:extLst>
                </p14:cNvPr>
                <p14:cNvContentPartPr/>
                <p14:nvPr/>
              </p14:nvContentPartPr>
              <p14:xfrm>
                <a:off x="2325524" y="2957419"/>
                <a:ext cx="58680" cy="3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364CDB8-3F84-B4E3-CD24-6C2A24EF141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19404" y="2951299"/>
                  <a:ext cx="7092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EA3AE3D-E1C6-8A2A-9583-43A8125C4815}"/>
                    </a:ext>
                  </a:extLst>
                </p14:cNvPr>
                <p14:cNvContentPartPr/>
                <p14:nvPr/>
              </p14:nvContentPartPr>
              <p14:xfrm>
                <a:off x="2374844" y="2440099"/>
                <a:ext cx="86040" cy="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EA3AE3D-E1C6-8A2A-9583-43A8125C481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368724" y="2433979"/>
                  <a:ext cx="982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A2E2E87-6C72-0F6F-EE35-124BFED994EA}"/>
                    </a:ext>
                  </a:extLst>
                </p14:cNvPr>
                <p14:cNvContentPartPr/>
                <p14:nvPr/>
              </p14:nvContentPartPr>
              <p14:xfrm>
                <a:off x="2386004" y="2716939"/>
                <a:ext cx="171360" cy="3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A2E2E87-6C72-0F6F-EE35-124BFED994E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379884" y="2710819"/>
                  <a:ext cx="183600" cy="1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53776CF-FA87-CCE5-8D6F-9811A4E0C00C}"/>
                  </a:ext>
                </a:extLst>
              </p14:cNvPr>
              <p14:cNvContentPartPr/>
              <p14:nvPr/>
            </p14:nvContentPartPr>
            <p14:xfrm>
              <a:off x="2594444" y="4970179"/>
              <a:ext cx="360" cy="1220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53776CF-FA87-CCE5-8D6F-9811A4E0C00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88324" y="4964059"/>
                <a:ext cx="12600" cy="13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341E0A0E-1AC9-6310-FBF4-176B0FD239F3}"/>
                  </a:ext>
                </a:extLst>
              </p14:cNvPr>
              <p14:cNvContentPartPr/>
              <p14:nvPr/>
            </p14:nvContentPartPr>
            <p14:xfrm>
              <a:off x="3067124" y="4993579"/>
              <a:ext cx="3960" cy="892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341E0A0E-1AC9-6310-FBF4-176B0FD239F3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061004" y="4987459"/>
                <a:ext cx="1620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219C275-4AE2-9F2C-086E-F9900BE2E5BE}"/>
                  </a:ext>
                </a:extLst>
              </p14:cNvPr>
              <p14:cNvContentPartPr/>
              <p14:nvPr/>
            </p14:nvContentPartPr>
            <p14:xfrm>
              <a:off x="3543404" y="5006179"/>
              <a:ext cx="8280" cy="1000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219C275-4AE2-9F2C-086E-F9900BE2E5B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537284" y="5000059"/>
                <a:ext cx="205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4018B36-F381-A262-907B-25847C855642}"/>
                  </a:ext>
                </a:extLst>
              </p14:cNvPr>
              <p14:cNvContentPartPr/>
              <p14:nvPr/>
            </p14:nvContentPartPr>
            <p14:xfrm>
              <a:off x="3936884" y="5019499"/>
              <a:ext cx="3960" cy="748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4018B36-F381-A262-907B-25847C855642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3930764" y="5013379"/>
                <a:ext cx="1620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FDCEC16C-CD91-D239-4D8D-903C84352D1A}"/>
                  </a:ext>
                </a:extLst>
              </p14:cNvPr>
              <p14:cNvContentPartPr/>
              <p14:nvPr/>
            </p14:nvContentPartPr>
            <p14:xfrm>
              <a:off x="4424324" y="4991779"/>
              <a:ext cx="8640" cy="2887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FDCEC16C-CD91-D239-4D8D-903C84352D1A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418204" y="4985659"/>
                <a:ext cx="20880" cy="30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60C44AD-8D05-0C17-0796-74B44A9DF9C5}"/>
                  </a:ext>
                </a:extLst>
              </p14:cNvPr>
              <p14:cNvContentPartPr/>
              <p14:nvPr/>
            </p14:nvContentPartPr>
            <p14:xfrm>
              <a:off x="4834724" y="5007259"/>
              <a:ext cx="10800" cy="2221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60C44AD-8D05-0C17-0796-74B44A9DF9C5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4828604" y="5001139"/>
                <a:ext cx="2304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875AA7A-1B60-ADD8-C22C-4F15C89DF5C9}"/>
                  </a:ext>
                </a:extLst>
              </p14:cNvPr>
              <p14:cNvContentPartPr/>
              <p14:nvPr/>
            </p14:nvContentPartPr>
            <p14:xfrm>
              <a:off x="5273564" y="4989979"/>
              <a:ext cx="360" cy="1234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875AA7A-1B60-ADD8-C22C-4F15C89DF5C9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5267444" y="4983859"/>
                <a:ext cx="1260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F848D24-A139-E8D3-96B4-DA227014B857}"/>
                  </a:ext>
                </a:extLst>
              </p14:cNvPr>
              <p14:cNvContentPartPr/>
              <p14:nvPr/>
            </p14:nvContentPartPr>
            <p14:xfrm>
              <a:off x="5700884" y="5003659"/>
              <a:ext cx="8280" cy="1144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F848D24-A139-E8D3-96B4-DA227014B857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5694764" y="4997539"/>
                <a:ext cx="2052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C1A3239A-411F-E034-4428-5D237433530B}"/>
                  </a:ext>
                </a:extLst>
              </p14:cNvPr>
              <p14:cNvContentPartPr/>
              <p14:nvPr/>
            </p14:nvContentPartPr>
            <p14:xfrm>
              <a:off x="5601524" y="2643139"/>
              <a:ext cx="59400" cy="853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C1A3239A-411F-E034-4428-5D237433530B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595404" y="2637019"/>
                <a:ext cx="71640" cy="9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6F0CA0A3-756A-AD26-BF3C-65945853ECC8}"/>
              </a:ext>
            </a:extLst>
          </p:cNvPr>
          <p:cNvGrpSpPr/>
          <p:nvPr/>
        </p:nvGrpSpPr>
        <p:grpSpPr>
          <a:xfrm>
            <a:off x="9700484" y="4105099"/>
            <a:ext cx="790560" cy="446040"/>
            <a:chOff x="9700484" y="4105099"/>
            <a:chExt cx="79056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9FF63FB-EFCB-7855-1E4B-F4F96BE02180}"/>
                    </a:ext>
                  </a:extLst>
                </p14:cNvPr>
                <p14:cNvContentPartPr/>
                <p14:nvPr/>
              </p14:nvContentPartPr>
              <p14:xfrm>
                <a:off x="9772844" y="4105099"/>
                <a:ext cx="33480" cy="3261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9FF63FB-EFCB-7855-1E4B-F4F96BE0218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766724" y="4098979"/>
                  <a:ext cx="457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307633A-1B3E-C304-D553-5E4DBB5E24AA}"/>
                    </a:ext>
                  </a:extLst>
                </p14:cNvPr>
                <p14:cNvContentPartPr/>
                <p14:nvPr/>
              </p14:nvContentPartPr>
              <p14:xfrm>
                <a:off x="9700484" y="4249819"/>
                <a:ext cx="261360" cy="36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307633A-1B3E-C304-D553-5E4DBB5E24A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694364" y="4243699"/>
                  <a:ext cx="2736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3F6F169-10AB-4CAC-DC76-43FE76B102AC}"/>
                    </a:ext>
                  </a:extLst>
                </p14:cNvPr>
                <p14:cNvContentPartPr/>
                <p14:nvPr/>
              </p14:nvContentPartPr>
              <p14:xfrm>
                <a:off x="9953204" y="4293379"/>
                <a:ext cx="265680" cy="104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3F6F169-10AB-4CAC-DC76-43FE76B102A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947084" y="4287259"/>
                  <a:ext cx="277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711A350-AF13-3059-BA98-D1011317D126}"/>
                    </a:ext>
                  </a:extLst>
                </p14:cNvPr>
                <p14:cNvContentPartPr/>
                <p14:nvPr/>
              </p14:nvContentPartPr>
              <p14:xfrm>
                <a:off x="10173524" y="4311019"/>
                <a:ext cx="213840" cy="191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711A350-AF13-3059-BA98-D1011317D12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167404" y="4304899"/>
                  <a:ext cx="226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37FE231-424D-25FB-A2C4-1BC84B2D85E4}"/>
                    </a:ext>
                  </a:extLst>
                </p14:cNvPr>
                <p14:cNvContentPartPr/>
                <p14:nvPr/>
              </p14:nvContentPartPr>
              <p14:xfrm>
                <a:off x="10337324" y="4285819"/>
                <a:ext cx="129960" cy="265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37FE231-424D-25FB-A2C4-1BC84B2D85E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331204" y="4279699"/>
                  <a:ext cx="1422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923B4D8-42B3-E046-E692-82F09F2EDFD5}"/>
                    </a:ext>
                  </a:extLst>
                </p14:cNvPr>
                <p14:cNvContentPartPr/>
                <p14:nvPr/>
              </p14:nvContentPartPr>
              <p14:xfrm>
                <a:off x="10229684" y="4309579"/>
                <a:ext cx="261360" cy="45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923B4D8-42B3-E046-E692-82F09F2EDFD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223564" y="4303459"/>
                  <a:ext cx="273600" cy="57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7BC4263D-9D00-0237-B8B8-045B57D56412}"/>
                  </a:ext>
                </a:extLst>
              </p14:cNvPr>
              <p14:cNvContentPartPr/>
              <p14:nvPr/>
            </p14:nvContentPartPr>
            <p14:xfrm>
              <a:off x="2456924" y="1990459"/>
              <a:ext cx="72360" cy="720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7BC4263D-9D00-0237-B8B8-045B57D5641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450804" y="1984339"/>
                <a:ext cx="84600" cy="1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4970C16C-C593-265F-F96A-3B88CCFF9B70}"/>
                  </a:ext>
                </a:extLst>
              </p14:cNvPr>
              <p14:cNvContentPartPr/>
              <p14:nvPr/>
            </p14:nvContentPartPr>
            <p14:xfrm>
              <a:off x="2423444" y="2189179"/>
              <a:ext cx="64080" cy="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4970C16C-C593-265F-F96A-3B88CCFF9B70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417324" y="2183059"/>
                <a:ext cx="7632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03832756-FDA5-17D6-A665-27E3A56B94C3}"/>
                  </a:ext>
                </a:extLst>
              </p14:cNvPr>
              <p14:cNvContentPartPr/>
              <p14:nvPr/>
            </p14:nvContentPartPr>
            <p14:xfrm>
              <a:off x="4768844" y="2139139"/>
              <a:ext cx="63720" cy="806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03832756-FDA5-17D6-A665-27E3A56B94C3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4762724" y="2133019"/>
                <a:ext cx="75960" cy="9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ECC805A1-9130-E8FB-027E-8F0FBD30FCFB}"/>
                  </a:ext>
                </a:extLst>
              </p14:cNvPr>
              <p14:cNvContentPartPr/>
              <p14:nvPr/>
            </p14:nvContentPartPr>
            <p14:xfrm>
              <a:off x="2488604" y="1587619"/>
              <a:ext cx="68760" cy="3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ECC805A1-9130-E8FB-027E-8F0FBD30FCFB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482484" y="1581499"/>
                <a:ext cx="810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F0EE1E4-B784-4AE8-36A6-DB4BC0A1442A}"/>
                  </a:ext>
                </a:extLst>
              </p14:cNvPr>
              <p14:cNvContentPartPr/>
              <p14:nvPr/>
            </p14:nvContentPartPr>
            <p14:xfrm>
              <a:off x="2474924" y="1194859"/>
              <a:ext cx="55080" cy="3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F0EE1E4-B784-4AE8-36A6-DB4BC0A1442A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2468804" y="1188739"/>
                <a:ext cx="6732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FF4B6C5F-DAF7-0EED-5E5B-060DAC7A9E45}"/>
              </a:ext>
            </a:extLst>
          </p:cNvPr>
          <p:cNvGrpSpPr/>
          <p:nvPr/>
        </p:nvGrpSpPr>
        <p:grpSpPr>
          <a:xfrm>
            <a:off x="2418404" y="525619"/>
            <a:ext cx="415080" cy="509400"/>
            <a:chOff x="2418404" y="525619"/>
            <a:chExt cx="415080" cy="50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462B14D-3E1C-F167-7967-50DE3F7B465C}"/>
                    </a:ext>
                  </a:extLst>
                </p14:cNvPr>
                <p14:cNvContentPartPr/>
                <p14:nvPr/>
              </p14:nvContentPartPr>
              <p14:xfrm>
                <a:off x="2418764" y="691219"/>
                <a:ext cx="18720" cy="2228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462B14D-3E1C-F167-7967-50DE3F7B465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412644" y="685099"/>
                  <a:ext cx="309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1EB7C64-354D-B73B-9852-D63B4790FEE8}"/>
                    </a:ext>
                  </a:extLst>
                </p14:cNvPr>
                <p14:cNvContentPartPr/>
                <p14:nvPr/>
              </p14:nvContentPartPr>
              <p14:xfrm>
                <a:off x="2418404" y="646579"/>
                <a:ext cx="61920" cy="129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1EB7C64-354D-B73B-9852-D63B4790FEE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412284" y="640459"/>
                  <a:ext cx="741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19C1FD8-EB1E-66E1-D164-C58177548AD0}"/>
                    </a:ext>
                  </a:extLst>
                </p14:cNvPr>
                <p14:cNvContentPartPr/>
                <p14:nvPr/>
              </p14:nvContentPartPr>
              <p14:xfrm>
                <a:off x="2534684" y="633979"/>
                <a:ext cx="65880" cy="135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19C1FD8-EB1E-66E1-D164-C58177548AD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528564" y="627859"/>
                  <a:ext cx="781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4657-26AA-09E0-B992-D67ACA4BDA63}"/>
                    </a:ext>
                  </a:extLst>
                </p14:cNvPr>
                <p14:cNvContentPartPr/>
                <p14:nvPr/>
              </p14:nvContentPartPr>
              <p14:xfrm>
                <a:off x="2579324" y="655579"/>
                <a:ext cx="121680" cy="173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4657-26AA-09E0-B992-D67ACA4BDA6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573204" y="649459"/>
                  <a:ext cx="1339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E816772-646D-E8F6-9B93-A73DABD37E88}"/>
                    </a:ext>
                  </a:extLst>
                </p14:cNvPr>
                <p14:cNvContentPartPr/>
                <p14:nvPr/>
              </p14:nvContentPartPr>
              <p14:xfrm>
                <a:off x="2728364" y="525619"/>
                <a:ext cx="105120" cy="5094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E816772-646D-E8F6-9B93-A73DABD37E8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22244" y="519499"/>
                  <a:ext cx="11736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AD14812-848A-CE94-6683-C8C7788651C8}"/>
                    </a:ext>
                  </a:extLst>
                </p14:cNvPr>
                <p14:cNvContentPartPr/>
                <p14:nvPr/>
              </p14:nvContentPartPr>
              <p14:xfrm>
                <a:off x="2505524" y="784819"/>
                <a:ext cx="55080" cy="3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AD14812-848A-CE94-6683-C8C7788651C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499404" y="778699"/>
                  <a:ext cx="67320" cy="1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EE6DD473-0AC5-AFFF-C5B8-6F6C33AD25EB}"/>
                  </a:ext>
                </a:extLst>
              </p14:cNvPr>
              <p14:cNvContentPartPr/>
              <p14:nvPr/>
            </p14:nvContentPartPr>
            <p14:xfrm>
              <a:off x="2451164" y="370099"/>
              <a:ext cx="150840" cy="17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EE6DD473-0AC5-AFFF-C5B8-6F6C33AD25EB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2445044" y="363979"/>
                <a:ext cx="16308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E9A6292D-AE18-3186-C1C4-DAFFC161E52D}"/>
                  </a:ext>
                </a:extLst>
              </p14:cNvPr>
              <p14:cNvContentPartPr/>
              <p14:nvPr/>
            </p14:nvContentPartPr>
            <p14:xfrm>
              <a:off x="6125324" y="5000779"/>
              <a:ext cx="16200" cy="655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E9A6292D-AE18-3186-C1C4-DAFFC161E52D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6119204" y="4994659"/>
                <a:ext cx="284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CF2AEFA9-8517-27B1-CB4C-60102AD505EC}"/>
                  </a:ext>
                </a:extLst>
              </p14:cNvPr>
              <p14:cNvContentPartPr/>
              <p14:nvPr/>
            </p14:nvContentPartPr>
            <p14:xfrm>
              <a:off x="6596924" y="5008339"/>
              <a:ext cx="3960" cy="4500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CF2AEFA9-8517-27B1-CB4C-60102AD505EC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6590804" y="5002219"/>
                <a:ext cx="16200" cy="5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F924A0C8-34F3-CA33-B724-781374CCE5D9}"/>
                  </a:ext>
                </a:extLst>
              </p14:cNvPr>
              <p14:cNvContentPartPr/>
              <p14:nvPr/>
            </p14:nvContentPartPr>
            <p14:xfrm>
              <a:off x="7024244" y="4978099"/>
              <a:ext cx="3960" cy="9216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F924A0C8-34F3-CA33-B724-781374CCE5D9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018124" y="4971979"/>
                <a:ext cx="16200" cy="10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8CBB59B5-8235-538A-D1EF-14D5B8AA775D}"/>
                  </a:ext>
                </a:extLst>
              </p14:cNvPr>
              <p14:cNvContentPartPr/>
              <p14:nvPr/>
            </p14:nvContentPartPr>
            <p14:xfrm>
              <a:off x="6912284" y="421939"/>
              <a:ext cx="56160" cy="14400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8CBB59B5-8235-538A-D1EF-14D5B8AA775D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6906164" y="415819"/>
                <a:ext cx="68400" cy="15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EEDEDC0F-0C5C-2B14-31A0-3DC0EE15958B}"/>
                  </a:ext>
                </a:extLst>
              </p14:cNvPr>
              <p14:cNvContentPartPr/>
              <p14:nvPr/>
            </p14:nvContentPartPr>
            <p14:xfrm>
              <a:off x="2164604" y="4392379"/>
              <a:ext cx="74520" cy="39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EEDEDC0F-0C5C-2B14-31A0-3DC0EE15958B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2158484" y="4386259"/>
                <a:ext cx="86760" cy="1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2A335DCC-76AD-F0BE-53AC-5AF6CE17324D}"/>
                  </a:ext>
                </a:extLst>
              </p14:cNvPr>
              <p14:cNvContentPartPr/>
              <p14:nvPr/>
            </p14:nvContentPartPr>
            <p14:xfrm>
              <a:off x="3288884" y="4470499"/>
              <a:ext cx="61560" cy="6192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2A335DCC-76AD-F0BE-53AC-5AF6CE17324D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3282764" y="4464379"/>
                <a:ext cx="7380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0F2D114-E41D-D00F-49F2-FB733AAD44F1}"/>
                  </a:ext>
                </a:extLst>
              </p14:cNvPr>
              <p14:cNvContentPartPr/>
              <p14:nvPr/>
            </p14:nvContentPartPr>
            <p14:xfrm>
              <a:off x="3759404" y="3216619"/>
              <a:ext cx="41400" cy="414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0F2D114-E41D-D00F-49F2-FB733AAD44F1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3753284" y="3210499"/>
                <a:ext cx="536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4008BEB3-6CF6-A05D-5757-DB99C05BD396}"/>
                  </a:ext>
                </a:extLst>
              </p14:cNvPr>
              <p14:cNvContentPartPr/>
              <p14:nvPr/>
            </p14:nvContentPartPr>
            <p14:xfrm>
              <a:off x="4573364" y="3598579"/>
              <a:ext cx="34560" cy="417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4008BEB3-6CF6-A05D-5757-DB99C05BD396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4567244" y="3592459"/>
                <a:ext cx="4680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1F11BB9A-ACE9-4DD6-4D9E-C4023F4BE698}"/>
                  </a:ext>
                </a:extLst>
              </p14:cNvPr>
              <p14:cNvContentPartPr/>
              <p14:nvPr/>
            </p14:nvContentPartPr>
            <p14:xfrm>
              <a:off x="4793324" y="1153459"/>
              <a:ext cx="30960" cy="4392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1F11BB9A-ACE9-4DD6-4D9E-C4023F4BE698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4787204" y="1147339"/>
                <a:ext cx="4320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2430380-7056-1A7A-1231-B330C9A8C2CF}"/>
                  </a:ext>
                </a:extLst>
              </p14:cNvPr>
              <p14:cNvContentPartPr/>
              <p14:nvPr/>
            </p14:nvContentPartPr>
            <p14:xfrm>
              <a:off x="7122884" y="3249739"/>
              <a:ext cx="230760" cy="35280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2430380-7056-1A7A-1231-B330C9A8C2CF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7116764" y="3243619"/>
                <a:ext cx="243000" cy="36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A0AAEF8-F249-1966-FE41-EC1CC97D1500}"/>
                  </a:ext>
                </a:extLst>
              </p14:cNvPr>
              <p14:cNvContentPartPr/>
              <p14:nvPr/>
            </p14:nvContentPartPr>
            <p14:xfrm>
              <a:off x="8079764" y="1804339"/>
              <a:ext cx="27000" cy="1288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A0AAEF8-F249-1966-FE41-EC1CC97D1500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8073644" y="1798219"/>
                <a:ext cx="3924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37FCBDD-E28E-3D6D-57A5-A9EB622E5CCA}"/>
                  </a:ext>
                </a:extLst>
              </p14:cNvPr>
              <p14:cNvContentPartPr/>
              <p14:nvPr/>
            </p14:nvContentPartPr>
            <p14:xfrm>
              <a:off x="5863604" y="3940939"/>
              <a:ext cx="37080" cy="1137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37FCBDD-E28E-3D6D-57A5-A9EB622E5CCA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5857484" y="3934819"/>
                <a:ext cx="4932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5A8949A-C530-30C1-012F-37F501D6EF9E}"/>
                  </a:ext>
                </a:extLst>
              </p14:cNvPr>
              <p14:cNvContentPartPr/>
              <p14:nvPr/>
            </p14:nvContentPartPr>
            <p14:xfrm>
              <a:off x="3880004" y="2031859"/>
              <a:ext cx="171360" cy="1062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5A8949A-C530-30C1-012F-37F501D6EF9E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3873884" y="2025739"/>
                <a:ext cx="18360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A76991EF-1FE6-1550-EB6D-56BAE563578A}"/>
                  </a:ext>
                </a:extLst>
              </p14:cNvPr>
              <p14:cNvContentPartPr/>
              <p14:nvPr/>
            </p14:nvContentPartPr>
            <p14:xfrm>
              <a:off x="5779724" y="1002619"/>
              <a:ext cx="87120" cy="702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A76991EF-1FE6-1550-EB6D-56BAE563578A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5773604" y="996499"/>
                <a:ext cx="9936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82136406-3026-4348-5619-D1D12BB09440}"/>
                  </a:ext>
                </a:extLst>
              </p14:cNvPr>
              <p14:cNvContentPartPr/>
              <p14:nvPr/>
            </p14:nvContentPartPr>
            <p14:xfrm>
              <a:off x="6274364" y="1765819"/>
              <a:ext cx="27720" cy="5760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82136406-3026-4348-5619-D1D12BB09440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6268244" y="1759699"/>
                <a:ext cx="39960" cy="6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BB48FCA1-BA53-0F9C-6C52-520A1AD37F2A}"/>
                  </a:ext>
                </a:extLst>
              </p14:cNvPr>
              <p14:cNvContentPartPr/>
              <p14:nvPr/>
            </p14:nvContentPartPr>
            <p14:xfrm>
              <a:off x="5950004" y="2087299"/>
              <a:ext cx="14040" cy="2664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BB48FCA1-BA53-0F9C-6C52-520A1AD37F2A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5943884" y="2081179"/>
                <a:ext cx="2628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1FAF2ADA-BA66-4930-D705-17A97348722A}"/>
                  </a:ext>
                </a:extLst>
              </p14:cNvPr>
              <p14:cNvContentPartPr/>
              <p14:nvPr/>
            </p14:nvContentPartPr>
            <p14:xfrm>
              <a:off x="5007884" y="2525779"/>
              <a:ext cx="183600" cy="23508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1FAF2ADA-BA66-4930-D705-17A97348722A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5001764" y="2519659"/>
                <a:ext cx="19584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ECBE1C48-DDDD-5380-8BB7-53E29316312E}"/>
                  </a:ext>
                </a:extLst>
              </p14:cNvPr>
              <p14:cNvContentPartPr/>
              <p14:nvPr/>
            </p14:nvContentPartPr>
            <p14:xfrm>
              <a:off x="6737684" y="1282699"/>
              <a:ext cx="123480" cy="11880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ECBE1C48-DDDD-5380-8BB7-53E29316312E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6731564" y="1276579"/>
                <a:ext cx="13572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7A75B1DA-74EA-62F9-EA4E-AF1D7D30B51C}"/>
                  </a:ext>
                </a:extLst>
              </p14:cNvPr>
              <p14:cNvContentPartPr/>
              <p14:nvPr/>
            </p14:nvContentPartPr>
            <p14:xfrm>
              <a:off x="6284804" y="2248579"/>
              <a:ext cx="24840" cy="3636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7A75B1DA-74EA-62F9-EA4E-AF1D7D30B51C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6278684" y="2242459"/>
                <a:ext cx="3708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3D1CCFC1-7A2A-E131-C1D5-7D520C8DA54B}"/>
                  </a:ext>
                </a:extLst>
              </p14:cNvPr>
              <p14:cNvContentPartPr/>
              <p14:nvPr/>
            </p14:nvContentPartPr>
            <p14:xfrm>
              <a:off x="5080964" y="3270259"/>
              <a:ext cx="138240" cy="24156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3D1CCFC1-7A2A-E131-C1D5-7D520C8DA54B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5074844" y="3264139"/>
                <a:ext cx="150480" cy="25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638EA0D9-540D-2C6E-6648-9FABD53C75F8}"/>
                  </a:ext>
                </a:extLst>
              </p14:cNvPr>
              <p14:cNvContentPartPr/>
              <p14:nvPr/>
            </p14:nvContentPartPr>
            <p14:xfrm>
              <a:off x="2896124" y="759979"/>
              <a:ext cx="5113440" cy="355932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638EA0D9-540D-2C6E-6648-9FABD53C75F8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2890004" y="753859"/>
                <a:ext cx="5125680" cy="357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8A76E2D5-E600-75AA-AAE9-D43477835373}"/>
                  </a:ext>
                </a:extLst>
              </p14:cNvPr>
              <p14:cNvContentPartPr/>
              <p14:nvPr/>
            </p14:nvContentPartPr>
            <p14:xfrm>
              <a:off x="8161124" y="78859"/>
              <a:ext cx="579600" cy="698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8A76E2D5-E600-75AA-AAE9-D43477835373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8155004" y="72739"/>
                <a:ext cx="591840" cy="71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3088AE87-DF6B-FCEC-B54D-EA259C9F6F12}"/>
              </a:ext>
            </a:extLst>
          </p:cNvPr>
          <p:cNvGrpSpPr/>
          <p:nvPr/>
        </p:nvGrpSpPr>
        <p:grpSpPr>
          <a:xfrm>
            <a:off x="8816684" y="1368019"/>
            <a:ext cx="2359800" cy="1026720"/>
            <a:chOff x="8816684" y="1368019"/>
            <a:chExt cx="2359800" cy="102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8D14E77-1E9C-1A09-2C13-53F1A841022D}"/>
                    </a:ext>
                  </a:extLst>
                </p14:cNvPr>
                <p14:cNvContentPartPr/>
                <p14:nvPr/>
              </p14:nvContentPartPr>
              <p14:xfrm>
                <a:off x="8816684" y="1706419"/>
                <a:ext cx="250200" cy="688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8D14E77-1E9C-1A09-2C13-53F1A841022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810564" y="1700299"/>
                  <a:ext cx="262440" cy="70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2ACF31B-5C21-C9B9-165F-4D9C2D0E2BF6}"/>
                    </a:ext>
                  </a:extLst>
                </p14:cNvPr>
                <p14:cNvContentPartPr/>
                <p14:nvPr/>
              </p14:nvContentPartPr>
              <p14:xfrm>
                <a:off x="9180644" y="1979299"/>
                <a:ext cx="443160" cy="21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2ACF31B-5C21-C9B9-165F-4D9C2D0E2BF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174524" y="1973179"/>
                  <a:ext cx="455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9479805-6D27-5765-32A4-C7DF593C8DA0}"/>
                    </a:ext>
                  </a:extLst>
                </p14:cNvPr>
                <p14:cNvContentPartPr/>
                <p14:nvPr/>
              </p14:nvContentPartPr>
              <p14:xfrm>
                <a:off x="9367124" y="1901899"/>
                <a:ext cx="245880" cy="54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9479805-6D27-5765-32A4-C7DF593C8DA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361004" y="1895779"/>
                  <a:ext cx="25812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AA6DBC1-DA05-FD1B-DF13-E81B42BD7722}"/>
                    </a:ext>
                  </a:extLst>
                </p14:cNvPr>
                <p14:cNvContentPartPr/>
                <p14:nvPr/>
              </p14:nvContentPartPr>
              <p14:xfrm>
                <a:off x="9807404" y="1678339"/>
                <a:ext cx="363600" cy="315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AA6DBC1-DA05-FD1B-DF13-E81B42BD772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801284" y="1672219"/>
                  <a:ext cx="37584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15C4B91-CB12-70F2-5D29-55CFDC7C4CC4}"/>
                    </a:ext>
                  </a:extLst>
                </p14:cNvPr>
                <p14:cNvContentPartPr/>
                <p14:nvPr/>
              </p14:nvContentPartPr>
              <p14:xfrm>
                <a:off x="10228604" y="1717939"/>
                <a:ext cx="260280" cy="249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15C4B91-CB12-70F2-5D29-55CFDC7C4CC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222484" y="1711819"/>
                  <a:ext cx="2725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D1D5C6F-8E82-AB0F-0087-105F3B3E1985}"/>
                    </a:ext>
                  </a:extLst>
                </p14:cNvPr>
                <p14:cNvContentPartPr/>
                <p14:nvPr/>
              </p14:nvContentPartPr>
              <p14:xfrm>
                <a:off x="10716404" y="1748539"/>
                <a:ext cx="27000" cy="2030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D1D5C6F-8E82-AB0F-0087-105F3B3E1985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710284" y="1742419"/>
                  <a:ext cx="392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7689610-0D37-9057-B608-8A875A4E14FD}"/>
                    </a:ext>
                  </a:extLst>
                </p14:cNvPr>
                <p14:cNvContentPartPr/>
                <p14:nvPr/>
              </p14:nvContentPartPr>
              <p14:xfrm>
                <a:off x="10650524" y="1845019"/>
                <a:ext cx="214200" cy="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7689610-0D37-9057-B608-8A875A4E14F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644404" y="1838899"/>
                  <a:ext cx="2264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419C6CD-E98A-240A-FDA3-AC43232B0ADA}"/>
                    </a:ext>
                  </a:extLst>
                </p14:cNvPr>
                <p14:cNvContentPartPr/>
                <p14:nvPr/>
              </p14:nvContentPartPr>
              <p14:xfrm>
                <a:off x="11028524" y="1368019"/>
                <a:ext cx="147960" cy="5677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419C6CD-E98A-240A-FDA3-AC43232B0AD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022404" y="1361899"/>
                  <a:ext cx="16020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471317F-3870-6145-0E88-7E0AF2556CE3}"/>
                    </a:ext>
                  </a:extLst>
                </p14:cNvPr>
                <p14:cNvContentPartPr/>
                <p14:nvPr/>
              </p14:nvContentPartPr>
              <p14:xfrm>
                <a:off x="9767444" y="2103859"/>
                <a:ext cx="462600" cy="54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471317F-3870-6145-0E88-7E0AF2556CE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761324" y="2097739"/>
                  <a:ext cx="47484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9869DEC-A976-65E6-CFDE-E5DFE8C69F86}"/>
                    </a:ext>
                  </a:extLst>
                </p14:cNvPr>
                <p14:cNvContentPartPr/>
                <p14:nvPr/>
              </p14:nvContentPartPr>
              <p14:xfrm>
                <a:off x="9872564" y="2191699"/>
                <a:ext cx="201600" cy="14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9869DEC-A976-65E6-CFDE-E5DFE8C69F8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866444" y="2185579"/>
                  <a:ext cx="21384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824DE4C-EF69-38EB-EB89-A8C85AD5A09C}"/>
              </a:ext>
            </a:extLst>
          </p:cNvPr>
          <p:cNvGrpSpPr/>
          <p:nvPr/>
        </p:nvGrpSpPr>
        <p:grpSpPr>
          <a:xfrm>
            <a:off x="5457164" y="2170099"/>
            <a:ext cx="1443240" cy="382320"/>
            <a:chOff x="5457164" y="2170099"/>
            <a:chExt cx="1443240" cy="38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1D520D6-32A6-7437-D136-22EDA07FC848}"/>
                    </a:ext>
                  </a:extLst>
                </p14:cNvPr>
                <p14:cNvContentPartPr/>
                <p14:nvPr/>
              </p14:nvContentPartPr>
              <p14:xfrm>
                <a:off x="5457164" y="2522539"/>
                <a:ext cx="1443240" cy="13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1D520D6-32A6-7437-D136-22EDA07FC84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451044" y="2516419"/>
                  <a:ext cx="14554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BE6EDF8-9AE1-6FF2-66E5-1ABAC4995A36}"/>
                    </a:ext>
                  </a:extLst>
                </p14:cNvPr>
                <p14:cNvContentPartPr/>
                <p14:nvPr/>
              </p14:nvContentPartPr>
              <p14:xfrm>
                <a:off x="5922284" y="2224099"/>
                <a:ext cx="57960" cy="328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BE6EDF8-9AE1-6FF2-66E5-1ABAC4995A3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916164" y="2217979"/>
                  <a:ext cx="702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249F71E-CADF-6FE7-2F83-BB29B32EF9BE}"/>
                    </a:ext>
                  </a:extLst>
                </p14:cNvPr>
                <p14:cNvContentPartPr/>
                <p14:nvPr/>
              </p14:nvContentPartPr>
              <p14:xfrm>
                <a:off x="6097964" y="2170099"/>
                <a:ext cx="146880" cy="2372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249F71E-CADF-6FE7-2F83-BB29B32EF9B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091844" y="2163979"/>
                  <a:ext cx="1591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31A6B0F-ED0E-B980-D820-553222A96DA9}"/>
                    </a:ext>
                  </a:extLst>
                </p14:cNvPr>
                <p14:cNvContentPartPr/>
                <p14:nvPr/>
              </p14:nvContentPartPr>
              <p14:xfrm>
                <a:off x="6119924" y="2303299"/>
                <a:ext cx="161280" cy="3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31A6B0F-ED0E-B980-D820-553222A96DA9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113804" y="2297179"/>
                  <a:ext cx="173520" cy="1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15386557-C732-CA60-781F-5B2B18FDFD3B}"/>
              </a:ext>
            </a:extLst>
          </p:cNvPr>
          <p:cNvGrpSpPr/>
          <p:nvPr/>
        </p:nvGrpSpPr>
        <p:grpSpPr>
          <a:xfrm>
            <a:off x="1840244" y="4326859"/>
            <a:ext cx="1046880" cy="556560"/>
            <a:chOff x="1840244" y="4326859"/>
            <a:chExt cx="1046880" cy="55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897D55F-DE28-8689-5D9B-6C9CDD720A96}"/>
                    </a:ext>
                  </a:extLst>
                </p14:cNvPr>
                <p14:cNvContentPartPr/>
                <p14:nvPr/>
              </p14:nvContentPartPr>
              <p14:xfrm>
                <a:off x="2824484" y="4326859"/>
                <a:ext cx="62640" cy="550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897D55F-DE28-8689-5D9B-6C9CDD720A96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818364" y="4320739"/>
                  <a:ext cx="748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82B1D38-F236-A528-94E3-A50218DCCB1C}"/>
                    </a:ext>
                  </a:extLst>
                </p14:cNvPr>
                <p14:cNvContentPartPr/>
                <p14:nvPr/>
              </p14:nvContentPartPr>
              <p14:xfrm>
                <a:off x="2658524" y="4433059"/>
                <a:ext cx="76320" cy="61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82B1D38-F236-A528-94E3-A50218DCCB1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652404" y="4426939"/>
                  <a:ext cx="885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C7214D9-4F3F-53DA-6260-037AA515FC29}"/>
                    </a:ext>
                  </a:extLst>
                </p14:cNvPr>
                <p14:cNvContentPartPr/>
                <p14:nvPr/>
              </p14:nvContentPartPr>
              <p14:xfrm>
                <a:off x="2455844" y="4561219"/>
                <a:ext cx="101880" cy="78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C7214D9-4F3F-53DA-6260-037AA515FC2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449724" y="4555099"/>
                  <a:ext cx="1141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A9F42F6-AE45-F1F0-79F3-89FDAC115385}"/>
                    </a:ext>
                  </a:extLst>
                </p14:cNvPr>
                <p14:cNvContentPartPr/>
                <p14:nvPr/>
              </p14:nvContentPartPr>
              <p14:xfrm>
                <a:off x="2262524" y="4701259"/>
                <a:ext cx="93600" cy="586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A9F42F6-AE45-F1F0-79F3-89FDAC115385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256404" y="4695139"/>
                  <a:ext cx="1058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9DEF55C-406A-65E9-20E8-EFB3644F3C97}"/>
                    </a:ext>
                  </a:extLst>
                </p14:cNvPr>
                <p14:cNvContentPartPr/>
                <p14:nvPr/>
              </p14:nvContentPartPr>
              <p14:xfrm>
                <a:off x="2098724" y="4818979"/>
                <a:ext cx="69480" cy="41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9DEF55C-406A-65E9-20E8-EFB3644F3C9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092604" y="4812859"/>
                  <a:ext cx="81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0CC499A-BEE3-50B4-4A87-05EE5EAC04D2}"/>
                    </a:ext>
                  </a:extLst>
                </p14:cNvPr>
                <p14:cNvContentPartPr/>
                <p14:nvPr/>
              </p14:nvContentPartPr>
              <p14:xfrm>
                <a:off x="2036444" y="4859659"/>
                <a:ext cx="265680" cy="237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0CC499A-BEE3-50B4-4A87-05EE5EAC04D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030324" y="4853539"/>
                  <a:ext cx="2779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3098A19-F8B7-C089-9D07-FC0B5FA3271F}"/>
                    </a:ext>
                  </a:extLst>
                </p14:cNvPr>
                <p14:cNvContentPartPr/>
                <p14:nvPr/>
              </p14:nvContentPartPr>
              <p14:xfrm>
                <a:off x="1840244" y="4588939"/>
                <a:ext cx="173520" cy="2815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3098A19-F8B7-C089-9D07-FC0B5FA3271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834124" y="4582819"/>
                  <a:ext cx="185760" cy="29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8F59CBF0-E3E9-D5CF-B251-F2FAC38D30E3}"/>
              </a:ext>
            </a:extLst>
          </p:cNvPr>
          <p:cNvGrpSpPr/>
          <p:nvPr/>
        </p:nvGrpSpPr>
        <p:grpSpPr>
          <a:xfrm>
            <a:off x="11041124" y="2046979"/>
            <a:ext cx="213840" cy="125280"/>
            <a:chOff x="11041124" y="2046979"/>
            <a:chExt cx="213840" cy="12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874C27E-BBE7-DBD2-14F1-4FAC2AE71825}"/>
                    </a:ext>
                  </a:extLst>
                </p14:cNvPr>
                <p14:cNvContentPartPr/>
                <p14:nvPr/>
              </p14:nvContentPartPr>
              <p14:xfrm>
                <a:off x="11041124" y="2046979"/>
                <a:ext cx="173520" cy="3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874C27E-BBE7-DBD2-14F1-4FAC2AE71825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035004" y="2040859"/>
                  <a:ext cx="185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29A0AB9-06C1-57C8-7242-11C9A80C770D}"/>
                    </a:ext>
                  </a:extLst>
                </p14:cNvPr>
                <p14:cNvContentPartPr/>
                <p14:nvPr/>
              </p14:nvContentPartPr>
              <p14:xfrm>
                <a:off x="11117084" y="2163259"/>
                <a:ext cx="137880" cy="90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29A0AB9-06C1-57C8-7242-11C9A80C770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110964" y="2157139"/>
                  <a:ext cx="15012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14A2F50-641A-B7A2-3359-522F87B78F5C}"/>
              </a:ext>
            </a:extLst>
          </p:cNvPr>
          <p:cNvGrpSpPr/>
          <p:nvPr/>
        </p:nvGrpSpPr>
        <p:grpSpPr>
          <a:xfrm>
            <a:off x="589244" y="5938219"/>
            <a:ext cx="798480" cy="371880"/>
            <a:chOff x="589244" y="5938219"/>
            <a:chExt cx="798480" cy="3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08DF9B4-F4AD-FD50-13A9-AFCFCC0F356E}"/>
                    </a:ext>
                  </a:extLst>
                </p14:cNvPr>
                <p14:cNvContentPartPr/>
                <p14:nvPr/>
              </p14:nvContentPartPr>
              <p14:xfrm>
                <a:off x="589244" y="5938219"/>
                <a:ext cx="136080" cy="371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08DF9B4-F4AD-FD50-13A9-AFCFCC0F356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83124" y="5932099"/>
                  <a:ext cx="1483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DB901D6-9EBC-6C7B-277D-DCCC1E7B9C7B}"/>
                    </a:ext>
                  </a:extLst>
                </p14:cNvPr>
                <p14:cNvContentPartPr/>
                <p14:nvPr/>
              </p14:nvContentPartPr>
              <p14:xfrm>
                <a:off x="807044" y="6141259"/>
                <a:ext cx="61920" cy="3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DB901D6-9EBC-6C7B-277D-DCCC1E7B9C7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00924" y="6135139"/>
                  <a:ext cx="74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D6E8C76-5363-F835-534E-4294EE462CB2}"/>
                    </a:ext>
                  </a:extLst>
                </p14:cNvPr>
                <p14:cNvContentPartPr/>
                <p14:nvPr/>
              </p14:nvContentPartPr>
              <p14:xfrm>
                <a:off x="865364" y="6082219"/>
                <a:ext cx="48240" cy="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D6E8C76-5363-F835-534E-4294EE462CB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59244" y="6076099"/>
                  <a:ext cx="604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6B3A572-DBB6-3DB6-6B75-79FB6BEBD424}"/>
                    </a:ext>
                  </a:extLst>
                </p14:cNvPr>
                <p14:cNvContentPartPr/>
                <p14:nvPr/>
              </p14:nvContentPartPr>
              <p14:xfrm>
                <a:off x="1009004" y="6024979"/>
                <a:ext cx="168480" cy="1040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6B3A572-DBB6-3DB6-6B75-79FB6BEBD42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02884" y="6018859"/>
                  <a:ext cx="1807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DB7B21E-9B39-63C9-F949-7853978756D2}"/>
                    </a:ext>
                  </a:extLst>
                </p14:cNvPr>
                <p14:cNvContentPartPr/>
                <p14:nvPr/>
              </p14:nvContentPartPr>
              <p14:xfrm>
                <a:off x="1225004" y="6020299"/>
                <a:ext cx="162720" cy="154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DB7B21E-9B39-63C9-F949-7853978756D2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218884" y="6014179"/>
                  <a:ext cx="17496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02D5782-06D0-77FC-30AE-97FC5D606BA7}"/>
              </a:ext>
            </a:extLst>
          </p:cNvPr>
          <p:cNvGrpSpPr/>
          <p:nvPr/>
        </p:nvGrpSpPr>
        <p:grpSpPr>
          <a:xfrm>
            <a:off x="1565204" y="5740579"/>
            <a:ext cx="307080" cy="392040"/>
            <a:chOff x="1565204" y="5740579"/>
            <a:chExt cx="30708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426DA81-CA80-9706-CA1B-AF25C6229062}"/>
                    </a:ext>
                  </a:extLst>
                </p14:cNvPr>
                <p14:cNvContentPartPr/>
                <p14:nvPr/>
              </p14:nvContentPartPr>
              <p14:xfrm>
                <a:off x="1582484" y="5956939"/>
                <a:ext cx="13680" cy="1756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426DA81-CA80-9706-CA1B-AF25C622906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576364" y="5950819"/>
                  <a:ext cx="259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240EB63-07C7-F05F-1D48-326E137AF491}"/>
                    </a:ext>
                  </a:extLst>
                </p14:cNvPr>
                <p14:cNvContentPartPr/>
                <p14:nvPr/>
              </p14:nvContentPartPr>
              <p14:xfrm>
                <a:off x="1565204" y="6048019"/>
                <a:ext cx="87120" cy="72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240EB63-07C7-F05F-1D48-326E137AF491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559084" y="6041899"/>
                  <a:ext cx="9936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2C1DE80-2A6C-4DEB-163C-98D13F713D56}"/>
                    </a:ext>
                  </a:extLst>
                </p14:cNvPr>
                <p14:cNvContentPartPr/>
                <p14:nvPr/>
              </p14:nvContentPartPr>
              <p14:xfrm>
                <a:off x="1790564" y="5740579"/>
                <a:ext cx="81720" cy="3841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2C1DE80-2A6C-4DEB-163C-98D13F713D5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784444" y="5734459"/>
                  <a:ext cx="93960" cy="39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67949CB-6046-71AB-FD10-125A6AE24296}"/>
              </a:ext>
            </a:extLst>
          </p:cNvPr>
          <p:cNvGrpSpPr/>
          <p:nvPr/>
        </p:nvGrpSpPr>
        <p:grpSpPr>
          <a:xfrm>
            <a:off x="2204204" y="5889619"/>
            <a:ext cx="561960" cy="453600"/>
            <a:chOff x="2204204" y="5889619"/>
            <a:chExt cx="561960" cy="45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1F62524-0287-2216-5CB0-3D19DDAF2E01}"/>
                    </a:ext>
                  </a:extLst>
                </p14:cNvPr>
                <p14:cNvContentPartPr/>
                <p14:nvPr/>
              </p14:nvContentPartPr>
              <p14:xfrm>
                <a:off x="2204204" y="6060979"/>
                <a:ext cx="345600" cy="39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1F62524-0287-2216-5CB0-3D19DDAF2E0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2198084" y="6054859"/>
                  <a:ext cx="35784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D0C44BA-B27D-7BF4-360F-2EC8CA78B4BC}"/>
                    </a:ext>
                  </a:extLst>
                </p14:cNvPr>
                <p14:cNvContentPartPr/>
                <p14:nvPr/>
              </p14:nvContentPartPr>
              <p14:xfrm>
                <a:off x="2244884" y="5984299"/>
                <a:ext cx="303840" cy="140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D0C44BA-B27D-7BF4-360F-2EC8CA78B4BC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238764" y="5978179"/>
                  <a:ext cx="3160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F2557C8-05F5-C048-C119-E418396CB8AC}"/>
                    </a:ext>
                  </a:extLst>
                </p14:cNvPr>
                <p14:cNvContentPartPr/>
                <p14:nvPr/>
              </p14:nvContentPartPr>
              <p14:xfrm>
                <a:off x="2246684" y="5889619"/>
                <a:ext cx="519480" cy="4536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F2557C8-05F5-C048-C119-E418396CB8AC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240564" y="5883499"/>
                  <a:ext cx="531720" cy="46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5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3FA54A38-2B17-9A26-99A2-A06889EE74B9}"/>
                  </a:ext>
                </a:extLst>
              </p14:cNvPr>
              <p14:cNvContentPartPr/>
              <p14:nvPr/>
            </p14:nvContentPartPr>
            <p14:xfrm>
              <a:off x="1118444" y="920899"/>
              <a:ext cx="151920" cy="38988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3FA54A38-2B17-9A26-99A2-A06889EE74B9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1112324" y="914779"/>
                <a:ext cx="164160" cy="40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7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76FD185B-2A80-55BB-6EB4-0C44E6F80959}"/>
                  </a:ext>
                </a:extLst>
              </p14:cNvPr>
              <p14:cNvContentPartPr/>
              <p14:nvPr/>
            </p14:nvContentPartPr>
            <p14:xfrm>
              <a:off x="1283684" y="5686939"/>
              <a:ext cx="89640" cy="20952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76FD185B-2A80-55BB-6EB4-0C44E6F80959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1277564" y="5680819"/>
                <a:ext cx="101880" cy="22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1" name="Group 150">
            <a:extLst>
              <a:ext uri="{FF2B5EF4-FFF2-40B4-BE49-F238E27FC236}">
                <a16:creationId xmlns:a16="http://schemas.microsoft.com/office/drawing/2014/main" id="{7D72D0D8-E65F-DDC1-6ABA-542F590BDEB9}"/>
              </a:ext>
            </a:extLst>
          </p:cNvPr>
          <p:cNvGrpSpPr/>
          <p:nvPr/>
        </p:nvGrpSpPr>
        <p:grpSpPr>
          <a:xfrm>
            <a:off x="3031484" y="5826619"/>
            <a:ext cx="1154880" cy="833760"/>
            <a:chOff x="3031484" y="5826619"/>
            <a:chExt cx="1154880" cy="83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C62AA61-DE4E-1879-A3A9-59058907F45F}"/>
                    </a:ext>
                  </a:extLst>
                </p14:cNvPr>
                <p14:cNvContentPartPr/>
                <p14:nvPr/>
              </p14:nvContentPartPr>
              <p14:xfrm>
                <a:off x="3031484" y="5826619"/>
                <a:ext cx="204840" cy="2894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C62AA61-DE4E-1879-A3A9-59058907F45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3025364" y="5820499"/>
                  <a:ext cx="217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DEB0C4E-EB2A-7019-4CA4-31B3B1600FE3}"/>
                    </a:ext>
                  </a:extLst>
                </p14:cNvPr>
                <p14:cNvContentPartPr/>
                <p14:nvPr/>
              </p14:nvContentPartPr>
              <p14:xfrm>
                <a:off x="3226604" y="5997259"/>
                <a:ext cx="96120" cy="774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DEB0C4E-EB2A-7019-4CA4-31B3B1600FE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3220484" y="5991139"/>
                  <a:ext cx="1083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6C544D5-AAFE-6818-0B16-1D3ABAD86106}"/>
                    </a:ext>
                  </a:extLst>
                </p14:cNvPr>
                <p14:cNvContentPartPr/>
                <p14:nvPr/>
              </p14:nvContentPartPr>
              <p14:xfrm>
                <a:off x="3346844" y="5847499"/>
                <a:ext cx="10440" cy="169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6C544D5-AAFE-6818-0B16-1D3ABAD86106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340724" y="5841379"/>
                  <a:ext cx="226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E4F2849-BD2E-029A-503C-FEFB2CE66ADD}"/>
                    </a:ext>
                  </a:extLst>
                </p14:cNvPr>
                <p14:cNvContentPartPr/>
                <p14:nvPr/>
              </p14:nvContentPartPr>
              <p14:xfrm>
                <a:off x="3406244" y="5898979"/>
                <a:ext cx="103320" cy="132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E4F2849-BD2E-029A-503C-FEFB2CE66ADD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400124" y="5892859"/>
                  <a:ext cx="1155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5A0C223-5095-9547-AFC7-D08AD29B760D}"/>
                    </a:ext>
                  </a:extLst>
                </p14:cNvPr>
                <p14:cNvContentPartPr/>
                <p14:nvPr/>
              </p14:nvContentPartPr>
              <p14:xfrm>
                <a:off x="3545924" y="5878099"/>
                <a:ext cx="67680" cy="115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5A0C223-5095-9547-AFC7-D08AD29B760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539804" y="5871979"/>
                  <a:ext cx="79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3284680-9CEC-5FFB-5FED-D0035B23A4C3}"/>
                    </a:ext>
                  </a:extLst>
                </p14:cNvPr>
                <p14:cNvContentPartPr/>
                <p14:nvPr/>
              </p14:nvContentPartPr>
              <p14:xfrm>
                <a:off x="3239204" y="5888899"/>
                <a:ext cx="602640" cy="7714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3284680-9CEC-5FFB-5FED-D0035B23A4C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233084" y="5882779"/>
                  <a:ext cx="614880" cy="78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DE4D3EC-7E32-B9E9-AF09-C903E4EF7D76}"/>
                    </a:ext>
                  </a:extLst>
                </p14:cNvPr>
                <p14:cNvContentPartPr/>
                <p14:nvPr/>
              </p14:nvContentPartPr>
              <p14:xfrm>
                <a:off x="3897644" y="6082219"/>
                <a:ext cx="288720" cy="3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DE4D3EC-7E32-B9E9-AF09-C903E4EF7D76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891524" y="6076099"/>
                  <a:ext cx="3009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5F81B50-A58A-C117-F211-D5D5339B431A}"/>
                    </a:ext>
                  </a:extLst>
                </p14:cNvPr>
                <p14:cNvContentPartPr/>
                <p14:nvPr/>
              </p14:nvContentPartPr>
              <p14:xfrm>
                <a:off x="3985124" y="6009499"/>
                <a:ext cx="87480" cy="3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5F81B50-A58A-C117-F211-D5D5339B431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979004" y="6003379"/>
                  <a:ext cx="99720" cy="1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90892EE2-025A-135F-AC64-18D830755D52}"/>
                  </a:ext>
                </a:extLst>
              </p14:cNvPr>
              <p14:cNvContentPartPr/>
              <p14:nvPr/>
            </p14:nvContentPartPr>
            <p14:xfrm>
              <a:off x="4313084" y="5772979"/>
              <a:ext cx="204120" cy="31212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90892EE2-025A-135F-AC64-18D830755D52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4306964" y="5766859"/>
                <a:ext cx="216360" cy="32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D053390-1577-F085-A8BA-BEC40FF03A82}"/>
              </a:ext>
            </a:extLst>
          </p:cNvPr>
          <p:cNvGrpSpPr/>
          <p:nvPr/>
        </p:nvGrpSpPr>
        <p:grpSpPr>
          <a:xfrm>
            <a:off x="4718084" y="5884939"/>
            <a:ext cx="138240" cy="141120"/>
            <a:chOff x="4718084" y="5884939"/>
            <a:chExt cx="138240" cy="14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E5A36E2-618C-6A6B-6037-1F520B30621A}"/>
                    </a:ext>
                  </a:extLst>
                </p14:cNvPr>
                <p14:cNvContentPartPr/>
                <p14:nvPr/>
              </p14:nvContentPartPr>
              <p14:xfrm>
                <a:off x="4724924" y="5884939"/>
                <a:ext cx="77760" cy="1296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E5A36E2-618C-6A6B-6037-1F520B30621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4718804" y="5878819"/>
                  <a:ext cx="900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CB87A67-0065-BC79-6621-803609D108C9}"/>
                    </a:ext>
                  </a:extLst>
                </p14:cNvPr>
                <p14:cNvContentPartPr/>
                <p14:nvPr/>
              </p14:nvContentPartPr>
              <p14:xfrm>
                <a:off x="4718084" y="5896459"/>
                <a:ext cx="138240" cy="129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CB87A67-0065-BC79-6621-803609D108C9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4711964" y="5890339"/>
                  <a:ext cx="15048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3223F3B6-3B09-9C75-B182-F11D0C24839F}"/>
              </a:ext>
            </a:extLst>
          </p:cNvPr>
          <p:cNvGrpSpPr/>
          <p:nvPr/>
        </p:nvGrpSpPr>
        <p:grpSpPr>
          <a:xfrm>
            <a:off x="5064764" y="5807539"/>
            <a:ext cx="534600" cy="648000"/>
            <a:chOff x="5064764" y="5807539"/>
            <a:chExt cx="53460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152954B-77B1-95BA-5196-FB49668C3973}"/>
                    </a:ext>
                  </a:extLst>
                </p14:cNvPr>
                <p14:cNvContentPartPr/>
                <p14:nvPr/>
              </p14:nvContentPartPr>
              <p14:xfrm>
                <a:off x="5080244" y="5807539"/>
                <a:ext cx="188640" cy="1022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152954B-77B1-95BA-5196-FB49668C397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074124" y="5801419"/>
                  <a:ext cx="2008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BFCD91B-EEBB-4C8D-9B65-72F93FFE4164}"/>
                    </a:ext>
                  </a:extLst>
                </p14:cNvPr>
                <p14:cNvContentPartPr/>
                <p14:nvPr/>
              </p14:nvContentPartPr>
              <p14:xfrm>
                <a:off x="5064764" y="5809339"/>
                <a:ext cx="323280" cy="6462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BFCD91B-EEBB-4C8D-9B65-72F93FFE4164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058644" y="5803219"/>
                  <a:ext cx="335520" cy="65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5873088-4EE2-4ACC-FF94-6EEF6BA0E87C}"/>
                    </a:ext>
                  </a:extLst>
                </p14:cNvPr>
                <p14:cNvContentPartPr/>
                <p14:nvPr/>
              </p14:nvContentPartPr>
              <p14:xfrm>
                <a:off x="5424044" y="5827339"/>
                <a:ext cx="175320" cy="126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5873088-4EE2-4ACC-FF94-6EEF6BA0E87C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417924" y="5821219"/>
                  <a:ext cx="187560" cy="13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C5014182-1252-630C-6578-76B86A8CCCEB}"/>
              </a:ext>
            </a:extLst>
          </p:cNvPr>
          <p:cNvGrpSpPr/>
          <p:nvPr/>
        </p:nvGrpSpPr>
        <p:grpSpPr>
          <a:xfrm>
            <a:off x="5798444" y="5629699"/>
            <a:ext cx="981720" cy="365760"/>
            <a:chOff x="5798444" y="5629699"/>
            <a:chExt cx="981720" cy="36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5FEB8EA-1841-3E2B-40DF-2157288AB5FD}"/>
                    </a:ext>
                  </a:extLst>
                </p14:cNvPr>
                <p14:cNvContentPartPr/>
                <p14:nvPr/>
              </p14:nvContentPartPr>
              <p14:xfrm>
                <a:off x="5841644" y="5756779"/>
                <a:ext cx="8280" cy="2386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5FEB8EA-1841-3E2B-40DF-2157288AB5F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835524" y="5750659"/>
                  <a:ext cx="205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3F8EBC0-B807-252A-30B7-6C2544C527D5}"/>
                    </a:ext>
                  </a:extLst>
                </p14:cNvPr>
                <p14:cNvContentPartPr/>
                <p14:nvPr/>
              </p14:nvContentPartPr>
              <p14:xfrm>
                <a:off x="5798444" y="5832379"/>
                <a:ext cx="114840" cy="39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3F8EBC0-B807-252A-30B7-6C2544C527D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792324" y="5826259"/>
                  <a:ext cx="12708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C19B22F-73F6-6DE1-CC4A-5866693F6DB6}"/>
                    </a:ext>
                  </a:extLst>
                </p14:cNvPr>
                <p14:cNvContentPartPr/>
                <p14:nvPr/>
              </p14:nvContentPartPr>
              <p14:xfrm>
                <a:off x="6036044" y="5664259"/>
                <a:ext cx="126000" cy="281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C19B22F-73F6-6DE1-CC4A-5866693F6DB6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029924" y="5658139"/>
                  <a:ext cx="1382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528B333-C94C-155B-08BF-740FC1328368}"/>
                    </a:ext>
                  </a:extLst>
                </p14:cNvPr>
                <p14:cNvContentPartPr/>
                <p14:nvPr/>
              </p14:nvContentPartPr>
              <p14:xfrm>
                <a:off x="5995004" y="5629699"/>
                <a:ext cx="230040" cy="108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528B333-C94C-155B-08BF-740FC1328368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988884" y="5623579"/>
                  <a:ext cx="2422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D9907C8-0DCA-BCF5-0FBB-18450CA43B39}"/>
                    </a:ext>
                  </a:extLst>
                </p14:cNvPr>
                <p14:cNvContentPartPr/>
                <p14:nvPr/>
              </p14:nvContentPartPr>
              <p14:xfrm>
                <a:off x="6290924" y="5662099"/>
                <a:ext cx="156600" cy="2156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D9907C8-0DCA-BCF5-0FBB-18450CA43B3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284804" y="5655979"/>
                  <a:ext cx="1688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3756381-30CA-B497-7A0C-BC127ADAF30B}"/>
                    </a:ext>
                  </a:extLst>
                </p14:cNvPr>
                <p14:cNvContentPartPr/>
                <p14:nvPr/>
              </p14:nvContentPartPr>
              <p14:xfrm>
                <a:off x="6433484" y="5674699"/>
                <a:ext cx="152280" cy="1605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3756381-30CA-B497-7A0C-BC127ADAF30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427364" y="5668579"/>
                  <a:ext cx="1645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6A2EFAC-A7CC-D919-C977-12C6B75EB2FB}"/>
                    </a:ext>
                  </a:extLst>
                </p14:cNvPr>
                <p14:cNvContentPartPr/>
                <p14:nvPr/>
              </p14:nvContentPartPr>
              <p14:xfrm>
                <a:off x="6648404" y="5679379"/>
                <a:ext cx="131760" cy="1764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6A2EFAC-A7CC-D919-C977-12C6B75EB2FB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642284" y="5673259"/>
                  <a:ext cx="144000" cy="1886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7D2DB5A-93AE-37FA-C7AF-DE0544F1201C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Linear Regression</a:t>
            </a:r>
          </a:p>
        </p:txBody>
      </p:sp>
    </p:spTree>
    <p:extLst>
      <p:ext uri="{BB962C8B-B14F-4D97-AF65-F5344CB8AC3E}">
        <p14:creationId xmlns:p14="http://schemas.microsoft.com/office/powerpoint/2010/main" val="1620486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6ED19BC-F6EF-30AF-6049-8F9188AEF787}"/>
              </a:ext>
            </a:extLst>
          </p:cNvPr>
          <p:cNvCxnSpPr>
            <a:cxnSpLocks/>
          </p:cNvCxnSpPr>
          <p:nvPr/>
        </p:nvCxnSpPr>
        <p:spPr>
          <a:xfrm>
            <a:off x="2079057" y="741146"/>
            <a:ext cx="0" cy="46682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4B0115-031E-6E37-91F7-49F689AEE1CB}"/>
              </a:ext>
            </a:extLst>
          </p:cNvPr>
          <p:cNvCxnSpPr>
            <a:cxnSpLocks/>
          </p:cNvCxnSpPr>
          <p:nvPr/>
        </p:nvCxnSpPr>
        <p:spPr>
          <a:xfrm flipH="1">
            <a:off x="1856072" y="4995513"/>
            <a:ext cx="608477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9634857-A1B7-78E6-1F3A-CE9F83C8BBDC}"/>
              </a:ext>
            </a:extLst>
          </p:cNvPr>
          <p:cNvSpPr/>
          <p:nvPr/>
        </p:nvSpPr>
        <p:spPr>
          <a:xfrm>
            <a:off x="2983832" y="3551722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D9CDA1-C44C-EFCB-E2F7-2404640F5D4D}"/>
              </a:ext>
            </a:extLst>
          </p:cNvPr>
          <p:cNvSpPr/>
          <p:nvPr/>
        </p:nvSpPr>
        <p:spPr>
          <a:xfrm>
            <a:off x="4445268" y="3551722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7D5DE82-1E37-6560-995F-16EBD0A09284}"/>
              </a:ext>
            </a:extLst>
          </p:cNvPr>
          <p:cNvSpPr/>
          <p:nvPr/>
        </p:nvSpPr>
        <p:spPr>
          <a:xfrm>
            <a:off x="3607870" y="2279583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77B368B-8584-8712-6CCD-6AD95D5ABC39}"/>
              </a:ext>
            </a:extLst>
          </p:cNvPr>
          <p:cNvSpPr/>
          <p:nvPr/>
        </p:nvSpPr>
        <p:spPr>
          <a:xfrm>
            <a:off x="4445267" y="1722920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64F1116-4E8A-0B60-851B-244601045608}"/>
              </a:ext>
            </a:extLst>
          </p:cNvPr>
          <p:cNvSpPr/>
          <p:nvPr/>
        </p:nvSpPr>
        <p:spPr>
          <a:xfrm>
            <a:off x="4570395" y="2637321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83AC351-6F13-7D10-C24E-EDF5B12657A2}"/>
              </a:ext>
            </a:extLst>
          </p:cNvPr>
          <p:cNvSpPr/>
          <p:nvPr/>
        </p:nvSpPr>
        <p:spPr>
          <a:xfrm>
            <a:off x="6254817" y="2140016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54178C9-462C-3264-06C7-AC48893DBE77}"/>
              </a:ext>
            </a:extLst>
          </p:cNvPr>
          <p:cNvSpPr/>
          <p:nvPr/>
        </p:nvSpPr>
        <p:spPr>
          <a:xfrm>
            <a:off x="5435065" y="1722920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747E4CF-C918-4CB6-C677-D4A826A86BBB}"/>
              </a:ext>
            </a:extLst>
          </p:cNvPr>
          <p:cNvGrpSpPr/>
          <p:nvPr/>
        </p:nvGrpSpPr>
        <p:grpSpPr>
          <a:xfrm>
            <a:off x="904604" y="695899"/>
            <a:ext cx="317520" cy="313920"/>
            <a:chOff x="904604" y="695899"/>
            <a:chExt cx="317520" cy="31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F6928E8-2E1A-7013-AF43-520D84E6087D}"/>
                    </a:ext>
                  </a:extLst>
                </p14:cNvPr>
                <p14:cNvContentPartPr/>
                <p14:nvPr/>
              </p14:nvContentPartPr>
              <p14:xfrm>
                <a:off x="904604" y="724699"/>
                <a:ext cx="153360" cy="285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F6928E8-2E1A-7013-AF43-520D84E6087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98484" y="718579"/>
                  <a:ext cx="1656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2F76747-2F38-97A1-8855-1BFDAA7986CD}"/>
                    </a:ext>
                  </a:extLst>
                </p14:cNvPr>
                <p14:cNvContentPartPr/>
                <p14:nvPr/>
              </p14:nvContentPartPr>
              <p14:xfrm>
                <a:off x="1086044" y="853219"/>
                <a:ext cx="100800" cy="149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2F76747-2F38-97A1-8855-1BFDAA7986C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79924" y="847099"/>
                  <a:ext cx="1130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C9CE9A1-A445-A359-9297-F4A891FF916C}"/>
                    </a:ext>
                  </a:extLst>
                </p14:cNvPr>
                <p14:cNvContentPartPr/>
                <p14:nvPr/>
              </p14:nvContentPartPr>
              <p14:xfrm>
                <a:off x="1193324" y="695899"/>
                <a:ext cx="28800" cy="309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C9CE9A1-A445-A359-9297-F4A891FF916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87204" y="689779"/>
                  <a:ext cx="41040" cy="32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B002B2-8155-0DDD-5837-2A44CC62DB3D}"/>
              </a:ext>
            </a:extLst>
          </p:cNvPr>
          <p:cNvGrpSpPr/>
          <p:nvPr/>
        </p:nvGrpSpPr>
        <p:grpSpPr>
          <a:xfrm>
            <a:off x="7649564" y="4856059"/>
            <a:ext cx="1113480" cy="752400"/>
            <a:chOff x="7649564" y="4856059"/>
            <a:chExt cx="1113480" cy="75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D1377D4-4750-7E5A-A2B9-CE94ECE00CAE}"/>
                    </a:ext>
                  </a:extLst>
                </p14:cNvPr>
                <p14:cNvContentPartPr/>
                <p14:nvPr/>
              </p14:nvContentPartPr>
              <p14:xfrm>
                <a:off x="7653164" y="5280499"/>
                <a:ext cx="10800" cy="219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D1377D4-4750-7E5A-A2B9-CE94ECE00CA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647044" y="5274379"/>
                  <a:ext cx="230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A65832B-192B-2D71-7236-AD417384F2B1}"/>
                    </a:ext>
                  </a:extLst>
                </p14:cNvPr>
                <p14:cNvContentPartPr/>
                <p14:nvPr/>
              </p14:nvContentPartPr>
              <p14:xfrm>
                <a:off x="7649564" y="5245579"/>
                <a:ext cx="198000" cy="93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A65832B-192B-2D71-7236-AD417384F2B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643444" y="5239459"/>
                  <a:ext cx="2102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B9335E7-07B3-A19C-ABC8-41B48CA34565}"/>
                    </a:ext>
                  </a:extLst>
                </p14:cNvPr>
                <p14:cNvContentPartPr/>
                <p14:nvPr/>
              </p14:nvContentPartPr>
              <p14:xfrm>
                <a:off x="7818404" y="5387059"/>
                <a:ext cx="51840" cy="79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B9335E7-07B3-A19C-ABC8-41B48CA3456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812284" y="5380939"/>
                  <a:ext cx="640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C3F540D-CF77-D689-6B8C-9A3EA1FB9A43}"/>
                    </a:ext>
                  </a:extLst>
                </p14:cNvPr>
                <p14:cNvContentPartPr/>
                <p14:nvPr/>
              </p14:nvContentPartPr>
              <p14:xfrm>
                <a:off x="7907324" y="5420179"/>
                <a:ext cx="122760" cy="101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C3F540D-CF77-D689-6B8C-9A3EA1FB9A4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901204" y="5414059"/>
                  <a:ext cx="1350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DABB431-CF21-2D6A-2992-785E94AA1102}"/>
                    </a:ext>
                  </a:extLst>
                </p14:cNvPr>
                <p14:cNvContentPartPr/>
                <p14:nvPr/>
              </p14:nvContentPartPr>
              <p14:xfrm>
                <a:off x="8180564" y="5492899"/>
                <a:ext cx="58680" cy="10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DABB431-CF21-2D6A-2992-785E94AA110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74444" y="5486779"/>
                  <a:ext cx="709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481F851-1148-2A7E-012B-511B3B5A61EC}"/>
                    </a:ext>
                  </a:extLst>
                </p14:cNvPr>
                <p14:cNvContentPartPr/>
                <p14:nvPr/>
              </p14:nvContentPartPr>
              <p14:xfrm>
                <a:off x="8300804" y="5361139"/>
                <a:ext cx="128880" cy="208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481F851-1148-2A7E-012B-511B3B5A61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294684" y="5355019"/>
                  <a:ext cx="1411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3FCBC4F-3667-581C-550D-5FC19DDCAB88}"/>
                    </a:ext>
                  </a:extLst>
                </p14:cNvPr>
                <p14:cNvContentPartPr/>
                <p14:nvPr/>
              </p14:nvContentPartPr>
              <p14:xfrm>
                <a:off x="8483684" y="5418019"/>
                <a:ext cx="173520" cy="190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3FCBC4F-3667-581C-550D-5FC19DDCAB8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477564" y="5411899"/>
                  <a:ext cx="1857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F8060B3-33FC-06FD-A817-0CF0B378FE34}"/>
                    </a:ext>
                  </a:extLst>
                </p14:cNvPr>
                <p14:cNvContentPartPr/>
                <p14:nvPr/>
              </p14:nvContentPartPr>
              <p14:xfrm>
                <a:off x="8625524" y="4856059"/>
                <a:ext cx="137520" cy="743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F8060B3-33FC-06FD-A817-0CF0B378FE3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619404" y="4849939"/>
                  <a:ext cx="149760" cy="75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3C69BBE-AC27-A4F6-4A60-0B7CC28A8C14}"/>
                  </a:ext>
                </a:extLst>
              </p14:cNvPr>
              <p14:cNvContentPartPr/>
              <p14:nvPr/>
            </p14:nvContentPartPr>
            <p14:xfrm>
              <a:off x="1928804" y="1512379"/>
              <a:ext cx="4599000" cy="33192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3C69BBE-AC27-A4F6-4A60-0B7CC28A8C1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922684" y="1506259"/>
                <a:ext cx="4611240" cy="333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C76B8E5B-E775-6E0A-3B07-0E8A9611948E}"/>
                  </a:ext>
                </a:extLst>
              </p14:cNvPr>
              <p14:cNvContentPartPr/>
              <p14:nvPr/>
            </p14:nvContentPartPr>
            <p14:xfrm>
              <a:off x="2710724" y="3250819"/>
              <a:ext cx="41400" cy="3499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C76B8E5B-E775-6E0A-3B07-0E8A9611948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704604" y="3244699"/>
                <a:ext cx="53640" cy="36216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001B3387-766F-2A84-545C-51437C7287BB}"/>
              </a:ext>
            </a:extLst>
          </p:cNvPr>
          <p:cNvGrpSpPr/>
          <p:nvPr/>
        </p:nvGrpSpPr>
        <p:grpSpPr>
          <a:xfrm>
            <a:off x="1758884" y="3626659"/>
            <a:ext cx="406080" cy="234000"/>
            <a:chOff x="1758884" y="3626659"/>
            <a:chExt cx="406080" cy="2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BAD4208-A8D7-D3C5-6700-4E9347DEB432}"/>
                    </a:ext>
                  </a:extLst>
                </p14:cNvPr>
                <p14:cNvContentPartPr/>
                <p14:nvPr/>
              </p14:nvContentPartPr>
              <p14:xfrm>
                <a:off x="2084684" y="3697579"/>
                <a:ext cx="80280" cy="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BAD4208-A8D7-D3C5-6700-4E9347DEB43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78564" y="3691459"/>
                  <a:ext cx="92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C423C39-A547-4476-CF00-F98C448D5708}"/>
                    </a:ext>
                  </a:extLst>
                </p14:cNvPr>
                <p14:cNvContentPartPr/>
                <p14:nvPr/>
              </p14:nvContentPartPr>
              <p14:xfrm>
                <a:off x="1758884" y="3652939"/>
                <a:ext cx="79200" cy="127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C423C39-A547-4476-CF00-F98C448D570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752764" y="3646819"/>
                  <a:ext cx="914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CDD7A94-2E4B-4FC9-6E5A-276D9AFED39F}"/>
                    </a:ext>
                  </a:extLst>
                </p14:cNvPr>
                <p14:cNvContentPartPr/>
                <p14:nvPr/>
              </p14:nvContentPartPr>
              <p14:xfrm>
                <a:off x="1789124" y="3626659"/>
                <a:ext cx="6552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CDD7A94-2E4B-4FC9-6E5A-276D9AFED39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783004" y="3620539"/>
                  <a:ext cx="77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149D83F-544D-40B9-7C16-8CAF4680C4DC}"/>
                    </a:ext>
                  </a:extLst>
                </p14:cNvPr>
                <p14:cNvContentPartPr/>
                <p14:nvPr/>
              </p14:nvContentPartPr>
              <p14:xfrm>
                <a:off x="1887044" y="3750859"/>
                <a:ext cx="93600" cy="109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149D83F-544D-40B9-7C16-8CAF4680C4D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80924" y="3744739"/>
                  <a:ext cx="105840" cy="12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162D1B-1EF4-7221-3D40-30AD7CA7C5F1}"/>
              </a:ext>
            </a:extLst>
          </p:cNvPr>
          <p:cNvGrpSpPr/>
          <p:nvPr/>
        </p:nvGrpSpPr>
        <p:grpSpPr>
          <a:xfrm>
            <a:off x="3183404" y="4908259"/>
            <a:ext cx="236160" cy="623520"/>
            <a:chOff x="3183404" y="4908259"/>
            <a:chExt cx="236160" cy="62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24EC58E-21F8-7344-824A-49830CF8D9FF}"/>
                    </a:ext>
                  </a:extLst>
                </p14:cNvPr>
                <p14:cNvContentPartPr/>
                <p14:nvPr/>
              </p14:nvContentPartPr>
              <p14:xfrm>
                <a:off x="3249644" y="4908259"/>
                <a:ext cx="17280" cy="134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24EC58E-21F8-7344-824A-49830CF8D9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43524" y="4902139"/>
                  <a:ext cx="295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0242CFB-6C7D-42E3-8567-5F292B0CB719}"/>
                    </a:ext>
                  </a:extLst>
                </p14:cNvPr>
                <p14:cNvContentPartPr/>
                <p14:nvPr/>
              </p14:nvContentPartPr>
              <p14:xfrm>
                <a:off x="3183404" y="5152699"/>
                <a:ext cx="97560" cy="223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0242CFB-6C7D-42E3-8567-5F292B0CB71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177284" y="5146579"/>
                  <a:ext cx="1098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2CE39E7-A53F-0DC0-1B5E-02306A40D328}"/>
                    </a:ext>
                  </a:extLst>
                </p14:cNvPr>
                <p14:cNvContentPartPr/>
                <p14:nvPr/>
              </p14:nvContentPartPr>
              <p14:xfrm>
                <a:off x="3357644" y="5240899"/>
                <a:ext cx="61920" cy="290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2CE39E7-A53F-0DC0-1B5E-02306A40D32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351524" y="5234779"/>
                  <a:ext cx="74160" cy="30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C6526DA-57EA-6033-DBF0-CC9268BE84EF}"/>
              </a:ext>
            </a:extLst>
          </p:cNvPr>
          <p:cNvGrpSpPr/>
          <p:nvPr/>
        </p:nvGrpSpPr>
        <p:grpSpPr>
          <a:xfrm>
            <a:off x="7444724" y="569899"/>
            <a:ext cx="974880" cy="349560"/>
            <a:chOff x="7444724" y="569899"/>
            <a:chExt cx="974880" cy="34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8172C21-9054-FEBF-34B9-B63CD001DB06}"/>
                    </a:ext>
                  </a:extLst>
                </p14:cNvPr>
                <p14:cNvContentPartPr/>
                <p14:nvPr/>
              </p14:nvContentPartPr>
              <p14:xfrm>
                <a:off x="7444724" y="627859"/>
                <a:ext cx="68760" cy="228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8172C21-9054-FEBF-34B9-B63CD001DB0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38604" y="621739"/>
                  <a:ext cx="810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9DBB3-EEB1-95BB-96CA-1F124835A730}"/>
                    </a:ext>
                  </a:extLst>
                </p14:cNvPr>
                <p14:cNvContentPartPr/>
                <p14:nvPr/>
              </p14:nvContentPartPr>
              <p14:xfrm>
                <a:off x="7478564" y="625339"/>
                <a:ext cx="61920" cy="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9DBB3-EEB1-95BB-96CA-1F124835A73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472444" y="619219"/>
                  <a:ext cx="74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3ACC813-5C9D-0F5A-6BDF-0990D2DFE015}"/>
                    </a:ext>
                  </a:extLst>
                </p14:cNvPr>
                <p14:cNvContentPartPr/>
                <p14:nvPr/>
              </p14:nvContentPartPr>
              <p14:xfrm>
                <a:off x="7539404" y="657379"/>
                <a:ext cx="209880" cy="1980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3ACC813-5C9D-0F5A-6BDF-0990D2DFE01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533284" y="651259"/>
                  <a:ext cx="2221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A78B81D-09DE-9668-F352-9D539B44EBE6}"/>
                    </a:ext>
                  </a:extLst>
                </p14:cNvPr>
                <p14:cNvContentPartPr/>
                <p14:nvPr/>
              </p14:nvContentPartPr>
              <p14:xfrm>
                <a:off x="7854404" y="738019"/>
                <a:ext cx="149760" cy="223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A78B81D-09DE-9668-F352-9D539B44EBE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848284" y="731899"/>
                  <a:ext cx="1620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A7CA228-E141-619C-ED96-78F032D05810}"/>
                    </a:ext>
                  </a:extLst>
                </p14:cNvPr>
                <p14:cNvContentPartPr/>
                <p14:nvPr/>
              </p14:nvContentPartPr>
              <p14:xfrm>
                <a:off x="8044844" y="632899"/>
                <a:ext cx="126720" cy="191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A7CA228-E141-619C-ED96-78F032D0581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038724" y="626779"/>
                  <a:ext cx="1389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B95E81-6B22-B72C-27A9-BA21A22744D1}"/>
                    </a:ext>
                  </a:extLst>
                </p14:cNvPr>
                <p14:cNvContentPartPr/>
                <p14:nvPr/>
              </p14:nvContentPartPr>
              <p14:xfrm>
                <a:off x="8232404" y="606619"/>
                <a:ext cx="123120" cy="240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B95E81-6B22-B72C-27A9-BA21A22744D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226284" y="600499"/>
                  <a:ext cx="1353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3CA0CA6-377C-9DA5-E334-AE4540A91748}"/>
                    </a:ext>
                  </a:extLst>
                </p14:cNvPr>
                <p14:cNvContentPartPr/>
                <p14:nvPr/>
              </p14:nvContentPartPr>
              <p14:xfrm>
                <a:off x="8408804" y="569899"/>
                <a:ext cx="10800" cy="3495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3CA0CA6-377C-9DA5-E334-AE4540A9174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402684" y="563779"/>
                  <a:ext cx="23040" cy="36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4D64B819-DD6D-6C5D-3CBD-3D93788A1A34}"/>
                  </a:ext>
                </a:extLst>
              </p14:cNvPr>
              <p14:cNvContentPartPr/>
              <p14:nvPr/>
            </p14:nvContentPartPr>
            <p14:xfrm>
              <a:off x="7294964" y="586099"/>
              <a:ext cx="23400" cy="41616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4D64B819-DD6D-6C5D-3CBD-3D93788A1A34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7288844" y="579979"/>
                <a:ext cx="35640" cy="42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B50486A-29BD-0D5A-CCAD-5404F17BCE46}"/>
                  </a:ext>
                </a:extLst>
              </p14:cNvPr>
              <p14:cNvContentPartPr/>
              <p14:nvPr/>
            </p14:nvContentPartPr>
            <p14:xfrm>
              <a:off x="3020324" y="3254419"/>
              <a:ext cx="184680" cy="1864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B50486A-29BD-0D5A-CCAD-5404F17BCE46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014204" y="3248299"/>
                <a:ext cx="196920" cy="19872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C40DF598-6541-7011-DE2B-C30698056C8E}"/>
              </a:ext>
            </a:extLst>
          </p:cNvPr>
          <p:cNvGrpSpPr/>
          <p:nvPr/>
        </p:nvGrpSpPr>
        <p:grpSpPr>
          <a:xfrm>
            <a:off x="4571924" y="4905379"/>
            <a:ext cx="215280" cy="489240"/>
            <a:chOff x="4571924" y="4905379"/>
            <a:chExt cx="215280" cy="48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D075D8B-BF46-EF43-CE14-D1CFDFCA13CC}"/>
                    </a:ext>
                  </a:extLst>
                </p14:cNvPr>
                <p14:cNvContentPartPr/>
                <p14:nvPr/>
              </p14:nvContentPartPr>
              <p14:xfrm>
                <a:off x="4670924" y="4905379"/>
                <a:ext cx="9000" cy="159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D075D8B-BF46-EF43-CE14-D1CFDFCA13C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64804" y="4899259"/>
                  <a:ext cx="212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DECF5BD-9B75-7BD7-ADC7-397B3B60F695}"/>
                    </a:ext>
                  </a:extLst>
                </p14:cNvPr>
                <p14:cNvContentPartPr/>
                <p14:nvPr/>
              </p14:nvContentPartPr>
              <p14:xfrm>
                <a:off x="4571924" y="5186179"/>
                <a:ext cx="73440" cy="190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DECF5BD-9B75-7BD7-ADC7-397B3B60F69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65804" y="5180059"/>
                  <a:ext cx="856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EAF5050-9FC1-FACC-A74F-61D75251EB5E}"/>
                    </a:ext>
                  </a:extLst>
                </p14:cNvPr>
                <p14:cNvContentPartPr/>
                <p14:nvPr/>
              </p14:nvContentPartPr>
              <p14:xfrm>
                <a:off x="4711604" y="5260699"/>
                <a:ext cx="65520" cy="1339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EAF5050-9FC1-FACC-A74F-61D75251EB5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705484" y="5254579"/>
                  <a:ext cx="777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F956B33-5669-0E03-545D-2E879214EF78}"/>
                    </a:ext>
                  </a:extLst>
                </p14:cNvPr>
                <p14:cNvContentPartPr/>
                <p14:nvPr/>
              </p14:nvContentPartPr>
              <p14:xfrm>
                <a:off x="4732124" y="5205979"/>
                <a:ext cx="55080" cy="108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F956B33-5669-0E03-545D-2E879214EF7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726004" y="5199859"/>
                  <a:ext cx="6732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9216EA44-6E10-A2E4-6A89-1DDA2CD5293B}"/>
              </a:ext>
            </a:extLst>
          </p:cNvPr>
          <p:cNvGrpSpPr/>
          <p:nvPr/>
        </p:nvGrpSpPr>
        <p:grpSpPr>
          <a:xfrm>
            <a:off x="8595644" y="502579"/>
            <a:ext cx="1480320" cy="472320"/>
            <a:chOff x="8595644" y="502579"/>
            <a:chExt cx="1480320" cy="47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88C5D14-2302-85DC-D713-9B263EB82D65}"/>
                    </a:ext>
                  </a:extLst>
                </p14:cNvPr>
                <p14:cNvContentPartPr/>
                <p14:nvPr/>
              </p14:nvContentPartPr>
              <p14:xfrm>
                <a:off x="8690324" y="609499"/>
                <a:ext cx="7200" cy="330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88C5D14-2302-85DC-D713-9B263EB82D6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84204" y="603379"/>
                  <a:ext cx="1944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97C6E4A-72A2-C986-507B-FF78CA69E0FA}"/>
                    </a:ext>
                  </a:extLst>
                </p14:cNvPr>
                <p14:cNvContentPartPr/>
                <p14:nvPr/>
              </p14:nvContentPartPr>
              <p14:xfrm>
                <a:off x="8595644" y="775459"/>
                <a:ext cx="185760" cy="17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97C6E4A-72A2-C986-507B-FF78CA69E0F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589524" y="769339"/>
                  <a:ext cx="1980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C2FC243-E71A-DFEB-ADF1-6697051B5631}"/>
                    </a:ext>
                  </a:extLst>
                </p14:cNvPr>
                <p14:cNvContentPartPr/>
                <p14:nvPr/>
              </p14:nvContentPartPr>
              <p14:xfrm>
                <a:off x="8932604" y="549019"/>
                <a:ext cx="10440" cy="425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C2FC243-E71A-DFEB-ADF1-6697051B563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926484" y="542899"/>
                  <a:ext cx="2268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8B3BBF5-CF89-4FEB-5379-DFB92956BE4F}"/>
                    </a:ext>
                  </a:extLst>
                </p14:cNvPr>
                <p14:cNvContentPartPr/>
                <p14:nvPr/>
              </p14:nvContentPartPr>
              <p14:xfrm>
                <a:off x="9056804" y="641179"/>
                <a:ext cx="79200" cy="221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8B3BBF5-CF89-4FEB-5379-DFB92956BE4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050684" y="635059"/>
                  <a:ext cx="91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3311B90-F49B-7E77-F88F-5A5697B2761B}"/>
                    </a:ext>
                  </a:extLst>
                </p14:cNvPr>
                <p14:cNvContentPartPr/>
                <p14:nvPr/>
              </p14:nvContentPartPr>
              <p14:xfrm>
                <a:off x="9144644" y="663499"/>
                <a:ext cx="89280" cy="244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3311B90-F49B-7E77-F88F-5A5697B2761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138524" y="657379"/>
                  <a:ext cx="1015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298DBA4-98CC-3CC5-BE3B-0E71EF7F6749}"/>
                    </a:ext>
                  </a:extLst>
                </p14:cNvPr>
                <p14:cNvContentPartPr/>
                <p14:nvPr/>
              </p14:nvContentPartPr>
              <p14:xfrm>
                <a:off x="9167324" y="681859"/>
                <a:ext cx="209160" cy="174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298DBA4-98CC-3CC5-BE3B-0E71EF7F674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161204" y="675739"/>
                  <a:ext cx="221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41F56E-328E-EB73-21F9-C55811CAD586}"/>
                    </a:ext>
                  </a:extLst>
                </p14:cNvPr>
                <p14:cNvContentPartPr/>
                <p14:nvPr/>
              </p14:nvContentPartPr>
              <p14:xfrm>
                <a:off x="9490604" y="773299"/>
                <a:ext cx="72360" cy="3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41F56E-328E-EB73-21F9-C55811CAD58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484484" y="767179"/>
                  <a:ext cx="8460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10B0472-D07D-7A53-E862-5F21739BD1A3}"/>
                    </a:ext>
                  </a:extLst>
                </p14:cNvPr>
                <p14:cNvContentPartPr/>
                <p14:nvPr/>
              </p14:nvContentPartPr>
              <p14:xfrm>
                <a:off x="9694004" y="502579"/>
                <a:ext cx="72720" cy="239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10B0472-D07D-7A53-E862-5F21739BD1A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87884" y="496459"/>
                  <a:ext cx="849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FC333A1-5A9E-3555-4CCB-C1F2840772B8}"/>
                    </a:ext>
                  </a:extLst>
                </p14:cNvPr>
                <p14:cNvContentPartPr/>
                <p14:nvPr/>
              </p14:nvContentPartPr>
              <p14:xfrm>
                <a:off x="9799484" y="579979"/>
                <a:ext cx="172800" cy="1886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FC333A1-5A9E-3555-4CCB-C1F2840772B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793364" y="573859"/>
                  <a:ext cx="1850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52C51FA-61F8-CC22-E99A-16AFCA37A00F}"/>
                    </a:ext>
                  </a:extLst>
                </p14:cNvPr>
                <p14:cNvContentPartPr/>
                <p14:nvPr/>
              </p14:nvContentPartPr>
              <p14:xfrm>
                <a:off x="9814604" y="565219"/>
                <a:ext cx="176400" cy="18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52C51FA-61F8-CC22-E99A-16AFCA37A00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808484" y="559099"/>
                  <a:ext cx="1886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C961ABD-5AA4-38BB-D181-4F103640AE4D}"/>
                    </a:ext>
                  </a:extLst>
                </p14:cNvPr>
                <p14:cNvContentPartPr/>
                <p14:nvPr/>
              </p14:nvContentPartPr>
              <p14:xfrm>
                <a:off x="10055444" y="528139"/>
                <a:ext cx="20520" cy="393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C961ABD-5AA4-38BB-D181-4F103640AE4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49324" y="522019"/>
                  <a:ext cx="32760" cy="40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BFE6170A-DEDF-8584-4BB7-DB4F4578C4E7}"/>
                  </a:ext>
                </a:extLst>
              </p14:cNvPr>
              <p14:cNvContentPartPr/>
              <p14:nvPr/>
            </p14:nvContentPartPr>
            <p14:xfrm>
              <a:off x="4780364" y="3362059"/>
              <a:ext cx="170280" cy="2250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BFE6170A-DEDF-8584-4BB7-DB4F4578C4E7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4774244" y="3355939"/>
                <a:ext cx="182520" cy="2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EF6CB4A6-8546-9AC9-4593-E730B9156B37}"/>
                  </a:ext>
                </a:extLst>
              </p14:cNvPr>
              <p14:cNvContentPartPr/>
              <p14:nvPr/>
            </p14:nvContentPartPr>
            <p14:xfrm>
              <a:off x="10254524" y="556579"/>
              <a:ext cx="12240" cy="1692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EF6CB4A6-8546-9AC9-4593-E730B9156B37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0248404" y="550459"/>
                <a:ext cx="24480" cy="18144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49CC703E-4296-3008-E351-EAAC6C10B9BB}"/>
              </a:ext>
            </a:extLst>
          </p:cNvPr>
          <p:cNvGrpSpPr/>
          <p:nvPr/>
        </p:nvGrpSpPr>
        <p:grpSpPr>
          <a:xfrm>
            <a:off x="10193324" y="463699"/>
            <a:ext cx="239760" cy="369000"/>
            <a:chOff x="10193324" y="463699"/>
            <a:chExt cx="23976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877824A-1A7F-189F-2318-C92C265B9BE1}"/>
                    </a:ext>
                  </a:extLst>
                </p14:cNvPr>
                <p14:cNvContentPartPr/>
                <p14:nvPr/>
              </p14:nvContentPartPr>
              <p14:xfrm>
                <a:off x="10193324" y="631819"/>
                <a:ext cx="113400" cy="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877824A-1A7F-189F-2318-C92C265B9BE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187204" y="625699"/>
                  <a:ext cx="125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4BDE670-A654-B932-4B17-C1E6DEB424AE}"/>
                    </a:ext>
                  </a:extLst>
                </p14:cNvPr>
                <p14:cNvContentPartPr/>
                <p14:nvPr/>
              </p14:nvContentPartPr>
              <p14:xfrm>
                <a:off x="10429124" y="463699"/>
                <a:ext cx="3960" cy="3690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4BDE670-A654-B932-4B17-C1E6DEB424A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423004" y="457579"/>
                  <a:ext cx="16200" cy="38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AF6FBE1-1410-96AF-4B0E-F956F048FE07}"/>
              </a:ext>
            </a:extLst>
          </p:cNvPr>
          <p:cNvGrpSpPr/>
          <p:nvPr/>
        </p:nvGrpSpPr>
        <p:grpSpPr>
          <a:xfrm>
            <a:off x="10606244" y="516979"/>
            <a:ext cx="773640" cy="340200"/>
            <a:chOff x="10606244" y="516979"/>
            <a:chExt cx="773640" cy="34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36F5C5A-1119-65C7-0C93-3CAB6C0D0BD5}"/>
                    </a:ext>
                  </a:extLst>
                </p14:cNvPr>
                <p14:cNvContentPartPr/>
                <p14:nvPr/>
              </p14:nvContentPartPr>
              <p14:xfrm>
                <a:off x="10606244" y="554419"/>
                <a:ext cx="121320" cy="226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36F5C5A-1119-65C7-0C93-3CAB6C0D0B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600124" y="548299"/>
                  <a:ext cx="1335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7B8A3B-D18F-11DA-91AC-71C1361ECC90}"/>
                    </a:ext>
                  </a:extLst>
                </p14:cNvPr>
                <p14:cNvContentPartPr/>
                <p14:nvPr/>
              </p14:nvContentPartPr>
              <p14:xfrm>
                <a:off x="10770404" y="595819"/>
                <a:ext cx="102600" cy="1508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7B8A3B-D18F-11DA-91AC-71C1361ECC9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764284" y="589699"/>
                  <a:ext cx="1148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837D4BC-0089-B1F4-F31B-FD64DA16671A}"/>
                    </a:ext>
                  </a:extLst>
                </p14:cNvPr>
                <p14:cNvContentPartPr/>
                <p14:nvPr/>
              </p14:nvContentPartPr>
              <p14:xfrm>
                <a:off x="10937084" y="670339"/>
                <a:ext cx="112680" cy="72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837D4BC-0089-B1F4-F31B-FD64DA16671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930964" y="664219"/>
                  <a:ext cx="12492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BED1D87-84C9-DB1C-1020-FD22C5ECA67F}"/>
                    </a:ext>
                  </a:extLst>
                </p14:cNvPr>
                <p14:cNvContentPartPr/>
                <p14:nvPr/>
              </p14:nvContentPartPr>
              <p14:xfrm>
                <a:off x="11000444" y="520579"/>
                <a:ext cx="153000" cy="263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BED1D87-84C9-DB1C-1020-FD22C5ECA67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994324" y="514459"/>
                  <a:ext cx="1652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4838653-EFF7-E84A-63FF-32734A22139D}"/>
                    </a:ext>
                  </a:extLst>
                </p14:cNvPr>
                <p14:cNvContentPartPr/>
                <p14:nvPr/>
              </p14:nvContentPartPr>
              <p14:xfrm>
                <a:off x="11174324" y="567379"/>
                <a:ext cx="126000" cy="1159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4838653-EFF7-E84A-63FF-32734A22139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168204" y="561259"/>
                  <a:ext cx="1382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01AF986-548A-CC5A-D515-82456DF2E624}"/>
                    </a:ext>
                  </a:extLst>
                </p14:cNvPr>
                <p14:cNvContentPartPr/>
                <p14:nvPr/>
              </p14:nvContentPartPr>
              <p14:xfrm>
                <a:off x="11357564" y="516979"/>
                <a:ext cx="22320" cy="3402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01AF986-548A-CC5A-D515-82456DF2E62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351444" y="510859"/>
                  <a:ext cx="34560" cy="35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F904F69-1A67-9152-6D6C-8B6B0D794522}"/>
              </a:ext>
            </a:extLst>
          </p:cNvPr>
          <p:cNvGrpSpPr/>
          <p:nvPr/>
        </p:nvGrpSpPr>
        <p:grpSpPr>
          <a:xfrm>
            <a:off x="8267324" y="1395739"/>
            <a:ext cx="133920" cy="135720"/>
            <a:chOff x="8267324" y="1395739"/>
            <a:chExt cx="133920" cy="13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80FE0EA-7701-6382-CFCA-1A505D86D9FB}"/>
                    </a:ext>
                  </a:extLst>
                </p14:cNvPr>
                <p14:cNvContentPartPr/>
                <p14:nvPr/>
              </p14:nvContentPartPr>
              <p14:xfrm>
                <a:off x="8274164" y="1395739"/>
                <a:ext cx="5400" cy="1357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80FE0EA-7701-6382-CFCA-1A505D86D9F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268044" y="1389619"/>
                  <a:ext cx="176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8309128-4547-7CEB-B39E-FBE60BEFF541}"/>
                    </a:ext>
                  </a:extLst>
                </p14:cNvPr>
                <p14:cNvContentPartPr/>
                <p14:nvPr/>
              </p14:nvContentPartPr>
              <p14:xfrm>
                <a:off x="8267324" y="1489699"/>
                <a:ext cx="133920" cy="108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8309128-4547-7CEB-B39E-FBE60BEFF54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61204" y="1483579"/>
                  <a:ext cx="146160" cy="2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530042B2-DEC7-B7FC-08C6-E297320F8A98}"/>
                  </a:ext>
                </a:extLst>
              </p14:cNvPr>
              <p14:cNvContentPartPr/>
              <p14:nvPr/>
            </p14:nvContentPartPr>
            <p14:xfrm>
              <a:off x="4907084" y="2414899"/>
              <a:ext cx="326160" cy="36900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530042B2-DEC7-B7FC-08C6-E297320F8A98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4900964" y="2408779"/>
                <a:ext cx="338400" cy="38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88A58A1E-1AEA-A7E5-8293-7813C620D2B7}"/>
                  </a:ext>
                </a:extLst>
              </p14:cNvPr>
              <p14:cNvContentPartPr/>
              <p14:nvPr/>
            </p14:nvContentPartPr>
            <p14:xfrm>
              <a:off x="3657524" y="1861579"/>
              <a:ext cx="390960" cy="27468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88A58A1E-1AEA-A7E5-8293-7813C620D2B7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51404" y="1855459"/>
                <a:ext cx="403200" cy="28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D7A1D57C-0490-358D-70C6-CABFD14479CA}"/>
                  </a:ext>
                </a:extLst>
              </p14:cNvPr>
              <p14:cNvContentPartPr/>
              <p14:nvPr/>
            </p14:nvContentPartPr>
            <p14:xfrm>
              <a:off x="8634884" y="1258579"/>
              <a:ext cx="53640" cy="39672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D7A1D57C-0490-358D-70C6-CABFD14479CA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8628764" y="1252459"/>
                <a:ext cx="658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013778A1-5A4A-8403-FBBF-B2E539447556}"/>
                  </a:ext>
                </a:extLst>
              </p14:cNvPr>
              <p14:cNvContentPartPr/>
              <p14:nvPr/>
            </p14:nvContentPartPr>
            <p14:xfrm>
              <a:off x="4646804" y="1576099"/>
              <a:ext cx="110880" cy="9108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013778A1-5A4A-8403-FBBF-B2E539447556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4640684" y="1569979"/>
                <a:ext cx="1231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453B9EE2-EB80-B1CF-28CE-7C384F80F824}"/>
                  </a:ext>
                </a:extLst>
              </p14:cNvPr>
              <p14:cNvContentPartPr/>
              <p14:nvPr/>
            </p14:nvContentPartPr>
            <p14:xfrm>
              <a:off x="5724644" y="1410499"/>
              <a:ext cx="320760" cy="20628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453B9EE2-EB80-B1CF-28CE-7C384F80F824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5718524" y="1404379"/>
                <a:ext cx="333000" cy="21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226565FA-DCED-C529-A728-77A0C0DCF4D4}"/>
                  </a:ext>
                </a:extLst>
              </p14:cNvPr>
              <p14:cNvContentPartPr/>
              <p14:nvPr/>
            </p14:nvContentPartPr>
            <p14:xfrm>
              <a:off x="6632924" y="1887139"/>
              <a:ext cx="329400" cy="2854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226565FA-DCED-C529-A728-77A0C0DCF4D4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6626804" y="1881019"/>
                <a:ext cx="341640" cy="29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CEB3D2C2-89C0-C6CC-C876-9F8A1A9086EA}"/>
                  </a:ext>
                </a:extLst>
              </p14:cNvPr>
              <p14:cNvContentPartPr/>
              <p14:nvPr/>
            </p14:nvContentPartPr>
            <p14:xfrm>
              <a:off x="7880684" y="180379"/>
              <a:ext cx="10800" cy="15840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CEB3D2C2-89C0-C6CC-C876-9F8A1A9086EA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7874564" y="174259"/>
                <a:ext cx="23040" cy="17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E7929F4-1AF3-7FBD-43F5-73ACF87E2691}"/>
              </a:ext>
            </a:extLst>
          </p:cNvPr>
          <p:cNvGrpSpPr/>
          <p:nvPr/>
        </p:nvGrpSpPr>
        <p:grpSpPr>
          <a:xfrm>
            <a:off x="9292964" y="179659"/>
            <a:ext cx="447480" cy="234360"/>
            <a:chOff x="9292964" y="179659"/>
            <a:chExt cx="44748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6FE9044-DAAA-BECA-8C77-69ABE9119765}"/>
                    </a:ext>
                  </a:extLst>
                </p14:cNvPr>
                <p14:cNvContentPartPr/>
                <p14:nvPr/>
              </p14:nvContentPartPr>
              <p14:xfrm>
                <a:off x="9292964" y="182899"/>
                <a:ext cx="155880" cy="231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6FE9044-DAAA-BECA-8C77-69ABE911976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286844" y="176779"/>
                  <a:ext cx="1681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BBE07AD-EFAA-4289-D46B-CBA0B7438865}"/>
                    </a:ext>
                  </a:extLst>
                </p14:cNvPr>
                <p14:cNvContentPartPr/>
                <p14:nvPr/>
              </p14:nvContentPartPr>
              <p14:xfrm>
                <a:off x="9476924" y="190819"/>
                <a:ext cx="97560" cy="2070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BBE07AD-EFAA-4289-D46B-CBA0B743886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470804" y="184699"/>
                  <a:ext cx="1098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6F6C567-6D88-E42A-BE65-78A000E850C5}"/>
                    </a:ext>
                  </a:extLst>
                </p14:cNvPr>
                <p14:cNvContentPartPr/>
                <p14:nvPr/>
              </p14:nvContentPartPr>
              <p14:xfrm>
                <a:off x="9508964" y="179659"/>
                <a:ext cx="231480" cy="183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6F6C567-6D88-E42A-BE65-78A000E850C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502844" y="173539"/>
                  <a:ext cx="24372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D5217D76-C580-AAFF-2CED-1C47F2E4423B}"/>
                  </a:ext>
                </a:extLst>
              </p14:cNvPr>
              <p14:cNvContentPartPr/>
              <p14:nvPr/>
            </p14:nvContentPartPr>
            <p14:xfrm>
              <a:off x="10943204" y="173899"/>
              <a:ext cx="116280" cy="12348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D5217D76-C580-AAFF-2CED-1C47F2E4423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0937084" y="167779"/>
                <a:ext cx="128520" cy="13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2" name="Group 131">
            <a:extLst>
              <a:ext uri="{FF2B5EF4-FFF2-40B4-BE49-F238E27FC236}">
                <a16:creationId xmlns:a16="http://schemas.microsoft.com/office/drawing/2014/main" id="{FC00C7A3-C6E5-0107-997B-FC70F4BDE21B}"/>
              </a:ext>
            </a:extLst>
          </p:cNvPr>
          <p:cNvGrpSpPr/>
          <p:nvPr/>
        </p:nvGrpSpPr>
        <p:grpSpPr>
          <a:xfrm>
            <a:off x="8837564" y="1058419"/>
            <a:ext cx="715680" cy="607680"/>
            <a:chOff x="8837564" y="1058419"/>
            <a:chExt cx="715680" cy="60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0A15973-04FB-0C0F-96FE-4DB66BF16113}"/>
                    </a:ext>
                  </a:extLst>
                </p14:cNvPr>
                <p14:cNvContentPartPr/>
                <p14:nvPr/>
              </p14:nvContentPartPr>
              <p14:xfrm>
                <a:off x="8837564" y="1293499"/>
                <a:ext cx="61200" cy="2217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0A15973-04FB-0C0F-96FE-4DB66BF1611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831444" y="1287379"/>
                  <a:ext cx="73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09D3989-86A5-2AC5-3E41-11A1E61193AC}"/>
                    </a:ext>
                  </a:extLst>
                </p14:cNvPr>
                <p14:cNvContentPartPr/>
                <p14:nvPr/>
              </p14:nvContentPartPr>
              <p14:xfrm>
                <a:off x="8911364" y="1347859"/>
                <a:ext cx="92880" cy="1166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09D3989-86A5-2AC5-3E41-11A1E61193A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905244" y="1341739"/>
                  <a:ext cx="1051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6275E18-4559-DF74-66AA-4D8DA987DC53}"/>
                    </a:ext>
                  </a:extLst>
                </p14:cNvPr>
                <p14:cNvContentPartPr/>
                <p14:nvPr/>
              </p14:nvContentPartPr>
              <p14:xfrm>
                <a:off x="9119084" y="1376299"/>
                <a:ext cx="48240" cy="3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6275E18-4559-DF74-66AA-4D8DA987DC5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112964" y="1370179"/>
                  <a:ext cx="6048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333AFD4-4D0A-ECA5-45D7-3EF12708A708}"/>
                    </a:ext>
                  </a:extLst>
                </p14:cNvPr>
                <p14:cNvContentPartPr/>
                <p14:nvPr/>
              </p14:nvContentPartPr>
              <p14:xfrm>
                <a:off x="9220604" y="1264339"/>
                <a:ext cx="63720" cy="1875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333AFD4-4D0A-ECA5-45D7-3EF12708A70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214484" y="1258219"/>
                  <a:ext cx="759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32137D4-E3B4-B27A-FBE7-63852ACBCCB1}"/>
                    </a:ext>
                  </a:extLst>
                </p14:cNvPr>
                <p14:cNvContentPartPr/>
                <p14:nvPr/>
              </p14:nvContentPartPr>
              <p14:xfrm>
                <a:off x="9326444" y="1324099"/>
                <a:ext cx="72360" cy="1476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32137D4-E3B4-B27A-FBE7-63852ACBCCB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320324" y="1317979"/>
                  <a:ext cx="846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3DBD9CA-583E-5E0E-0FC0-B76EF003041D}"/>
                    </a:ext>
                  </a:extLst>
                </p14:cNvPr>
                <p14:cNvContentPartPr/>
                <p14:nvPr/>
              </p14:nvContentPartPr>
              <p14:xfrm>
                <a:off x="9353804" y="1312579"/>
                <a:ext cx="87120" cy="39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3DBD9CA-583E-5E0E-0FC0-B76EF003041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347684" y="1306459"/>
                  <a:ext cx="9936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D2B28E6-E7FD-5784-5A65-CD2A72972402}"/>
                    </a:ext>
                  </a:extLst>
                </p14:cNvPr>
                <p14:cNvContentPartPr/>
                <p14:nvPr/>
              </p14:nvContentPartPr>
              <p14:xfrm>
                <a:off x="9488444" y="1247059"/>
                <a:ext cx="64800" cy="419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D2B28E6-E7FD-5784-5A65-CD2A7297240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482324" y="1240939"/>
                  <a:ext cx="7704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8BF2530-69E7-7A01-0FB4-A1454110A6C7}"/>
                    </a:ext>
                  </a:extLst>
                </p14:cNvPr>
                <p14:cNvContentPartPr/>
                <p14:nvPr/>
              </p14:nvContentPartPr>
              <p14:xfrm>
                <a:off x="8982644" y="1068499"/>
                <a:ext cx="22320" cy="900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8BF2530-69E7-7A01-0FB4-A1454110A6C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976524" y="1062379"/>
                  <a:ext cx="345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48F32D4-E09C-2053-C48D-86465DFCD46A}"/>
                    </a:ext>
                  </a:extLst>
                </p14:cNvPr>
                <p14:cNvContentPartPr/>
                <p14:nvPr/>
              </p14:nvContentPartPr>
              <p14:xfrm>
                <a:off x="9098204" y="1058419"/>
                <a:ext cx="58680" cy="1508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48F32D4-E09C-2053-C48D-86465DFCD46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092084" y="1052299"/>
                  <a:ext cx="709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9C092A5-AADA-CA84-4CFE-27F55B322E21}"/>
                    </a:ext>
                  </a:extLst>
                </p14:cNvPr>
                <p14:cNvContentPartPr/>
                <p14:nvPr/>
              </p14:nvContentPartPr>
              <p14:xfrm>
                <a:off x="9132044" y="1061299"/>
                <a:ext cx="106920" cy="23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9C092A5-AADA-CA84-4CFE-27F55B322E2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125924" y="1055179"/>
                  <a:ext cx="11916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685B9F4-EAE7-9B95-32FC-4D7D670D181C}"/>
              </a:ext>
            </a:extLst>
          </p:cNvPr>
          <p:cNvGrpSpPr/>
          <p:nvPr/>
        </p:nvGrpSpPr>
        <p:grpSpPr>
          <a:xfrm>
            <a:off x="8618684" y="2450539"/>
            <a:ext cx="1522080" cy="486720"/>
            <a:chOff x="8618684" y="2450539"/>
            <a:chExt cx="1522080" cy="48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2662E58-FA58-7513-CF0F-B4A39166C7FA}"/>
                    </a:ext>
                  </a:extLst>
                </p14:cNvPr>
                <p14:cNvContentPartPr/>
                <p14:nvPr/>
              </p14:nvContentPartPr>
              <p14:xfrm>
                <a:off x="9205844" y="2457379"/>
                <a:ext cx="80280" cy="235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2662E58-FA58-7513-CF0F-B4A39166C7F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199724" y="2451259"/>
                  <a:ext cx="925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AA7AA61-5EC1-DB11-11B3-F42627755502}"/>
                    </a:ext>
                  </a:extLst>
                </p14:cNvPr>
                <p14:cNvContentPartPr/>
                <p14:nvPr/>
              </p14:nvContentPartPr>
              <p14:xfrm>
                <a:off x="9247964" y="2474659"/>
                <a:ext cx="153000" cy="122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AA7AA61-5EC1-DB11-11B3-F4262775550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241844" y="2468539"/>
                  <a:ext cx="1652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8F522EB-7BE5-AF1A-4D18-A2234592B534}"/>
                    </a:ext>
                  </a:extLst>
                </p14:cNvPr>
                <p14:cNvContentPartPr/>
                <p14:nvPr/>
              </p14:nvContentPartPr>
              <p14:xfrm>
                <a:off x="9471524" y="2450539"/>
                <a:ext cx="20160" cy="288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8F522EB-7BE5-AF1A-4D18-A2234592B53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465404" y="2444419"/>
                  <a:ext cx="324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613A84B-446E-1C9A-B167-4953765C3FD0}"/>
                    </a:ext>
                  </a:extLst>
                </p14:cNvPr>
                <p14:cNvContentPartPr/>
                <p14:nvPr/>
              </p14:nvContentPartPr>
              <p14:xfrm>
                <a:off x="8618684" y="2830339"/>
                <a:ext cx="1522080" cy="1069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613A84B-446E-1C9A-B167-4953765C3FD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612564" y="2824219"/>
                  <a:ext cx="153432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7CDE02CB-6E6A-3EA8-83B1-2D45EC11F79E}"/>
              </a:ext>
            </a:extLst>
          </p:cNvPr>
          <p:cNvGrpSpPr/>
          <p:nvPr/>
        </p:nvGrpSpPr>
        <p:grpSpPr>
          <a:xfrm>
            <a:off x="9312044" y="3060739"/>
            <a:ext cx="279720" cy="239760"/>
            <a:chOff x="9312044" y="3060739"/>
            <a:chExt cx="279720" cy="23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D60C5FA-6F71-03E5-1C68-A0EC0F3F73C3}"/>
                    </a:ext>
                  </a:extLst>
                </p14:cNvPr>
                <p14:cNvContentPartPr/>
                <p14:nvPr/>
              </p14:nvContentPartPr>
              <p14:xfrm>
                <a:off x="9312044" y="3061099"/>
                <a:ext cx="96120" cy="239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D60C5FA-6F71-03E5-1C68-A0EC0F3F73C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305924" y="3054979"/>
                  <a:ext cx="1083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2A665DD-ABEE-1BF1-FA2F-5B8D9F69DCF3}"/>
                    </a:ext>
                  </a:extLst>
                </p14:cNvPr>
                <p14:cNvContentPartPr/>
                <p14:nvPr/>
              </p14:nvContentPartPr>
              <p14:xfrm>
                <a:off x="9353804" y="3060739"/>
                <a:ext cx="237960" cy="118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2A665DD-ABEE-1BF1-FA2F-5B8D9F69DCF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347684" y="3054619"/>
                  <a:ext cx="250200" cy="2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CA3B6B6C-9063-F795-7D94-04C7F1758694}"/>
              </a:ext>
            </a:extLst>
          </p:cNvPr>
          <p:cNvGrpSpPr/>
          <p:nvPr/>
        </p:nvGrpSpPr>
        <p:grpSpPr>
          <a:xfrm>
            <a:off x="10300244" y="2718019"/>
            <a:ext cx="882000" cy="250200"/>
            <a:chOff x="10300244" y="2718019"/>
            <a:chExt cx="882000" cy="25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B685054-A020-FA57-759B-808CBF31BBD4}"/>
                    </a:ext>
                  </a:extLst>
                </p14:cNvPr>
                <p14:cNvContentPartPr/>
                <p14:nvPr/>
              </p14:nvContentPartPr>
              <p14:xfrm>
                <a:off x="10300244" y="2955979"/>
                <a:ext cx="138960" cy="122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B685054-A020-FA57-759B-808CBF31BBD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294124" y="2949859"/>
                  <a:ext cx="1512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03A189A-F9B8-E49F-82A2-01D12E480E8D}"/>
                    </a:ext>
                  </a:extLst>
                </p14:cNvPr>
                <p14:cNvContentPartPr/>
                <p14:nvPr/>
              </p14:nvContentPartPr>
              <p14:xfrm>
                <a:off x="10327604" y="2878579"/>
                <a:ext cx="280080" cy="10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03A189A-F9B8-E49F-82A2-01D12E480E8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321484" y="2872459"/>
                  <a:ext cx="2923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4A9EEEC-395A-B4A1-6642-2BF67C87ABD8}"/>
                    </a:ext>
                  </a:extLst>
                </p14:cNvPr>
                <p14:cNvContentPartPr/>
                <p14:nvPr/>
              </p14:nvContentPartPr>
              <p14:xfrm>
                <a:off x="10690844" y="2749339"/>
                <a:ext cx="3960" cy="2012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4A9EEEC-395A-B4A1-6642-2BF67C87ABD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684724" y="2743219"/>
                  <a:ext cx="162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7BBDEF0-5143-449C-F22F-0BD89F3BC299}"/>
                    </a:ext>
                  </a:extLst>
                </p14:cNvPr>
                <p14:cNvContentPartPr/>
                <p14:nvPr/>
              </p14:nvContentPartPr>
              <p14:xfrm>
                <a:off x="10799204" y="2781739"/>
                <a:ext cx="82440" cy="142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7BBDEF0-5143-449C-F22F-0BD89F3BC29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793084" y="2775619"/>
                  <a:ext cx="946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B0E6192-194F-1F84-89DC-46F4D9A2AEA8}"/>
                    </a:ext>
                  </a:extLst>
                </p14:cNvPr>
                <p14:cNvContentPartPr/>
                <p14:nvPr/>
              </p14:nvContentPartPr>
              <p14:xfrm>
                <a:off x="10933484" y="2856619"/>
                <a:ext cx="360" cy="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B0E6192-194F-1F84-89DC-46F4D9A2AEA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927364" y="285049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15C2300-9E4F-D66A-18B2-F1706175B719}"/>
                    </a:ext>
                  </a:extLst>
                </p14:cNvPr>
                <p14:cNvContentPartPr/>
                <p14:nvPr/>
              </p14:nvContentPartPr>
              <p14:xfrm>
                <a:off x="11006564" y="2718019"/>
                <a:ext cx="175680" cy="2030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15C2300-9E4F-D66A-18B2-F1706175B71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000444" y="2711899"/>
                  <a:ext cx="18792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A402ECC3-D491-6986-849A-5B3763960E03}"/>
              </a:ext>
            </a:extLst>
          </p:cNvPr>
          <p:cNvGrpSpPr/>
          <p:nvPr/>
        </p:nvGrpSpPr>
        <p:grpSpPr>
          <a:xfrm>
            <a:off x="7141964" y="2671579"/>
            <a:ext cx="1347480" cy="329040"/>
            <a:chOff x="7141964" y="2671579"/>
            <a:chExt cx="1347480" cy="32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D017168-6CDA-B38B-61C0-7380D61EAB60}"/>
                    </a:ext>
                  </a:extLst>
                </p14:cNvPr>
                <p14:cNvContentPartPr/>
                <p14:nvPr/>
              </p14:nvContentPartPr>
              <p14:xfrm>
                <a:off x="7141964" y="2671579"/>
                <a:ext cx="205920" cy="266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D017168-6CDA-B38B-61C0-7380D61EAB6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35844" y="2665459"/>
                  <a:ext cx="2181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0FD5224-DCF5-54CE-4677-2C3BB4C480CA}"/>
                    </a:ext>
                  </a:extLst>
                </p14:cNvPr>
                <p14:cNvContentPartPr/>
                <p14:nvPr/>
              </p14:nvContentPartPr>
              <p14:xfrm>
                <a:off x="7464884" y="2707939"/>
                <a:ext cx="207360" cy="2926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0FD5224-DCF5-54CE-4677-2C3BB4C480C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458764" y="2701819"/>
                  <a:ext cx="2196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DF0E2B9-9313-93C5-C4E6-D6CA22D1BFCC}"/>
                    </a:ext>
                  </a:extLst>
                </p14:cNvPr>
                <p14:cNvContentPartPr/>
                <p14:nvPr/>
              </p14:nvContentPartPr>
              <p14:xfrm>
                <a:off x="7487924" y="2859499"/>
                <a:ext cx="248040" cy="10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DF0E2B9-9313-93C5-C4E6-D6CA22D1BFC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481804" y="2853379"/>
                  <a:ext cx="2602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0DF003E-A6E2-89BA-8D00-392C6AAFF9B1}"/>
                    </a:ext>
                  </a:extLst>
                </p14:cNvPr>
                <p14:cNvContentPartPr/>
                <p14:nvPr/>
              </p14:nvContentPartPr>
              <p14:xfrm>
                <a:off x="7786724" y="2767339"/>
                <a:ext cx="155520" cy="201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0DF003E-A6E2-89BA-8D00-392C6AAFF9B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780604" y="2761219"/>
                  <a:ext cx="167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EEFCAB4-9C34-DF40-A284-3AEFB2898CF3}"/>
                    </a:ext>
                  </a:extLst>
                </p14:cNvPr>
                <p14:cNvContentPartPr/>
                <p14:nvPr/>
              </p14:nvContentPartPr>
              <p14:xfrm>
                <a:off x="7754684" y="2774179"/>
                <a:ext cx="176400" cy="2124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EEFCAB4-9C34-DF40-A284-3AEFB2898CF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748564" y="2768059"/>
                  <a:ext cx="1886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D05D001-EC61-5372-8581-F2A87D1D6CF7}"/>
                    </a:ext>
                  </a:extLst>
                </p14:cNvPr>
                <p14:cNvContentPartPr/>
                <p14:nvPr/>
              </p14:nvContentPartPr>
              <p14:xfrm>
                <a:off x="7816964" y="2934379"/>
                <a:ext cx="128520" cy="3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D05D001-EC61-5372-8581-F2A87D1D6CF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810844" y="2928259"/>
                  <a:ext cx="140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F4F948E-7858-3F13-7293-2021AB4CF4BE}"/>
                    </a:ext>
                  </a:extLst>
                </p14:cNvPr>
                <p14:cNvContentPartPr/>
                <p14:nvPr/>
              </p14:nvContentPartPr>
              <p14:xfrm>
                <a:off x="8080844" y="2949859"/>
                <a:ext cx="171360" cy="118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F4F948E-7858-3F13-7293-2021AB4CF4B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074724" y="2943739"/>
                  <a:ext cx="1836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1C95D2D-4BDF-51DA-EEB3-3646E2E33AB7}"/>
                    </a:ext>
                  </a:extLst>
                </p14:cNvPr>
                <p14:cNvContentPartPr/>
                <p14:nvPr/>
              </p14:nvContentPartPr>
              <p14:xfrm>
                <a:off x="8076164" y="2810539"/>
                <a:ext cx="413280" cy="151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1C95D2D-4BDF-51DA-EEB3-3646E2E33AB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070044" y="2804419"/>
                  <a:ext cx="425520" cy="27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4A7DFAC5-9B64-48D2-CAE2-D815DB6E3F8F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Linear Regression</a:t>
            </a:r>
          </a:p>
        </p:txBody>
      </p:sp>
    </p:spTree>
    <p:extLst>
      <p:ext uri="{BB962C8B-B14F-4D97-AF65-F5344CB8AC3E}">
        <p14:creationId xmlns:p14="http://schemas.microsoft.com/office/powerpoint/2010/main" val="3690345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0643C47-5FC4-5672-32D6-D8C41C80A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819285"/>
              </p:ext>
            </p:extLst>
          </p:nvPr>
        </p:nvGraphicFramePr>
        <p:xfrm>
          <a:off x="780716" y="913062"/>
          <a:ext cx="8042444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611">
                  <a:extLst>
                    <a:ext uri="{9D8B030D-6E8A-4147-A177-3AD203B41FA5}">
                      <a16:colId xmlns:a16="http://schemas.microsoft.com/office/drawing/2014/main" val="1878097257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820170039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2946969815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498806278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Sugar Every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Y_test</a:t>
                      </a:r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74671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22101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32111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9412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21508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27582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33398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DE86DCD-B6D2-4CA1-675D-B955CB0CB2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568"/>
              </p:ext>
            </p:extLst>
          </p:nvPr>
        </p:nvGraphicFramePr>
        <p:xfrm>
          <a:off x="9400672" y="913062"/>
          <a:ext cx="1495125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5125">
                  <a:extLst>
                    <a:ext uri="{9D8B030D-6E8A-4147-A177-3AD203B41FA5}">
                      <a16:colId xmlns:a16="http://schemas.microsoft.com/office/drawing/2014/main" val="1165591573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 err="1"/>
                        <a:t>Y_pred</a:t>
                      </a:r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83790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55324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018557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5612110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43187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974960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143644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E517341B-8501-C80E-2012-660517285B9C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 and Prediction</a:t>
            </a:r>
          </a:p>
        </p:txBody>
      </p:sp>
    </p:spTree>
    <p:extLst>
      <p:ext uri="{BB962C8B-B14F-4D97-AF65-F5344CB8AC3E}">
        <p14:creationId xmlns:p14="http://schemas.microsoft.com/office/powerpoint/2010/main" val="993678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D3C6A-BD08-E695-548E-D4559B405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Defintions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EC35B-C9B8-6A7D-FBB5-08DF334DC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True Positives (TP): actually positive and predicted as positive </a:t>
            </a:r>
          </a:p>
          <a:p>
            <a:r>
              <a:rPr lang="en-US" dirty="0"/>
              <a:t>True Negative (TN): actually negative and predicted as negative </a:t>
            </a:r>
          </a:p>
          <a:p>
            <a:r>
              <a:rPr lang="en-US" dirty="0"/>
              <a:t>False Positive (FP): actually negative and predicted positive </a:t>
            </a:r>
          </a:p>
          <a:p>
            <a:r>
              <a:rPr lang="en-US" dirty="0"/>
              <a:t>False Negative (FN): actually positive and predicted negative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644A86-7EBE-D164-96CF-613347A36711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1777796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C8581E2-5F03-72D3-CAA2-E895AD022D32}"/>
                  </a:ext>
                </a:extLst>
              </p14:cNvPr>
              <p14:cNvContentPartPr/>
              <p14:nvPr/>
            </p14:nvContentPartPr>
            <p14:xfrm>
              <a:off x="3280149" y="1244539"/>
              <a:ext cx="39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C8581E2-5F03-72D3-CAA2-E895AD022D3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74029" y="1238419"/>
                <a:ext cx="162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4C61B739-C7BD-312A-20F0-5D080A7610D8}"/>
              </a:ext>
            </a:extLst>
          </p:cNvPr>
          <p:cNvSpPr/>
          <p:nvPr/>
        </p:nvSpPr>
        <p:spPr>
          <a:xfrm>
            <a:off x="789271" y="691679"/>
            <a:ext cx="1511166" cy="52168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725C58-7F42-4F8F-9D09-D566278CD604}"/>
              </a:ext>
            </a:extLst>
          </p:cNvPr>
          <p:cNvSpPr/>
          <p:nvPr/>
        </p:nvSpPr>
        <p:spPr>
          <a:xfrm>
            <a:off x="2452838" y="691680"/>
            <a:ext cx="338487" cy="521472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7A9F15-C923-F956-34C6-686191DDC808}"/>
              </a:ext>
            </a:extLst>
          </p:cNvPr>
          <p:cNvSpPr/>
          <p:nvPr/>
        </p:nvSpPr>
        <p:spPr>
          <a:xfrm>
            <a:off x="3598246" y="691680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r>
              <a:rPr lang="en-US" sz="1400" dirty="0"/>
              <a:t> (70%)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BAE169-457B-0AEE-D5B4-A6D2767F7E9F}"/>
              </a:ext>
            </a:extLst>
          </p:cNvPr>
          <p:cNvSpPr/>
          <p:nvPr/>
        </p:nvSpPr>
        <p:spPr>
          <a:xfrm>
            <a:off x="3598246" y="4378154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43DBAB-BF36-9D12-774E-708497ACF2F9}"/>
              </a:ext>
            </a:extLst>
          </p:cNvPr>
          <p:cNvSpPr/>
          <p:nvPr/>
        </p:nvSpPr>
        <p:spPr>
          <a:xfrm>
            <a:off x="3598246" y="5174887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6FE8FC-EA95-B22C-2A23-74475101866B}"/>
              </a:ext>
            </a:extLst>
          </p:cNvPr>
          <p:cNvSpPr/>
          <p:nvPr/>
        </p:nvSpPr>
        <p:spPr>
          <a:xfrm>
            <a:off x="5040694" y="691680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B7E66D9-5AFA-D99F-9D6E-FD92E9A4BA21}"/>
              </a:ext>
            </a:extLst>
          </p:cNvPr>
          <p:cNvSpPr/>
          <p:nvPr/>
        </p:nvSpPr>
        <p:spPr>
          <a:xfrm>
            <a:off x="5037750" y="4378154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CF4920-2B23-D4A7-C106-BB4390BCBA8E}"/>
              </a:ext>
            </a:extLst>
          </p:cNvPr>
          <p:cNvSpPr/>
          <p:nvPr/>
        </p:nvSpPr>
        <p:spPr>
          <a:xfrm>
            <a:off x="5069306" y="517007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8A0BC6-6841-3304-AD88-F2AD565E5A01}"/>
              </a:ext>
            </a:extLst>
          </p:cNvPr>
          <p:cNvSpPr/>
          <p:nvPr/>
        </p:nvSpPr>
        <p:spPr>
          <a:xfrm>
            <a:off x="6236362" y="691679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r>
              <a:rPr lang="en-US" sz="1400" dirty="0"/>
              <a:t> (70%)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40EC9B2-8EF2-2068-31CF-BE9B209119C2}"/>
              </a:ext>
            </a:extLst>
          </p:cNvPr>
          <p:cNvSpPr/>
          <p:nvPr/>
        </p:nvSpPr>
        <p:spPr>
          <a:xfrm>
            <a:off x="6236362" y="4378153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77DDA58-B7C3-8285-9890-72E9BE0567C8}"/>
              </a:ext>
            </a:extLst>
          </p:cNvPr>
          <p:cNvSpPr/>
          <p:nvPr/>
        </p:nvSpPr>
        <p:spPr>
          <a:xfrm>
            <a:off x="7678810" y="691679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0491A6-4003-303B-F7CA-27C24D5EECA0}"/>
              </a:ext>
            </a:extLst>
          </p:cNvPr>
          <p:cNvSpPr/>
          <p:nvPr/>
        </p:nvSpPr>
        <p:spPr>
          <a:xfrm>
            <a:off x="7675866" y="4378153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18FCF9-4D20-DAD2-82D1-2DBDB9EF39C2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Data Split</a:t>
            </a:r>
          </a:p>
        </p:txBody>
      </p:sp>
    </p:spTree>
    <p:extLst>
      <p:ext uri="{BB962C8B-B14F-4D97-AF65-F5344CB8AC3E}">
        <p14:creationId xmlns:p14="http://schemas.microsoft.com/office/powerpoint/2010/main" val="2985106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82275-075E-9B43-4FEA-F95123D5B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FF560CC-B9CF-4EA4-AAC4-5FF282703B0A}"/>
              </a:ext>
            </a:extLst>
          </p:cNvPr>
          <p:cNvSpPr/>
          <p:nvPr/>
        </p:nvSpPr>
        <p:spPr>
          <a:xfrm>
            <a:off x="940200" y="1100754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B23941-70BE-1CB6-1F5F-A51C85CE4E2A}"/>
              </a:ext>
            </a:extLst>
          </p:cNvPr>
          <p:cNvSpPr/>
          <p:nvPr/>
        </p:nvSpPr>
        <p:spPr>
          <a:xfrm>
            <a:off x="941673" y="4792040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endParaRPr lang="en-US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8545D0-BD00-48DA-23EF-BABD6F204B9A}"/>
              </a:ext>
            </a:extLst>
          </p:cNvPr>
          <p:cNvSpPr/>
          <p:nvPr/>
        </p:nvSpPr>
        <p:spPr>
          <a:xfrm>
            <a:off x="12192000" y="5374368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7404DB-AE26-26D8-6AF7-FA6605A1E017}"/>
              </a:ext>
            </a:extLst>
          </p:cNvPr>
          <p:cNvSpPr/>
          <p:nvPr/>
        </p:nvSpPr>
        <p:spPr>
          <a:xfrm>
            <a:off x="2384121" y="1105566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802853-E0F2-F615-7AD8-6EDE63570047}"/>
              </a:ext>
            </a:extLst>
          </p:cNvPr>
          <p:cNvSpPr/>
          <p:nvPr/>
        </p:nvSpPr>
        <p:spPr>
          <a:xfrm>
            <a:off x="2381177" y="4792040"/>
            <a:ext cx="336884" cy="7363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4FE2CE-2302-B9E5-BC94-88A060758B62}"/>
              </a:ext>
            </a:extLst>
          </p:cNvPr>
          <p:cNvSpPr/>
          <p:nvPr/>
        </p:nvSpPr>
        <p:spPr>
          <a:xfrm>
            <a:off x="13663060" y="5369557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7673D0-5171-A98D-D73E-4C4A08661383}"/>
              </a:ext>
            </a:extLst>
          </p:cNvPr>
          <p:cNvSpPr txBox="1"/>
          <p:nvPr/>
        </p:nvSpPr>
        <p:spPr>
          <a:xfrm>
            <a:off x="941673" y="529389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Fold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FD88F4-0499-F6C4-A257-158764363ED4}"/>
              </a:ext>
            </a:extLst>
          </p:cNvPr>
          <p:cNvSpPr/>
          <p:nvPr/>
        </p:nvSpPr>
        <p:spPr>
          <a:xfrm>
            <a:off x="3230881" y="1100755"/>
            <a:ext cx="1384697" cy="292848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3CC4FF-CB5D-51A5-D5B9-121B4CD3D8FD}"/>
              </a:ext>
            </a:extLst>
          </p:cNvPr>
          <p:cNvSpPr/>
          <p:nvPr/>
        </p:nvSpPr>
        <p:spPr>
          <a:xfrm>
            <a:off x="3227937" y="4029238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endParaRPr lang="en-US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5D413A-37B4-6EA6-82E4-BFB13D62FCFA}"/>
              </a:ext>
            </a:extLst>
          </p:cNvPr>
          <p:cNvSpPr/>
          <p:nvPr/>
        </p:nvSpPr>
        <p:spPr>
          <a:xfrm>
            <a:off x="4673329" y="1100755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CCE846-89A7-2558-8A5A-8543514AA007}"/>
              </a:ext>
            </a:extLst>
          </p:cNvPr>
          <p:cNvSpPr/>
          <p:nvPr/>
        </p:nvSpPr>
        <p:spPr>
          <a:xfrm>
            <a:off x="4682142" y="3993146"/>
            <a:ext cx="336884" cy="7363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1E37D0-81D2-0589-8389-8672C2BEF40F}"/>
              </a:ext>
            </a:extLst>
          </p:cNvPr>
          <p:cNvSpPr txBox="1"/>
          <p:nvPr/>
        </p:nvSpPr>
        <p:spPr>
          <a:xfrm>
            <a:off x="3230881" y="524578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Fold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577C8B-C9E1-89EB-1E7B-D9648CF0D33C}"/>
              </a:ext>
            </a:extLst>
          </p:cNvPr>
          <p:cNvSpPr/>
          <p:nvPr/>
        </p:nvSpPr>
        <p:spPr>
          <a:xfrm>
            <a:off x="3230881" y="4792040"/>
            <a:ext cx="1384697" cy="73152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FE6D4D-E3BF-940D-7E88-7363BD662D8F}"/>
              </a:ext>
            </a:extLst>
          </p:cNvPr>
          <p:cNvSpPr/>
          <p:nvPr/>
        </p:nvSpPr>
        <p:spPr>
          <a:xfrm>
            <a:off x="4673329" y="4792040"/>
            <a:ext cx="336884" cy="73152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F70A08-DF97-BA04-1277-52D8FF3D6FD2}"/>
              </a:ext>
            </a:extLst>
          </p:cNvPr>
          <p:cNvSpPr/>
          <p:nvPr/>
        </p:nvSpPr>
        <p:spPr>
          <a:xfrm>
            <a:off x="5520089" y="1100756"/>
            <a:ext cx="1384697" cy="219696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D87393-1362-1205-D725-FA09361DFDCB}"/>
              </a:ext>
            </a:extLst>
          </p:cNvPr>
          <p:cNvSpPr/>
          <p:nvPr/>
        </p:nvSpPr>
        <p:spPr>
          <a:xfrm>
            <a:off x="5528902" y="3297717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endParaRPr lang="en-US" sz="1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722AF1-1F44-FEA3-193E-09926B60F0BF}"/>
              </a:ext>
            </a:extLst>
          </p:cNvPr>
          <p:cNvSpPr/>
          <p:nvPr/>
        </p:nvSpPr>
        <p:spPr>
          <a:xfrm>
            <a:off x="6962537" y="1100756"/>
            <a:ext cx="336884" cy="219696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5482C1-44BE-F69D-C225-3F8FDC353207}"/>
              </a:ext>
            </a:extLst>
          </p:cNvPr>
          <p:cNvSpPr/>
          <p:nvPr/>
        </p:nvSpPr>
        <p:spPr>
          <a:xfrm>
            <a:off x="6962252" y="3297717"/>
            <a:ext cx="336884" cy="7363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81F93E-BF53-12C4-19B6-E0CA971C842F}"/>
              </a:ext>
            </a:extLst>
          </p:cNvPr>
          <p:cNvSpPr txBox="1"/>
          <p:nvPr/>
        </p:nvSpPr>
        <p:spPr>
          <a:xfrm>
            <a:off x="5520089" y="524578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Fold 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F6B47E7-00F6-7B77-EA2E-14448C3EF83E}"/>
              </a:ext>
            </a:extLst>
          </p:cNvPr>
          <p:cNvSpPr/>
          <p:nvPr/>
        </p:nvSpPr>
        <p:spPr>
          <a:xfrm>
            <a:off x="5520089" y="4029238"/>
            <a:ext cx="1384697" cy="14943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6C3134F-7BF8-4512-00C8-FAA79831FBA2}"/>
              </a:ext>
            </a:extLst>
          </p:cNvPr>
          <p:cNvSpPr/>
          <p:nvPr/>
        </p:nvSpPr>
        <p:spPr>
          <a:xfrm>
            <a:off x="6962537" y="4029238"/>
            <a:ext cx="336884" cy="14943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0FFEE4-D929-3BE2-E8B6-2356A0FF285B}"/>
              </a:ext>
            </a:extLst>
          </p:cNvPr>
          <p:cNvSpPr/>
          <p:nvPr/>
        </p:nvSpPr>
        <p:spPr>
          <a:xfrm>
            <a:off x="7711441" y="1100756"/>
            <a:ext cx="1384697" cy="146303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09E72D-C7CF-69A8-4FFA-7EFD2C62FC22}"/>
              </a:ext>
            </a:extLst>
          </p:cNvPr>
          <p:cNvSpPr/>
          <p:nvPr/>
        </p:nvSpPr>
        <p:spPr>
          <a:xfrm>
            <a:off x="7711441" y="2563791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endParaRPr lang="en-US" sz="14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EAB37C2-ADAD-F3E2-C17F-C6E774180D54}"/>
              </a:ext>
            </a:extLst>
          </p:cNvPr>
          <p:cNvSpPr/>
          <p:nvPr/>
        </p:nvSpPr>
        <p:spPr>
          <a:xfrm>
            <a:off x="9153889" y="1100756"/>
            <a:ext cx="336884" cy="146303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30E86D5-E6F4-3C70-93BA-DB4347EFB9E1}"/>
              </a:ext>
            </a:extLst>
          </p:cNvPr>
          <p:cNvSpPr/>
          <p:nvPr/>
        </p:nvSpPr>
        <p:spPr>
          <a:xfrm>
            <a:off x="9144791" y="2563791"/>
            <a:ext cx="336884" cy="7363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107F72-6317-889B-70F9-DDA590AAF34C}"/>
              </a:ext>
            </a:extLst>
          </p:cNvPr>
          <p:cNvSpPr txBox="1"/>
          <p:nvPr/>
        </p:nvSpPr>
        <p:spPr>
          <a:xfrm>
            <a:off x="7711441" y="524578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Fold 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B54F709-B7DD-7F73-6006-3245B90DCFE7}"/>
              </a:ext>
            </a:extLst>
          </p:cNvPr>
          <p:cNvSpPr/>
          <p:nvPr/>
        </p:nvSpPr>
        <p:spPr>
          <a:xfrm>
            <a:off x="7711441" y="3295312"/>
            <a:ext cx="1384697" cy="222824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6035C5-1BBF-F463-CBA3-7F35666D39C3}"/>
              </a:ext>
            </a:extLst>
          </p:cNvPr>
          <p:cNvSpPr/>
          <p:nvPr/>
        </p:nvSpPr>
        <p:spPr>
          <a:xfrm>
            <a:off x="9153889" y="3295312"/>
            <a:ext cx="336884" cy="22282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DD4D475-782D-71B4-46B0-F34F32F93007}"/>
              </a:ext>
            </a:extLst>
          </p:cNvPr>
          <p:cNvSpPr/>
          <p:nvPr/>
        </p:nvSpPr>
        <p:spPr>
          <a:xfrm>
            <a:off x="9807879" y="1100755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endParaRPr lang="en-US" sz="14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5374D9-0A28-9166-C1E2-5DF4D69BEA07}"/>
              </a:ext>
            </a:extLst>
          </p:cNvPr>
          <p:cNvSpPr/>
          <p:nvPr/>
        </p:nvSpPr>
        <p:spPr>
          <a:xfrm>
            <a:off x="11250327" y="1100755"/>
            <a:ext cx="336884" cy="7363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6341DC-4390-A685-F4C7-3EC6426519C1}"/>
              </a:ext>
            </a:extLst>
          </p:cNvPr>
          <p:cNvSpPr txBox="1"/>
          <p:nvPr/>
        </p:nvSpPr>
        <p:spPr>
          <a:xfrm>
            <a:off x="9807879" y="524578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Fold 5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36C08DF-40A6-DE78-3EF7-D3F4763D4024}"/>
              </a:ext>
            </a:extLst>
          </p:cNvPr>
          <p:cNvSpPr/>
          <p:nvPr/>
        </p:nvSpPr>
        <p:spPr>
          <a:xfrm>
            <a:off x="9807879" y="1832276"/>
            <a:ext cx="1384697" cy="369128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CCD7AA0-392B-8B23-E1D9-87FA4F9F01E4}"/>
              </a:ext>
            </a:extLst>
          </p:cNvPr>
          <p:cNvSpPr/>
          <p:nvPr/>
        </p:nvSpPr>
        <p:spPr>
          <a:xfrm>
            <a:off x="11250327" y="1832276"/>
            <a:ext cx="336884" cy="36912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11F7D1-DFD0-DB99-419B-850027CFD3AF}"/>
              </a:ext>
            </a:extLst>
          </p:cNvPr>
          <p:cNvSpPr txBox="1"/>
          <p:nvPr/>
        </p:nvSpPr>
        <p:spPr>
          <a:xfrm>
            <a:off x="941673" y="5611254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R2 = 78%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FBF21F8-7D7C-AFF4-854A-3EC43FF527AD}"/>
              </a:ext>
            </a:extLst>
          </p:cNvPr>
          <p:cNvSpPr txBox="1"/>
          <p:nvPr/>
        </p:nvSpPr>
        <p:spPr>
          <a:xfrm>
            <a:off x="3230881" y="5606443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R2 = 79%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EBBC5F-8E21-9ACA-7018-A9A800BAA689}"/>
              </a:ext>
            </a:extLst>
          </p:cNvPr>
          <p:cNvSpPr txBox="1"/>
          <p:nvPr/>
        </p:nvSpPr>
        <p:spPr>
          <a:xfrm>
            <a:off x="5520089" y="5606443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R2 = 58%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3A5FE4-2345-7E61-BE38-186C5B67F424}"/>
              </a:ext>
            </a:extLst>
          </p:cNvPr>
          <p:cNvSpPr txBox="1"/>
          <p:nvPr/>
        </p:nvSpPr>
        <p:spPr>
          <a:xfrm>
            <a:off x="7711441" y="5606443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R2 = 98%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1D02B9-9FD3-B9CE-9551-1F3EF665C49A}"/>
              </a:ext>
            </a:extLst>
          </p:cNvPr>
          <p:cNvSpPr txBox="1"/>
          <p:nvPr/>
        </p:nvSpPr>
        <p:spPr>
          <a:xfrm>
            <a:off x="9807879" y="5606443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R2 = 78%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660B85-73AD-DD5E-EBD9-04FC563F5B6B}"/>
              </a:ext>
            </a:extLst>
          </p:cNvPr>
          <p:cNvSpPr/>
          <p:nvPr/>
        </p:nvSpPr>
        <p:spPr>
          <a:xfrm>
            <a:off x="2074365" y="6058657"/>
            <a:ext cx="8099538" cy="68721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Linear Regression Model, </a:t>
            </a:r>
            <a:r>
              <a:rPr lang="en-US" sz="1400" dirty="0" err="1"/>
              <a:t>tol</a:t>
            </a:r>
            <a:r>
              <a:rPr lang="en-US" sz="1400" dirty="0"/>
              <a:t>=(1,5,1)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AAF1AF-D542-F74F-7BBE-D9DAADF45E7E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Cross Validation</a:t>
            </a:r>
          </a:p>
        </p:txBody>
      </p:sp>
    </p:spTree>
    <p:extLst>
      <p:ext uri="{BB962C8B-B14F-4D97-AF65-F5344CB8AC3E}">
        <p14:creationId xmlns:p14="http://schemas.microsoft.com/office/powerpoint/2010/main" val="1959042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BEB99C-0FC2-1023-E871-E4171B7B2F34}"/>
              </a:ext>
            </a:extLst>
          </p:cNvPr>
          <p:cNvSpPr/>
          <p:nvPr/>
        </p:nvSpPr>
        <p:spPr>
          <a:xfrm>
            <a:off x="789271" y="691679"/>
            <a:ext cx="1511166" cy="52168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3A4AE-B584-41AC-04BE-67C5AD14C26E}"/>
              </a:ext>
            </a:extLst>
          </p:cNvPr>
          <p:cNvSpPr/>
          <p:nvPr/>
        </p:nvSpPr>
        <p:spPr>
          <a:xfrm>
            <a:off x="2452838" y="691680"/>
            <a:ext cx="338487" cy="521472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C85D80-3602-D8CF-230B-7BE2A5D98197}"/>
              </a:ext>
            </a:extLst>
          </p:cNvPr>
          <p:cNvSpPr/>
          <p:nvPr/>
        </p:nvSpPr>
        <p:spPr>
          <a:xfrm>
            <a:off x="3858126" y="689519"/>
            <a:ext cx="1511166" cy="4142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X_temp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2AA5DD-C5B6-0646-ABE8-1F1154EB5CA7}"/>
              </a:ext>
            </a:extLst>
          </p:cNvPr>
          <p:cNvSpPr/>
          <p:nvPr/>
        </p:nvSpPr>
        <p:spPr>
          <a:xfrm>
            <a:off x="5521693" y="689520"/>
            <a:ext cx="338487" cy="414064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Y_temp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6612BD-B553-B6AB-BABB-536FE56B1C27}"/>
              </a:ext>
            </a:extLst>
          </p:cNvPr>
          <p:cNvSpPr/>
          <p:nvPr/>
        </p:nvSpPr>
        <p:spPr>
          <a:xfrm>
            <a:off x="3858126" y="4918509"/>
            <a:ext cx="1511166" cy="98789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X_test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520426-CE31-913B-758B-CD8EEBE423F0}"/>
              </a:ext>
            </a:extLst>
          </p:cNvPr>
          <p:cNvSpPr/>
          <p:nvPr/>
        </p:nvSpPr>
        <p:spPr>
          <a:xfrm>
            <a:off x="5521693" y="4916758"/>
            <a:ext cx="338487" cy="98749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Y_test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1E78B8-E0A3-6F0D-19E0-F88C687E17A9}"/>
              </a:ext>
            </a:extLst>
          </p:cNvPr>
          <p:cNvSpPr/>
          <p:nvPr/>
        </p:nvSpPr>
        <p:spPr>
          <a:xfrm>
            <a:off x="6822710" y="686515"/>
            <a:ext cx="1511166" cy="3114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X_train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29DFAE-BC78-FAEC-CBF9-90A1F8A9315C}"/>
              </a:ext>
            </a:extLst>
          </p:cNvPr>
          <p:cNvSpPr/>
          <p:nvPr/>
        </p:nvSpPr>
        <p:spPr>
          <a:xfrm>
            <a:off x="8486277" y="687805"/>
            <a:ext cx="338487" cy="311288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Y_train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F837BE-77E1-6BE1-3CCF-F04F8C63049B}"/>
              </a:ext>
            </a:extLst>
          </p:cNvPr>
          <p:cNvSpPr/>
          <p:nvPr/>
        </p:nvSpPr>
        <p:spPr>
          <a:xfrm>
            <a:off x="6822710" y="3888606"/>
            <a:ext cx="1511166" cy="94156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X_val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BE78A4-F153-450A-020E-4EC5ABB11407}"/>
              </a:ext>
            </a:extLst>
          </p:cNvPr>
          <p:cNvSpPr/>
          <p:nvPr/>
        </p:nvSpPr>
        <p:spPr>
          <a:xfrm>
            <a:off x="8486277" y="3887281"/>
            <a:ext cx="338487" cy="94117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Y_val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5E55F5-E3B3-A327-2D53-1F91DB803DC3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Data Split</a:t>
            </a:r>
          </a:p>
        </p:txBody>
      </p:sp>
    </p:spTree>
    <p:extLst>
      <p:ext uri="{BB962C8B-B14F-4D97-AF65-F5344CB8AC3E}">
        <p14:creationId xmlns:p14="http://schemas.microsoft.com/office/powerpoint/2010/main" val="770928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EDF5E3D-1F3D-C6DB-E35B-99FD7F35C0AF}"/>
              </a:ext>
            </a:extLst>
          </p:cNvPr>
          <p:cNvSpPr/>
          <p:nvPr/>
        </p:nvSpPr>
        <p:spPr>
          <a:xfrm>
            <a:off x="1461438" y="684800"/>
            <a:ext cx="1511166" cy="3114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X_train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94E9D9-D6A0-9F11-A090-B16C7A22986B}"/>
              </a:ext>
            </a:extLst>
          </p:cNvPr>
          <p:cNvSpPr/>
          <p:nvPr/>
        </p:nvSpPr>
        <p:spPr>
          <a:xfrm>
            <a:off x="8486277" y="687805"/>
            <a:ext cx="338487" cy="311288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Y_train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61A957-C8EF-37BD-C027-1202D30DEBE7}"/>
              </a:ext>
            </a:extLst>
          </p:cNvPr>
          <p:cNvSpPr/>
          <p:nvPr/>
        </p:nvSpPr>
        <p:spPr>
          <a:xfrm>
            <a:off x="1461438" y="3886891"/>
            <a:ext cx="1511166" cy="94156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X_val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FADC62-74E1-A84D-1655-D0F6927CB9AA}"/>
              </a:ext>
            </a:extLst>
          </p:cNvPr>
          <p:cNvSpPr/>
          <p:nvPr/>
        </p:nvSpPr>
        <p:spPr>
          <a:xfrm>
            <a:off x="8486277" y="3887281"/>
            <a:ext cx="338487" cy="94117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Y_val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17E1B4-BAF9-E715-5CC0-DA51C1F88037}"/>
              </a:ext>
            </a:extLst>
          </p:cNvPr>
          <p:cNvSpPr/>
          <p:nvPr/>
        </p:nvSpPr>
        <p:spPr>
          <a:xfrm>
            <a:off x="4809426" y="1992430"/>
            <a:ext cx="1511166" cy="162206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C399E8-D107-6680-626C-95C234C8AF11}"/>
              </a:ext>
            </a:extLst>
          </p:cNvPr>
          <p:cNvSpPr txBox="1"/>
          <p:nvPr/>
        </p:nvSpPr>
        <p:spPr>
          <a:xfrm>
            <a:off x="2217021" y="5390147"/>
            <a:ext cx="75269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Totalsales</a:t>
            </a:r>
            <a:r>
              <a:rPr lang="en-US" dirty="0"/>
              <a:t> = 5 * </a:t>
            </a:r>
            <a:r>
              <a:rPr lang="en-US" dirty="0" err="1"/>
              <a:t>numberofitems</a:t>
            </a:r>
            <a:r>
              <a:rPr lang="en-US" dirty="0"/>
              <a:t> + 10 *</a:t>
            </a:r>
            <a:r>
              <a:rPr lang="en-US" dirty="0" err="1"/>
              <a:t>uniqueitems</a:t>
            </a:r>
            <a:r>
              <a:rPr lang="en-US" dirty="0"/>
              <a:t> + 100000000 * Country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56366A-1B1F-558D-0BE8-87F54F7AE7A0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</a:t>
            </a:r>
          </a:p>
        </p:txBody>
      </p:sp>
    </p:spTree>
    <p:extLst>
      <p:ext uri="{BB962C8B-B14F-4D97-AF65-F5344CB8AC3E}">
        <p14:creationId xmlns:p14="http://schemas.microsoft.com/office/powerpoint/2010/main" val="3185016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4C1260-2C29-08A2-4135-FE297D4735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04047"/>
              </p:ext>
            </p:extLst>
          </p:nvPr>
        </p:nvGraphicFramePr>
        <p:xfrm>
          <a:off x="2290813" y="2384836"/>
          <a:ext cx="7744059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8059">
                  <a:extLst>
                    <a:ext uri="{9D8B030D-6E8A-4147-A177-3AD203B41FA5}">
                      <a16:colId xmlns:a16="http://schemas.microsoft.com/office/drawing/2014/main" val="311198203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341969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5639702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0523277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Tol/</a:t>
                      </a:r>
                      <a:r>
                        <a:rPr lang="en-US" dirty="0" err="1"/>
                        <a:t>n_jobs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328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0.1 - 10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0.1 - 100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0.1 - 1000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996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0.2 - 10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0.2 - 100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0.2 -1000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09285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018ECFB-4A0B-6BC0-6BF7-FA1B49B6516A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20061264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AB053-CA75-5CF6-5592-3F6128AD7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0EAF647-859A-8E41-7A5C-FA24C1B8B930}"/>
              </a:ext>
            </a:extLst>
          </p:cNvPr>
          <p:cNvGrpSpPr/>
          <p:nvPr/>
        </p:nvGrpSpPr>
        <p:grpSpPr>
          <a:xfrm>
            <a:off x="1048131" y="2258299"/>
            <a:ext cx="3602160" cy="3460680"/>
            <a:chOff x="1048131" y="2258299"/>
            <a:chExt cx="3602160" cy="346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459EE58-101D-DD73-D375-2413EF73C4C2}"/>
                    </a:ext>
                  </a:extLst>
                </p14:cNvPr>
                <p14:cNvContentPartPr/>
                <p14:nvPr/>
              </p14:nvContentPartPr>
              <p14:xfrm>
                <a:off x="1048131" y="2258299"/>
                <a:ext cx="3602160" cy="3391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459EE58-101D-DD73-D375-2413EF73C4C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42011" y="2252179"/>
                  <a:ext cx="3614400" cy="340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9748AC-D295-6A79-4210-6E448BC08F08}"/>
                    </a:ext>
                  </a:extLst>
                </p14:cNvPr>
                <p14:cNvContentPartPr/>
                <p14:nvPr/>
              </p14:nvContentPartPr>
              <p14:xfrm>
                <a:off x="1372851" y="2272699"/>
                <a:ext cx="285480" cy="3376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9748AC-D295-6A79-4210-6E448BC08F0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66731" y="2266579"/>
                  <a:ext cx="297720" cy="338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642D34B-A893-2714-14A2-3F970AB542B0}"/>
                    </a:ext>
                  </a:extLst>
                </p14:cNvPr>
                <p14:cNvContentPartPr/>
                <p14:nvPr/>
              </p14:nvContentPartPr>
              <p14:xfrm>
                <a:off x="1980531" y="2334619"/>
                <a:ext cx="161640" cy="3384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642D34B-A893-2714-14A2-3F970AB542B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74411" y="2328499"/>
                  <a:ext cx="173880" cy="339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FEDB87D-5776-554A-F124-EA5401360BED}"/>
                    </a:ext>
                  </a:extLst>
                </p14:cNvPr>
                <p14:cNvContentPartPr/>
                <p14:nvPr/>
              </p14:nvContentPartPr>
              <p14:xfrm>
                <a:off x="2608371" y="2339299"/>
                <a:ext cx="92520" cy="3117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FEDB87D-5776-554A-F124-EA5401360BE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2251" y="2333179"/>
                  <a:ext cx="104760" cy="31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122C3D6-45FD-948A-705B-DAD28E52AC4A}"/>
                    </a:ext>
                  </a:extLst>
                </p14:cNvPr>
                <p14:cNvContentPartPr/>
                <p14:nvPr/>
              </p14:nvContentPartPr>
              <p14:xfrm>
                <a:off x="3308211" y="2303659"/>
                <a:ext cx="192960" cy="3253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122C3D6-45FD-948A-705B-DAD28E52AC4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02091" y="2297539"/>
                  <a:ext cx="205200" cy="32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8E5ECBB-1015-A355-560B-59ED220DEA9C}"/>
                    </a:ext>
                  </a:extLst>
                </p14:cNvPr>
                <p14:cNvContentPartPr/>
                <p14:nvPr/>
              </p14:nvContentPartPr>
              <p14:xfrm>
                <a:off x="1051731" y="2605699"/>
                <a:ext cx="3190680" cy="58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8E5ECBB-1015-A355-560B-59ED220DEA9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45611" y="2599579"/>
                  <a:ext cx="3202920" cy="7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D9E76F-8221-36E5-97C1-DBCAEC42FBC8}"/>
              </a:ext>
            </a:extLst>
          </p:cNvPr>
          <p:cNvGrpSpPr/>
          <p:nvPr/>
        </p:nvGrpSpPr>
        <p:grpSpPr>
          <a:xfrm>
            <a:off x="5025051" y="2167579"/>
            <a:ext cx="1565640" cy="3365280"/>
            <a:chOff x="5025051" y="2167579"/>
            <a:chExt cx="1565640" cy="336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E82A41C-E355-7AAC-DDB6-3C1AD844D2FD}"/>
                    </a:ext>
                  </a:extLst>
                </p14:cNvPr>
                <p14:cNvContentPartPr/>
                <p14:nvPr/>
              </p14:nvContentPartPr>
              <p14:xfrm>
                <a:off x="5025051" y="2167579"/>
                <a:ext cx="1565640" cy="3365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E82A41C-E355-7AAC-DDB6-3C1AD844D2F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18931" y="2161459"/>
                  <a:ext cx="1577880" cy="337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755D96-CE07-495A-CCFE-892DBEAB62C1}"/>
                    </a:ext>
                  </a:extLst>
                </p14:cNvPr>
                <p14:cNvContentPartPr/>
                <p14:nvPr/>
              </p14:nvContentPartPr>
              <p14:xfrm>
                <a:off x="5783211" y="2719459"/>
                <a:ext cx="135000" cy="124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755D96-CE07-495A-CCFE-892DBEAB62C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777091" y="2713339"/>
                  <a:ext cx="1472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FACB050-DF3E-9281-5D8B-5604BDD31511}"/>
                    </a:ext>
                  </a:extLst>
                </p14:cNvPr>
                <p14:cNvContentPartPr/>
                <p14:nvPr/>
              </p14:nvContentPartPr>
              <p14:xfrm>
                <a:off x="5820651" y="3006379"/>
                <a:ext cx="129240" cy="144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FACB050-DF3E-9281-5D8B-5604BDD3151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814531" y="3000259"/>
                  <a:ext cx="1414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EBAF646-505B-CE92-99A9-BBB1504DFB89}"/>
                    </a:ext>
                  </a:extLst>
                </p14:cNvPr>
                <p14:cNvContentPartPr/>
                <p14:nvPr/>
              </p14:nvContentPartPr>
              <p14:xfrm>
                <a:off x="5901291" y="3309859"/>
                <a:ext cx="360" cy="183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EBAF646-505B-CE92-99A9-BBB1504DFB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95171" y="3303739"/>
                  <a:ext cx="12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D007C8C-15A3-0E8C-37BB-95B936E6838A}"/>
                    </a:ext>
                  </a:extLst>
                </p14:cNvPr>
                <p14:cNvContentPartPr/>
                <p14:nvPr/>
              </p14:nvContentPartPr>
              <p14:xfrm>
                <a:off x="5925771" y="3625939"/>
                <a:ext cx="3600" cy="244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D007C8C-15A3-0E8C-37BB-95B936E6838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19651" y="3619819"/>
                  <a:ext cx="158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3F0FE6E-1F5B-2F98-B5E0-891A1ECC4F4E}"/>
                    </a:ext>
                  </a:extLst>
                </p14:cNvPr>
                <p14:cNvContentPartPr/>
                <p14:nvPr/>
              </p14:nvContentPartPr>
              <p14:xfrm>
                <a:off x="5894451" y="4051459"/>
                <a:ext cx="154440" cy="167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3F0FE6E-1F5B-2F98-B5E0-891A1ECC4F4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88331" y="4045339"/>
                  <a:ext cx="1666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89A441A-86C8-6229-EC65-C67BFBE096E2}"/>
                    </a:ext>
                  </a:extLst>
                </p14:cNvPr>
                <p14:cNvContentPartPr/>
                <p14:nvPr/>
              </p14:nvContentPartPr>
              <p14:xfrm>
                <a:off x="5889411" y="4429459"/>
                <a:ext cx="143640" cy="16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89A441A-86C8-6229-EC65-C67BFBE096E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883291" y="4423339"/>
                  <a:ext cx="1558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A26E97D-D381-2A75-124A-A1712D1D6831}"/>
                    </a:ext>
                  </a:extLst>
                </p14:cNvPr>
                <p14:cNvContentPartPr/>
                <p14:nvPr/>
              </p14:nvContentPartPr>
              <p14:xfrm>
                <a:off x="5993811" y="4704499"/>
                <a:ext cx="11520" cy="257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A26E97D-D381-2A75-124A-A1712D1D683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87691" y="4698379"/>
                  <a:ext cx="237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E35A00F-0D37-6536-1640-9F846BF4CBC0}"/>
                    </a:ext>
                  </a:extLst>
                </p14:cNvPr>
                <p14:cNvContentPartPr/>
                <p14:nvPr/>
              </p14:nvContentPartPr>
              <p14:xfrm>
                <a:off x="5923611" y="5064499"/>
                <a:ext cx="232560" cy="267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E35A00F-0D37-6536-1640-9F846BF4CBC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17491" y="5058379"/>
                  <a:ext cx="244800" cy="28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9EF1790-54B9-C887-7FD2-F50D7F507A0A}"/>
              </a:ext>
            </a:extLst>
          </p:cNvPr>
          <p:cNvGrpSpPr/>
          <p:nvPr/>
        </p:nvGrpSpPr>
        <p:grpSpPr>
          <a:xfrm>
            <a:off x="1175931" y="2406619"/>
            <a:ext cx="1173240" cy="201240"/>
            <a:chOff x="1175931" y="2406619"/>
            <a:chExt cx="1173240" cy="20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39DD652-B4DD-57D1-094C-FD6277A279F7}"/>
                    </a:ext>
                  </a:extLst>
                </p14:cNvPr>
                <p14:cNvContentPartPr/>
                <p14:nvPr/>
              </p14:nvContentPartPr>
              <p14:xfrm>
                <a:off x="1184931" y="2406619"/>
                <a:ext cx="96840" cy="142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39DD652-B4DD-57D1-094C-FD6277A279F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78811" y="2400499"/>
                  <a:ext cx="1090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309C356-5856-45F3-F8FB-DCBDFBC6F4D8}"/>
                    </a:ext>
                  </a:extLst>
                </p14:cNvPr>
                <p14:cNvContentPartPr/>
                <p14:nvPr/>
              </p14:nvContentPartPr>
              <p14:xfrm>
                <a:off x="1175931" y="2492299"/>
                <a:ext cx="9468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309C356-5856-45F3-F8FB-DCBDFBC6F4D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69811" y="2486179"/>
                  <a:ext cx="1069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27049FC-0276-336F-79B8-570512E3F5FF}"/>
                    </a:ext>
                  </a:extLst>
                </p14:cNvPr>
                <p14:cNvContentPartPr/>
                <p14:nvPr/>
              </p14:nvContentPartPr>
              <p14:xfrm>
                <a:off x="1621971" y="2418499"/>
                <a:ext cx="13680" cy="91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27049FC-0276-336F-79B8-570512E3F5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615851" y="2412379"/>
                  <a:ext cx="259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C25CE85-85A2-EFFF-8C71-02A809D4E622}"/>
                    </a:ext>
                  </a:extLst>
                </p14:cNvPr>
                <p14:cNvContentPartPr/>
                <p14:nvPr/>
              </p14:nvContentPartPr>
              <p14:xfrm>
                <a:off x="1648611" y="2413099"/>
                <a:ext cx="128520" cy="194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C25CE85-85A2-EFFF-8C71-02A809D4E62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642491" y="2406979"/>
                  <a:ext cx="1407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6B50F81-4322-F8B7-2A3C-E4C30037088D}"/>
                    </a:ext>
                  </a:extLst>
                </p14:cNvPr>
                <p14:cNvContentPartPr/>
                <p14:nvPr/>
              </p14:nvContentPartPr>
              <p14:xfrm>
                <a:off x="2348811" y="2543059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6B50F81-4322-F8B7-2A3C-E4C30037088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342691" y="253693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109ADB90-A327-58E9-2143-307CCBD7CE03}"/>
                  </a:ext>
                </a:extLst>
              </p14:cNvPr>
              <p14:cNvContentPartPr/>
              <p14:nvPr/>
            </p14:nvContentPartPr>
            <p14:xfrm>
              <a:off x="3122451" y="2598139"/>
              <a:ext cx="360" cy="3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109ADB90-A327-58E9-2143-307CCBD7CE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116331" y="2592019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79F0CC58-982B-2803-30C9-93E0124DAB60}"/>
                  </a:ext>
                </a:extLst>
              </p14:cNvPr>
              <p14:cNvContentPartPr/>
              <p14:nvPr/>
            </p14:nvContentPartPr>
            <p14:xfrm>
              <a:off x="3951171" y="2503459"/>
              <a:ext cx="3600" cy="3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79F0CC58-982B-2803-30C9-93E0124DAB60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3945051" y="2497339"/>
                <a:ext cx="1584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6B04ADDB-EC2D-9112-C618-C5FA769CB654}"/>
              </a:ext>
            </a:extLst>
          </p:cNvPr>
          <p:cNvGrpSpPr/>
          <p:nvPr/>
        </p:nvGrpSpPr>
        <p:grpSpPr>
          <a:xfrm>
            <a:off x="3841371" y="2926459"/>
            <a:ext cx="1881000" cy="1671480"/>
            <a:chOff x="3841371" y="2926459"/>
            <a:chExt cx="1881000" cy="167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150F6B0-DE6C-40FF-54D3-5471E0F1935A}"/>
                    </a:ext>
                  </a:extLst>
                </p14:cNvPr>
                <p14:cNvContentPartPr/>
                <p14:nvPr/>
              </p14:nvContentPartPr>
              <p14:xfrm>
                <a:off x="4529691" y="3366739"/>
                <a:ext cx="556200" cy="934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150F6B0-DE6C-40FF-54D3-5471E0F1935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523571" y="3360619"/>
                  <a:ext cx="568440" cy="9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333261A-09BD-069D-A35E-58C28D529960}"/>
                    </a:ext>
                  </a:extLst>
                </p14:cNvPr>
                <p14:cNvContentPartPr/>
                <p14:nvPr/>
              </p14:nvContentPartPr>
              <p14:xfrm>
                <a:off x="4720851" y="3678139"/>
                <a:ext cx="200880" cy="254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333261A-09BD-069D-A35E-58C28D52996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714731" y="3672019"/>
                  <a:ext cx="2131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B3CDF70-C352-AA9D-334D-4C678C60AC54}"/>
                    </a:ext>
                  </a:extLst>
                </p14:cNvPr>
                <p14:cNvContentPartPr/>
                <p14:nvPr/>
              </p14:nvContentPartPr>
              <p14:xfrm>
                <a:off x="3841371" y="2926459"/>
                <a:ext cx="1818720" cy="25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B3CDF70-C352-AA9D-334D-4C678C60AC5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835251" y="2920339"/>
                  <a:ext cx="1830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E58BC35-D106-66AE-0D57-E28397123BCB}"/>
                    </a:ext>
                  </a:extLst>
                </p14:cNvPr>
                <p14:cNvContentPartPr/>
                <p14:nvPr/>
              </p14:nvContentPartPr>
              <p14:xfrm>
                <a:off x="3929211" y="3165499"/>
                <a:ext cx="1626120" cy="15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E58BC35-D106-66AE-0D57-E28397123BC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923091" y="3159379"/>
                  <a:ext cx="1638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232DDDE-C91C-F0A0-2514-468E420A8084}"/>
                    </a:ext>
                  </a:extLst>
                </p14:cNvPr>
                <p14:cNvContentPartPr/>
                <p14:nvPr/>
              </p14:nvContentPartPr>
              <p14:xfrm>
                <a:off x="4247091" y="3494539"/>
                <a:ext cx="1337040" cy="28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232DDDE-C91C-F0A0-2514-468E420A808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240971" y="3488419"/>
                  <a:ext cx="13492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1487D8E-7E0B-5E84-C8B6-F7D2C58AD0D3}"/>
                    </a:ext>
                  </a:extLst>
                </p14:cNvPr>
                <p14:cNvContentPartPr/>
                <p14:nvPr/>
              </p14:nvContentPartPr>
              <p14:xfrm>
                <a:off x="4354371" y="3803779"/>
                <a:ext cx="1368000" cy="752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1487D8E-7E0B-5E84-C8B6-F7D2C58AD0D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348251" y="3797659"/>
                  <a:ext cx="13802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1F60153-D739-9EB1-54CC-F672B63CF901}"/>
                    </a:ext>
                  </a:extLst>
                </p14:cNvPr>
                <p14:cNvContentPartPr/>
                <p14:nvPr/>
              </p14:nvContentPartPr>
              <p14:xfrm>
                <a:off x="4477851" y="4127419"/>
                <a:ext cx="1175400" cy="14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1F60153-D739-9EB1-54CC-F672B63CF901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471731" y="4121299"/>
                  <a:ext cx="11876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69246FC-74F0-DA55-F2DF-0EF000BCFF96}"/>
                    </a:ext>
                  </a:extLst>
                </p14:cNvPr>
                <p14:cNvContentPartPr/>
                <p14:nvPr/>
              </p14:nvContentPartPr>
              <p14:xfrm>
                <a:off x="4401171" y="4559059"/>
                <a:ext cx="1151640" cy="38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69246FC-74F0-DA55-F2DF-0EF000BCFF9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395051" y="4552939"/>
                  <a:ext cx="116388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0B6FB47F-2545-7022-890E-D85C910C8649}"/>
                  </a:ext>
                </a:extLst>
              </p14:cNvPr>
              <p14:cNvContentPartPr/>
              <p14:nvPr/>
            </p14:nvContentPartPr>
            <p14:xfrm>
              <a:off x="4357611" y="4920859"/>
              <a:ext cx="1211760" cy="4428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0B6FB47F-2545-7022-890E-D85C910C8649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4351491" y="4914739"/>
                <a:ext cx="1224000" cy="5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447FBD77-F5ED-0B8F-4BBD-6BE3A8026095}"/>
                  </a:ext>
                </a:extLst>
              </p14:cNvPr>
              <p14:cNvContentPartPr/>
              <p14:nvPr/>
            </p14:nvContentPartPr>
            <p14:xfrm>
              <a:off x="4300371" y="5247739"/>
              <a:ext cx="1303200" cy="1080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447FBD77-F5ED-0B8F-4BBD-6BE3A8026095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4294251" y="5241619"/>
                <a:ext cx="1315440" cy="12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959EDBDD-8835-B122-15AD-7F480D5E5ACD}"/>
              </a:ext>
            </a:extLst>
          </p:cNvPr>
          <p:cNvGrpSpPr/>
          <p:nvPr/>
        </p:nvGrpSpPr>
        <p:grpSpPr>
          <a:xfrm>
            <a:off x="5281011" y="525979"/>
            <a:ext cx="1389960" cy="285120"/>
            <a:chOff x="5281011" y="525979"/>
            <a:chExt cx="1389960" cy="28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AA6A5C7-70C9-7AAE-CED7-7BC1236BDEA9}"/>
                    </a:ext>
                  </a:extLst>
                </p14:cNvPr>
                <p14:cNvContentPartPr/>
                <p14:nvPr/>
              </p14:nvContentPartPr>
              <p14:xfrm>
                <a:off x="5281011" y="548299"/>
                <a:ext cx="30960" cy="254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AA6A5C7-70C9-7AAE-CED7-7BC1236BDEA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274891" y="542179"/>
                  <a:ext cx="4320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FFDB49E-83DC-5811-ABAB-F30B50EEFF51}"/>
                    </a:ext>
                  </a:extLst>
                </p14:cNvPr>
                <p14:cNvContentPartPr/>
                <p14:nvPr/>
              </p14:nvContentPartPr>
              <p14:xfrm>
                <a:off x="5293971" y="525979"/>
                <a:ext cx="190440" cy="270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FFDB49E-83DC-5811-ABAB-F30B50EEFF5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287851" y="519859"/>
                  <a:ext cx="2026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903CAA6-6EF4-BFE9-8975-7169BC86AA29}"/>
                    </a:ext>
                  </a:extLst>
                </p14:cNvPr>
                <p14:cNvContentPartPr/>
                <p14:nvPr/>
              </p14:nvContentPartPr>
              <p14:xfrm>
                <a:off x="5529771" y="677179"/>
                <a:ext cx="231840" cy="120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903CAA6-6EF4-BFE9-8975-7169BC86AA2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523651" y="671059"/>
                  <a:ext cx="244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39D4520-E57A-F91D-720E-C386FCB77D61}"/>
                    </a:ext>
                  </a:extLst>
                </p14:cNvPr>
                <p14:cNvContentPartPr/>
                <p14:nvPr/>
              </p14:nvContentPartPr>
              <p14:xfrm>
                <a:off x="5846571" y="653779"/>
                <a:ext cx="154080" cy="148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39D4520-E57A-F91D-720E-C386FCB77D6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840451" y="647659"/>
                  <a:ext cx="1663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A26BEB1-1E99-A9CF-569F-2FD83CE81742}"/>
                    </a:ext>
                  </a:extLst>
                </p14:cNvPr>
                <p14:cNvContentPartPr/>
                <p14:nvPr/>
              </p14:nvContentPartPr>
              <p14:xfrm>
                <a:off x="6079851" y="706699"/>
                <a:ext cx="49320" cy="104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A26BEB1-1E99-A9CF-569F-2FD83CE8174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073731" y="700579"/>
                  <a:ext cx="61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55E0429-C879-34B9-DD50-7707AE5F3930}"/>
                    </a:ext>
                  </a:extLst>
                </p14:cNvPr>
                <p14:cNvContentPartPr/>
                <p14:nvPr/>
              </p14:nvContentPartPr>
              <p14:xfrm>
                <a:off x="6125211" y="621739"/>
                <a:ext cx="3600" cy="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55E0429-C879-34B9-DD50-7707AE5F393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119091" y="615619"/>
                  <a:ext cx="158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4BA0D36-AA2F-C184-BCE5-23F3361D0106}"/>
                    </a:ext>
                  </a:extLst>
                </p14:cNvPr>
                <p14:cNvContentPartPr/>
                <p14:nvPr/>
              </p14:nvContentPartPr>
              <p14:xfrm>
                <a:off x="6172731" y="652339"/>
                <a:ext cx="119160" cy="1544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4BA0D36-AA2F-C184-BCE5-23F3361D010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166611" y="646219"/>
                  <a:ext cx="1314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2113B05-EA0B-6E15-E632-8B25ABDEA336}"/>
                    </a:ext>
                  </a:extLst>
                </p14:cNvPr>
                <p14:cNvContentPartPr/>
                <p14:nvPr/>
              </p14:nvContentPartPr>
              <p14:xfrm>
                <a:off x="6344451" y="690499"/>
                <a:ext cx="40320" cy="954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2113B05-EA0B-6E15-E632-8B25ABDEA33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338331" y="684379"/>
                  <a:ext cx="525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524865D-F990-C53D-8B20-217BBC1D4337}"/>
                    </a:ext>
                  </a:extLst>
                </p14:cNvPr>
                <p14:cNvContentPartPr/>
                <p14:nvPr/>
              </p14:nvContentPartPr>
              <p14:xfrm>
                <a:off x="6341211" y="578539"/>
                <a:ext cx="360" cy="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524865D-F990-C53D-8B20-217BBC1D433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335091" y="57241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709E5B0-C75A-F8F4-FADA-162A166618D3}"/>
                    </a:ext>
                  </a:extLst>
                </p14:cNvPr>
                <p14:cNvContentPartPr/>
                <p14:nvPr/>
              </p14:nvContentPartPr>
              <p14:xfrm>
                <a:off x="6454251" y="632899"/>
                <a:ext cx="73800" cy="129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709E5B0-C75A-F8F4-FADA-162A166618D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448131" y="626779"/>
                  <a:ext cx="860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B96D41F-24EF-B3C5-557D-19E50F36D775}"/>
                    </a:ext>
                  </a:extLst>
                </p14:cNvPr>
                <p14:cNvContentPartPr/>
                <p14:nvPr/>
              </p14:nvContentPartPr>
              <p14:xfrm>
                <a:off x="6566931" y="646219"/>
                <a:ext cx="104040" cy="1083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B96D41F-24EF-B3C5-557D-19E50F36D77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560811" y="640099"/>
                  <a:ext cx="11628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E520A40-0AD3-2343-F9BC-F44B20C4E2B4}"/>
              </a:ext>
            </a:extLst>
          </p:cNvPr>
          <p:cNvGrpSpPr/>
          <p:nvPr/>
        </p:nvGrpSpPr>
        <p:grpSpPr>
          <a:xfrm>
            <a:off x="5432571" y="938539"/>
            <a:ext cx="1400760" cy="738360"/>
            <a:chOff x="5432571" y="938539"/>
            <a:chExt cx="1400760" cy="73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F761090-0445-864B-46B8-826364059CBA}"/>
                    </a:ext>
                  </a:extLst>
                </p14:cNvPr>
                <p14:cNvContentPartPr/>
                <p14:nvPr/>
              </p14:nvContentPartPr>
              <p14:xfrm>
                <a:off x="5432571" y="938539"/>
                <a:ext cx="573480" cy="3218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F761090-0445-864B-46B8-826364059CB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426451" y="932419"/>
                  <a:ext cx="58572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392F1F7-C876-8421-1B25-1D21D3F1FC00}"/>
                    </a:ext>
                  </a:extLst>
                </p14:cNvPr>
                <p14:cNvContentPartPr/>
                <p14:nvPr/>
              </p14:nvContentPartPr>
              <p14:xfrm>
                <a:off x="5972931" y="1077859"/>
                <a:ext cx="113400" cy="1188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392F1F7-C876-8421-1B25-1D21D3F1FC0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966811" y="1071739"/>
                  <a:ext cx="125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09A60A6-856F-471D-5858-2BE5430EE633}"/>
                    </a:ext>
                  </a:extLst>
                </p14:cNvPr>
                <p14:cNvContentPartPr/>
                <p14:nvPr/>
              </p14:nvContentPartPr>
              <p14:xfrm>
                <a:off x="6164451" y="1116739"/>
                <a:ext cx="58320" cy="93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09A60A6-856F-471D-5858-2BE5430EE633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158331" y="1110619"/>
                  <a:ext cx="70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1923912-C84E-3EDE-3FB2-BB18A8357D04}"/>
                    </a:ext>
                  </a:extLst>
                </p14:cNvPr>
                <p14:cNvContentPartPr/>
                <p14:nvPr/>
              </p14:nvContentPartPr>
              <p14:xfrm>
                <a:off x="6258771" y="1121779"/>
                <a:ext cx="20520" cy="95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1923912-C84E-3EDE-3FB2-BB18A8357D0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252651" y="1115659"/>
                  <a:ext cx="32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35E4DCE-7674-471E-A9A8-C37F7ACCEB1B}"/>
                    </a:ext>
                  </a:extLst>
                </p14:cNvPr>
                <p14:cNvContentPartPr/>
                <p14:nvPr/>
              </p14:nvContentPartPr>
              <p14:xfrm>
                <a:off x="6275331" y="1072099"/>
                <a:ext cx="112680" cy="29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35E4DCE-7674-471E-A9A8-C37F7ACCEB1B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269211" y="1065979"/>
                  <a:ext cx="1249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56DAC53-2800-9B06-4FBF-1DD9D895B044}"/>
                    </a:ext>
                  </a:extLst>
                </p14:cNvPr>
                <p14:cNvContentPartPr/>
                <p14:nvPr/>
              </p14:nvContentPartPr>
              <p14:xfrm>
                <a:off x="6446691" y="1085419"/>
                <a:ext cx="78840" cy="128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56DAC53-2800-9B06-4FBF-1DD9D895B04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440571" y="1079299"/>
                  <a:ext cx="910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3BA6C56-2053-CA71-1348-C224E695F5B9}"/>
                    </a:ext>
                  </a:extLst>
                </p14:cNvPr>
                <p14:cNvContentPartPr/>
                <p14:nvPr/>
              </p14:nvContentPartPr>
              <p14:xfrm>
                <a:off x="5661891" y="1442899"/>
                <a:ext cx="23400" cy="1900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3BA6C56-2053-CA71-1348-C224E695F5B9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655771" y="1436779"/>
                  <a:ext cx="356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B0C2573-0892-4AA8-9761-FDF6017FD051}"/>
                    </a:ext>
                  </a:extLst>
                </p14:cNvPr>
                <p14:cNvContentPartPr/>
                <p14:nvPr/>
              </p14:nvContentPartPr>
              <p14:xfrm>
                <a:off x="5673771" y="1398619"/>
                <a:ext cx="157320" cy="101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B0C2573-0892-4AA8-9761-FDF6017FD05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667651" y="1392499"/>
                  <a:ext cx="1695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E32EAC9-163B-5BE9-1B83-492C4E3979C0}"/>
                    </a:ext>
                  </a:extLst>
                </p14:cNvPr>
                <p14:cNvContentPartPr/>
                <p14:nvPr/>
              </p14:nvContentPartPr>
              <p14:xfrm>
                <a:off x="5848731" y="1532179"/>
                <a:ext cx="131760" cy="131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E32EAC9-163B-5BE9-1B83-492C4E3979C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842611" y="1526059"/>
                  <a:ext cx="1440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03D919D-5037-C199-3B3B-70FF0FAAD329}"/>
                    </a:ext>
                  </a:extLst>
                </p14:cNvPr>
                <p14:cNvContentPartPr/>
                <p14:nvPr/>
              </p14:nvContentPartPr>
              <p14:xfrm>
                <a:off x="6022251" y="1549099"/>
                <a:ext cx="96840" cy="125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03D919D-5037-C199-3B3B-70FF0FAAD32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016131" y="1542979"/>
                  <a:ext cx="1090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206FDDC-B936-374E-7135-D240D0F327D9}"/>
                    </a:ext>
                  </a:extLst>
                </p14:cNvPr>
                <p14:cNvContentPartPr/>
                <p14:nvPr/>
              </p14:nvContentPartPr>
              <p14:xfrm>
                <a:off x="6155091" y="1404739"/>
                <a:ext cx="138240" cy="2721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206FDDC-B936-374E-7135-D240D0F327D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148971" y="1398619"/>
                  <a:ext cx="1504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23DF6B9-ED94-851C-5F9F-C3C8DAECE80A}"/>
                    </a:ext>
                  </a:extLst>
                </p14:cNvPr>
                <p14:cNvContentPartPr/>
                <p14:nvPr/>
              </p14:nvContentPartPr>
              <p14:xfrm>
                <a:off x="6454251" y="1249939"/>
                <a:ext cx="379080" cy="403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23DF6B9-ED94-851C-5F9F-C3C8DAECE80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448131" y="1243819"/>
                  <a:ext cx="391320" cy="41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C601AF2C-F471-CC4A-5959-69FEB102087C}"/>
                  </a:ext>
                </a:extLst>
              </p14:cNvPr>
              <p14:cNvContentPartPr/>
              <p14:nvPr/>
            </p14:nvContentPartPr>
            <p14:xfrm>
              <a:off x="9000171" y="635419"/>
              <a:ext cx="20160" cy="34668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C601AF2C-F471-CC4A-5959-69FEB102087C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8994051" y="629299"/>
                <a:ext cx="32400" cy="358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3" name="Group 102">
            <a:extLst>
              <a:ext uri="{FF2B5EF4-FFF2-40B4-BE49-F238E27FC236}">
                <a16:creationId xmlns:a16="http://schemas.microsoft.com/office/drawing/2014/main" id="{76087DBA-188A-B68D-7045-533DCC667817}"/>
              </a:ext>
            </a:extLst>
          </p:cNvPr>
          <p:cNvGrpSpPr/>
          <p:nvPr/>
        </p:nvGrpSpPr>
        <p:grpSpPr>
          <a:xfrm>
            <a:off x="9195651" y="418339"/>
            <a:ext cx="2050200" cy="555120"/>
            <a:chOff x="9195651" y="418339"/>
            <a:chExt cx="2050200" cy="55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3F5A960-640B-0436-E3FC-397B5E92AF16}"/>
                    </a:ext>
                  </a:extLst>
                </p14:cNvPr>
                <p14:cNvContentPartPr/>
                <p14:nvPr/>
              </p14:nvContentPartPr>
              <p14:xfrm>
                <a:off x="9195651" y="786259"/>
                <a:ext cx="523440" cy="91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3F5A960-640B-0436-E3FC-397B5E92AF1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189531" y="780139"/>
                  <a:ext cx="5356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99FA660-7F36-4F03-2A19-D8902BDCB180}"/>
                    </a:ext>
                  </a:extLst>
                </p14:cNvPr>
                <p14:cNvContentPartPr/>
                <p14:nvPr/>
              </p14:nvContentPartPr>
              <p14:xfrm>
                <a:off x="9839691" y="697339"/>
                <a:ext cx="97920" cy="15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99FA660-7F36-4F03-2A19-D8902BDCB18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833571" y="691219"/>
                  <a:ext cx="1101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82A1BFB-A02D-786B-F904-C672E0DB4C50}"/>
                    </a:ext>
                  </a:extLst>
                </p14:cNvPr>
                <p14:cNvContentPartPr/>
                <p14:nvPr/>
              </p14:nvContentPartPr>
              <p14:xfrm>
                <a:off x="9975771" y="734419"/>
                <a:ext cx="270720" cy="2390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82A1BFB-A02D-786B-F904-C672E0DB4C5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969651" y="728299"/>
                  <a:ext cx="2829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512FC36-6ED0-8F89-7CBD-511BC59FDAE3}"/>
                    </a:ext>
                  </a:extLst>
                </p14:cNvPr>
                <p14:cNvContentPartPr/>
                <p14:nvPr/>
              </p14:nvContentPartPr>
              <p14:xfrm>
                <a:off x="10259451" y="669979"/>
                <a:ext cx="57960" cy="219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512FC36-6ED0-8F89-7CBD-511BC59FDAE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253331" y="663859"/>
                  <a:ext cx="702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B027115-72F0-392A-E42B-75166535B462}"/>
                    </a:ext>
                  </a:extLst>
                </p14:cNvPr>
                <p14:cNvContentPartPr/>
                <p14:nvPr/>
              </p14:nvContentPartPr>
              <p14:xfrm>
                <a:off x="10466091" y="617419"/>
                <a:ext cx="127440" cy="210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B027115-72F0-392A-E42B-75166535B46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459971" y="611299"/>
                  <a:ext cx="139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917E693-CD92-D933-3EFF-125753008714}"/>
                    </a:ext>
                  </a:extLst>
                </p14:cNvPr>
                <p14:cNvContentPartPr/>
                <p14:nvPr/>
              </p14:nvContentPartPr>
              <p14:xfrm>
                <a:off x="10651131" y="680779"/>
                <a:ext cx="57960" cy="122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917E693-CD92-D933-3EFF-12575300871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645011" y="674659"/>
                  <a:ext cx="702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2A98B30-EE59-1B5A-542D-866EA85CDCD6}"/>
                    </a:ext>
                  </a:extLst>
                </p14:cNvPr>
                <p14:cNvContentPartPr/>
                <p14:nvPr/>
              </p14:nvContentPartPr>
              <p14:xfrm>
                <a:off x="10707651" y="612379"/>
                <a:ext cx="360" cy="10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2A98B30-EE59-1B5A-542D-866EA85CDCD6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701531" y="606259"/>
                  <a:ext cx="126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9E2D69B-B00C-3A03-B5A3-A6A934D89D3A}"/>
                    </a:ext>
                  </a:extLst>
                </p14:cNvPr>
                <p14:cNvContentPartPr/>
                <p14:nvPr/>
              </p14:nvContentPartPr>
              <p14:xfrm>
                <a:off x="10737531" y="641899"/>
                <a:ext cx="127800" cy="1375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9E2D69B-B00C-3A03-B5A3-A6A934D89D3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731411" y="635779"/>
                  <a:ext cx="1400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3F5F8C51-13CA-38F3-5031-953582700737}"/>
                    </a:ext>
                  </a:extLst>
                </p14:cNvPr>
                <p14:cNvContentPartPr/>
                <p14:nvPr/>
              </p14:nvContentPartPr>
              <p14:xfrm>
                <a:off x="10956411" y="676099"/>
                <a:ext cx="122760" cy="86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3F5F8C51-13CA-38F3-5031-953582700737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950291" y="669979"/>
                  <a:ext cx="1350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FC62B26-C517-C6DC-D65F-1E7185D6FFF1}"/>
                    </a:ext>
                  </a:extLst>
                </p14:cNvPr>
                <p14:cNvContentPartPr/>
                <p14:nvPr/>
              </p14:nvContentPartPr>
              <p14:xfrm>
                <a:off x="11158731" y="418339"/>
                <a:ext cx="87120" cy="358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FC62B26-C517-C6DC-D65F-1E7185D6FFF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152611" y="412219"/>
                  <a:ext cx="99360" cy="37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2D21960-8990-6797-FF91-EAE285E75A1C}"/>
              </a:ext>
            </a:extLst>
          </p:cNvPr>
          <p:cNvGrpSpPr/>
          <p:nvPr/>
        </p:nvGrpSpPr>
        <p:grpSpPr>
          <a:xfrm>
            <a:off x="10340811" y="1256059"/>
            <a:ext cx="504360" cy="501840"/>
            <a:chOff x="10340811" y="1256059"/>
            <a:chExt cx="504360" cy="50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DF3C3BA-3ACA-5652-AD66-8EC559B39088}"/>
                    </a:ext>
                  </a:extLst>
                </p14:cNvPr>
                <p14:cNvContentPartPr/>
                <p14:nvPr/>
              </p14:nvContentPartPr>
              <p14:xfrm>
                <a:off x="10340811" y="1321579"/>
                <a:ext cx="75960" cy="245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DF3C3BA-3ACA-5652-AD66-8EC559B3908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334691" y="1315459"/>
                  <a:ext cx="882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0C42CCD-2428-0659-DF32-65E830F4009A}"/>
                    </a:ext>
                  </a:extLst>
                </p14:cNvPr>
                <p14:cNvContentPartPr/>
                <p14:nvPr/>
              </p14:nvContentPartPr>
              <p14:xfrm>
                <a:off x="10435851" y="1349659"/>
                <a:ext cx="154440" cy="2433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0C42CCD-2428-0659-DF32-65E830F4009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429731" y="1343539"/>
                  <a:ext cx="1666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911E0EA-86F7-B43B-B8D8-949634E4035C}"/>
                    </a:ext>
                  </a:extLst>
                </p14:cNvPr>
                <p14:cNvContentPartPr/>
                <p14:nvPr/>
              </p14:nvContentPartPr>
              <p14:xfrm>
                <a:off x="10583091" y="1447219"/>
                <a:ext cx="84960" cy="10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911E0EA-86F7-B43B-B8D8-949634E4035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576971" y="1441099"/>
                  <a:ext cx="97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E83D22C-3482-AA9E-3348-632B518FB818}"/>
                    </a:ext>
                  </a:extLst>
                </p14:cNvPr>
                <p14:cNvContentPartPr/>
                <p14:nvPr/>
              </p14:nvContentPartPr>
              <p14:xfrm>
                <a:off x="10707291" y="1312939"/>
                <a:ext cx="137880" cy="444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E83D22C-3482-AA9E-3348-632B518FB81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701171" y="1306819"/>
                  <a:ext cx="15012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6AF0A84-4FB6-5F89-F323-9732FA0F16AF}"/>
                    </a:ext>
                  </a:extLst>
                </p14:cNvPr>
                <p14:cNvContentPartPr/>
                <p14:nvPr/>
              </p14:nvContentPartPr>
              <p14:xfrm>
                <a:off x="10796211" y="1256059"/>
                <a:ext cx="360" cy="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6AF0A84-4FB6-5F89-F323-9732FA0F16A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790091" y="124993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248D973-4CB1-66E6-00E8-300C84254424}"/>
                    </a:ext>
                  </a:extLst>
                </p14:cNvPr>
                <p14:cNvContentPartPr/>
                <p14:nvPr/>
              </p14:nvContentPartPr>
              <p14:xfrm>
                <a:off x="10796211" y="1737019"/>
                <a:ext cx="360" cy="104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248D973-4CB1-66E6-00E8-300C8425442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790091" y="1730899"/>
                  <a:ext cx="12600" cy="226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B506F01-4EC1-966C-EE8B-3549F3D45197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Decision Trees</a:t>
            </a:r>
          </a:p>
        </p:txBody>
      </p:sp>
    </p:spTree>
    <p:extLst>
      <p:ext uri="{BB962C8B-B14F-4D97-AF65-F5344CB8AC3E}">
        <p14:creationId xmlns:p14="http://schemas.microsoft.com/office/powerpoint/2010/main" val="37264698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DF1FB05-C10D-5885-1E0D-DC7EC1B950A9}"/>
              </a:ext>
            </a:extLst>
          </p:cNvPr>
          <p:cNvSpPr/>
          <p:nvPr/>
        </p:nvSpPr>
        <p:spPr>
          <a:xfrm>
            <a:off x="7227123" y="604819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 &lt; 65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668436-52E3-30C8-AD29-5B13B20DAB3E}"/>
              </a:ext>
            </a:extLst>
          </p:cNvPr>
          <p:cNvSpPr/>
          <p:nvPr/>
        </p:nvSpPr>
        <p:spPr>
          <a:xfrm>
            <a:off x="6138856" y="1344360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 &gt; 15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CD9B2D-46F9-16C7-E331-660D7DC3EFA2}"/>
              </a:ext>
            </a:extLst>
          </p:cNvPr>
          <p:cNvSpPr/>
          <p:nvPr/>
        </p:nvSpPr>
        <p:spPr>
          <a:xfrm>
            <a:off x="8979091" y="1463779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Survived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D62C07-1F66-4B0A-2395-EC606E42E520}"/>
              </a:ext>
            </a:extLst>
          </p:cNvPr>
          <p:cNvCxnSpPr>
            <a:stCxn id="21" idx="2"/>
            <a:endCxn id="22" idx="0"/>
          </p:cNvCxnSpPr>
          <p:nvPr/>
        </p:nvCxnSpPr>
        <p:spPr>
          <a:xfrm flipH="1">
            <a:off x="6880002" y="1086082"/>
            <a:ext cx="1088267" cy="258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16CF620-EB61-FB1F-F328-07B71956ED8E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>
            <a:off x="7968269" y="1086082"/>
            <a:ext cx="1751968" cy="377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32C6D0E4-FA0B-6026-E7E8-6E562DD45BAE}"/>
              </a:ext>
            </a:extLst>
          </p:cNvPr>
          <p:cNvSpPr/>
          <p:nvPr/>
        </p:nvSpPr>
        <p:spPr>
          <a:xfrm>
            <a:off x="4783453" y="2083901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Sex = 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8A0D4EA-8C14-368F-0F0F-45E4D8178E3C}"/>
              </a:ext>
            </a:extLst>
          </p:cNvPr>
          <p:cNvSpPr/>
          <p:nvPr/>
        </p:nvSpPr>
        <p:spPr>
          <a:xfrm>
            <a:off x="3525537" y="2959801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Price &gt; 20$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612499-B1E3-CF93-03A6-991F39B7BA63}"/>
              </a:ext>
            </a:extLst>
          </p:cNvPr>
          <p:cNvCxnSpPr>
            <a:cxnSpLocks/>
            <a:stCxn id="22" idx="2"/>
            <a:endCxn id="29" idx="0"/>
          </p:cNvCxnSpPr>
          <p:nvPr/>
        </p:nvCxnSpPr>
        <p:spPr>
          <a:xfrm flipH="1">
            <a:off x="5524599" y="1825623"/>
            <a:ext cx="1355403" cy="258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1DA94F1F-3361-A1E1-8BFB-0FCC93610B5F}"/>
              </a:ext>
            </a:extLst>
          </p:cNvPr>
          <p:cNvSpPr/>
          <p:nvPr/>
        </p:nvSpPr>
        <p:spPr>
          <a:xfrm>
            <a:off x="2327362" y="3968850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Survive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1051F94-12FE-8B85-0D19-277D0FC741B6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 flipH="1">
            <a:off x="4266683" y="2565164"/>
            <a:ext cx="1257916" cy="3946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508C11B-5090-C231-3D9F-87CB81203EE8}"/>
              </a:ext>
            </a:extLst>
          </p:cNvPr>
          <p:cNvCxnSpPr>
            <a:cxnSpLocks/>
            <a:stCxn id="30" idx="2"/>
            <a:endCxn id="34" idx="0"/>
          </p:cNvCxnSpPr>
          <p:nvPr/>
        </p:nvCxnSpPr>
        <p:spPr>
          <a:xfrm flipH="1">
            <a:off x="3068508" y="3441064"/>
            <a:ext cx="1198175" cy="527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ight Arrow 42">
            <a:extLst>
              <a:ext uri="{FF2B5EF4-FFF2-40B4-BE49-F238E27FC236}">
                <a16:creationId xmlns:a16="http://schemas.microsoft.com/office/drawing/2014/main" id="{2B7EA276-CCFB-7705-7AB1-0AF92114FB3F}"/>
              </a:ext>
            </a:extLst>
          </p:cNvPr>
          <p:cNvSpPr/>
          <p:nvPr/>
        </p:nvSpPr>
        <p:spPr>
          <a:xfrm>
            <a:off x="866274" y="3781157"/>
            <a:ext cx="1320006" cy="856648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Leaf Node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CCF8870-8F6A-76B8-8AE7-1D77340B5F6C}"/>
              </a:ext>
            </a:extLst>
          </p:cNvPr>
          <p:cNvSpPr/>
          <p:nvPr/>
        </p:nvSpPr>
        <p:spPr>
          <a:xfrm>
            <a:off x="4895641" y="3963885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Survived</a:t>
            </a:r>
          </a:p>
        </p:txBody>
      </p:sp>
      <p:sp>
        <p:nvSpPr>
          <p:cNvPr id="45" name="Right Arrow 44">
            <a:extLst>
              <a:ext uri="{FF2B5EF4-FFF2-40B4-BE49-F238E27FC236}">
                <a16:creationId xmlns:a16="http://schemas.microsoft.com/office/drawing/2014/main" id="{4B357833-0F01-3BE7-A80B-66CB21FC3893}"/>
              </a:ext>
            </a:extLst>
          </p:cNvPr>
          <p:cNvSpPr/>
          <p:nvPr/>
        </p:nvSpPr>
        <p:spPr>
          <a:xfrm rot="16200000">
            <a:off x="4976783" y="4867760"/>
            <a:ext cx="1320006" cy="856648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Leaf Node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C41C00B-DFF1-9CDA-FA14-14DDE6FB5DA0}"/>
              </a:ext>
            </a:extLst>
          </p:cNvPr>
          <p:cNvCxnSpPr>
            <a:cxnSpLocks/>
            <a:stCxn id="30" idx="2"/>
            <a:endCxn id="44" idx="0"/>
          </p:cNvCxnSpPr>
          <p:nvPr/>
        </p:nvCxnSpPr>
        <p:spPr>
          <a:xfrm>
            <a:off x="4266683" y="3441064"/>
            <a:ext cx="1370104" cy="522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4E9D3BC-810A-E38A-6D97-6E497BC6A26E}"/>
              </a:ext>
            </a:extLst>
          </p:cNvPr>
          <p:cNvCxnSpPr>
            <a:cxnSpLocks/>
            <a:stCxn id="29" idx="2"/>
            <a:endCxn id="52" idx="0"/>
          </p:cNvCxnSpPr>
          <p:nvPr/>
        </p:nvCxnSpPr>
        <p:spPr>
          <a:xfrm>
            <a:off x="5524599" y="2565164"/>
            <a:ext cx="2046972" cy="3946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CBAECDBA-EE38-A1B5-9519-2D87AB0309AB}"/>
              </a:ext>
            </a:extLst>
          </p:cNvPr>
          <p:cNvSpPr/>
          <p:nvPr/>
        </p:nvSpPr>
        <p:spPr>
          <a:xfrm>
            <a:off x="6830425" y="2959801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Survived</a:t>
            </a:r>
          </a:p>
        </p:txBody>
      </p:sp>
      <p:sp>
        <p:nvSpPr>
          <p:cNvPr id="63" name="Right Arrow 62">
            <a:extLst>
              <a:ext uri="{FF2B5EF4-FFF2-40B4-BE49-F238E27FC236}">
                <a16:creationId xmlns:a16="http://schemas.microsoft.com/office/drawing/2014/main" id="{CA166A8A-D732-675C-AADB-5AE726E8845E}"/>
              </a:ext>
            </a:extLst>
          </p:cNvPr>
          <p:cNvSpPr/>
          <p:nvPr/>
        </p:nvSpPr>
        <p:spPr>
          <a:xfrm rot="16200000">
            <a:off x="6961144" y="3725498"/>
            <a:ext cx="1320006" cy="856648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Leaf Node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098AC56-C015-4718-98B4-DC8B7433763B}"/>
              </a:ext>
            </a:extLst>
          </p:cNvPr>
          <p:cNvCxnSpPr>
            <a:cxnSpLocks/>
            <a:stCxn id="22" idx="2"/>
            <a:endCxn id="68" idx="0"/>
          </p:cNvCxnSpPr>
          <p:nvPr/>
        </p:nvCxnSpPr>
        <p:spPr>
          <a:xfrm>
            <a:off x="6880002" y="1825623"/>
            <a:ext cx="2514166" cy="564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7D6DF18-C693-31C7-AF9A-2ED4DA962CFD}"/>
              </a:ext>
            </a:extLst>
          </p:cNvPr>
          <p:cNvSpPr/>
          <p:nvPr/>
        </p:nvSpPr>
        <p:spPr>
          <a:xfrm>
            <a:off x="8653022" y="2390087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Survived</a:t>
            </a:r>
          </a:p>
        </p:txBody>
      </p:sp>
      <p:sp>
        <p:nvSpPr>
          <p:cNvPr id="71" name="Right Arrow 70">
            <a:extLst>
              <a:ext uri="{FF2B5EF4-FFF2-40B4-BE49-F238E27FC236}">
                <a16:creationId xmlns:a16="http://schemas.microsoft.com/office/drawing/2014/main" id="{CA468A41-C1C3-B6B3-2CBA-CAA6AA40AAB5}"/>
              </a:ext>
            </a:extLst>
          </p:cNvPr>
          <p:cNvSpPr/>
          <p:nvPr/>
        </p:nvSpPr>
        <p:spPr>
          <a:xfrm>
            <a:off x="5717929" y="344245"/>
            <a:ext cx="1320006" cy="85664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Parent Node</a:t>
            </a:r>
          </a:p>
        </p:txBody>
      </p:sp>
      <p:sp>
        <p:nvSpPr>
          <p:cNvPr id="72" name="Right Arrow 71">
            <a:extLst>
              <a:ext uri="{FF2B5EF4-FFF2-40B4-BE49-F238E27FC236}">
                <a16:creationId xmlns:a16="http://schemas.microsoft.com/office/drawing/2014/main" id="{BD6FAF3C-4215-28DB-DDFF-83B22C804324}"/>
              </a:ext>
            </a:extLst>
          </p:cNvPr>
          <p:cNvSpPr/>
          <p:nvPr/>
        </p:nvSpPr>
        <p:spPr>
          <a:xfrm>
            <a:off x="4313439" y="1141639"/>
            <a:ext cx="1320006" cy="856648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</a:rPr>
              <a:t>Branch Node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F9E4663-3A3A-3729-D7D5-FF50F034E967}"/>
              </a:ext>
            </a:extLst>
          </p:cNvPr>
          <p:cNvGrpSpPr/>
          <p:nvPr/>
        </p:nvGrpSpPr>
        <p:grpSpPr>
          <a:xfrm>
            <a:off x="2123811" y="219619"/>
            <a:ext cx="6811522" cy="4300200"/>
            <a:chOff x="2123811" y="219619"/>
            <a:chExt cx="6811522" cy="430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65B33A9-7BD8-AA12-7BA2-8345FDE524A4}"/>
                    </a:ext>
                  </a:extLst>
                </p14:cNvPr>
                <p14:cNvContentPartPr/>
                <p14:nvPr/>
              </p14:nvContentPartPr>
              <p14:xfrm>
                <a:off x="2617693" y="707779"/>
                <a:ext cx="124920" cy="180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65B33A9-7BD8-AA12-7BA2-8345FDE524A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11573" y="701659"/>
                  <a:ext cx="1371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C1B6DE7-EA99-B6B6-4C81-709C267FC01B}"/>
                    </a:ext>
                  </a:extLst>
                </p14:cNvPr>
                <p14:cNvContentPartPr/>
                <p14:nvPr/>
              </p14:nvContentPartPr>
              <p14:xfrm>
                <a:off x="2628133" y="777259"/>
                <a:ext cx="109800" cy="4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C1B6DE7-EA99-B6B6-4C81-709C267FC01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22013" y="771139"/>
                  <a:ext cx="12204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CA884AB-71D8-4B0A-98BA-E018BD002B12}"/>
                    </a:ext>
                  </a:extLst>
                </p14:cNvPr>
                <p14:cNvContentPartPr/>
                <p14:nvPr/>
              </p14:nvContentPartPr>
              <p14:xfrm>
                <a:off x="2822893" y="765379"/>
                <a:ext cx="138240" cy="277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CA884AB-71D8-4B0A-98BA-E018BD002B1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16773" y="759259"/>
                  <a:ext cx="1504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F055EC5-51A9-F8D9-4B40-93FE80AAD8D2}"/>
                    </a:ext>
                  </a:extLst>
                </p14:cNvPr>
                <p14:cNvContentPartPr/>
                <p14:nvPr/>
              </p14:nvContentPartPr>
              <p14:xfrm>
                <a:off x="2942053" y="774379"/>
                <a:ext cx="183600" cy="118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F055EC5-51A9-F8D9-4B40-93FE80AAD8D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35933" y="768259"/>
                  <a:ext cx="1958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36E90E6-B65C-A400-57BE-F1CF215EC076}"/>
                    </a:ext>
                  </a:extLst>
                </p14:cNvPr>
                <p14:cNvContentPartPr/>
                <p14:nvPr/>
              </p14:nvContentPartPr>
              <p14:xfrm>
                <a:off x="3676813" y="534619"/>
                <a:ext cx="132840" cy="286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36E90E6-B65C-A400-57BE-F1CF215EC07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670693" y="528499"/>
                  <a:ext cx="1450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E8631A4-7A01-1D9D-EFAC-054AE5ADB3DE}"/>
                    </a:ext>
                  </a:extLst>
                </p14:cNvPr>
                <p14:cNvContentPartPr/>
                <p14:nvPr/>
              </p14:nvContentPartPr>
              <p14:xfrm>
                <a:off x="3801733" y="700219"/>
                <a:ext cx="146880" cy="97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E8631A4-7A01-1D9D-EFAC-054AE5ADB3D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795613" y="694099"/>
                  <a:ext cx="15912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4471FDC-DF89-3873-D77B-320F5CC24EC8}"/>
                    </a:ext>
                  </a:extLst>
                </p14:cNvPr>
                <p14:cNvContentPartPr/>
                <p14:nvPr/>
              </p14:nvContentPartPr>
              <p14:xfrm>
                <a:off x="3933853" y="683299"/>
                <a:ext cx="56160" cy="100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4471FDC-DF89-3873-D77B-320F5CC24EC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27733" y="677179"/>
                  <a:ext cx="684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B724668-7924-D113-AFD5-34CCBAC4DFB4}"/>
                    </a:ext>
                  </a:extLst>
                </p14:cNvPr>
                <p14:cNvContentPartPr/>
                <p14:nvPr/>
              </p14:nvContentPartPr>
              <p14:xfrm>
                <a:off x="3933853" y="709939"/>
                <a:ext cx="59040" cy="61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B724668-7924-D113-AFD5-34CCBAC4DFB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27733" y="703819"/>
                  <a:ext cx="712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D856B95-087F-207C-2B64-7FD9DB1F7E0B}"/>
                    </a:ext>
                  </a:extLst>
                </p14:cNvPr>
                <p14:cNvContentPartPr/>
                <p14:nvPr/>
              </p14:nvContentPartPr>
              <p14:xfrm>
                <a:off x="4648813" y="604819"/>
                <a:ext cx="134640" cy="192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D856B95-087F-207C-2B64-7FD9DB1F7E0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42693" y="598699"/>
                  <a:ext cx="146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0C97700-E00D-7D89-C0F9-60C656AE8867}"/>
                    </a:ext>
                  </a:extLst>
                </p14:cNvPr>
                <p14:cNvContentPartPr/>
                <p14:nvPr/>
              </p14:nvContentPartPr>
              <p14:xfrm>
                <a:off x="4686973" y="517339"/>
                <a:ext cx="28080" cy="333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0C97700-E00D-7D89-C0F9-60C656AE88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80853" y="511219"/>
                  <a:ext cx="4032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F3DD4DC-407F-A97C-88FD-3FE808035AB6}"/>
                    </a:ext>
                  </a:extLst>
                </p14:cNvPr>
                <p14:cNvContentPartPr/>
                <p14:nvPr/>
              </p14:nvContentPartPr>
              <p14:xfrm>
                <a:off x="4725493" y="527419"/>
                <a:ext cx="40320" cy="295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F3DD4DC-407F-A97C-88FD-3FE808035AB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719373" y="521299"/>
                  <a:ext cx="525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3F545EF-8890-4AB6-4143-F9BE070166F1}"/>
                    </a:ext>
                  </a:extLst>
                </p14:cNvPr>
                <p14:cNvContentPartPr/>
                <p14:nvPr/>
              </p14:nvContentPartPr>
              <p14:xfrm>
                <a:off x="3154453" y="3493819"/>
                <a:ext cx="240840" cy="305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3F545EF-8890-4AB6-4143-F9BE070166F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48333" y="3487699"/>
                  <a:ext cx="2530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3FD7E5A-D570-4B5F-0743-DBA6E7835F31}"/>
                    </a:ext>
                  </a:extLst>
                </p14:cNvPr>
                <p14:cNvContentPartPr/>
                <p14:nvPr/>
              </p14:nvContentPartPr>
              <p14:xfrm>
                <a:off x="4985413" y="3471859"/>
                <a:ext cx="236880" cy="21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3FD7E5A-D570-4B5F-0743-DBA6E7835F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79293" y="3465739"/>
                  <a:ext cx="2491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BFEFB31-EAF9-E3EB-CFF9-7856BDA62FEB}"/>
                    </a:ext>
                  </a:extLst>
                </p14:cNvPr>
                <p14:cNvContentPartPr/>
                <p14:nvPr/>
              </p14:nvContentPartPr>
              <p14:xfrm>
                <a:off x="4588693" y="2557819"/>
                <a:ext cx="138600" cy="254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BFEFB31-EAF9-E3EB-CFF9-7856BDA62FE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82573" y="2551699"/>
                  <a:ext cx="1508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E59F27F-852B-9F06-405A-D598D442FD3B}"/>
                    </a:ext>
                  </a:extLst>
                </p14:cNvPr>
                <p14:cNvContentPartPr/>
                <p14:nvPr/>
              </p14:nvContentPartPr>
              <p14:xfrm>
                <a:off x="6646453" y="2524699"/>
                <a:ext cx="206640" cy="212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E59F27F-852B-9F06-405A-D598D442FD3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40333" y="2518579"/>
                  <a:ext cx="2188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9A57ED8-A692-C253-D6B1-B79D6DD4C5F3}"/>
                    </a:ext>
                  </a:extLst>
                </p14:cNvPr>
                <p14:cNvContentPartPr/>
                <p14:nvPr/>
              </p14:nvContentPartPr>
              <p14:xfrm>
                <a:off x="5681293" y="1646659"/>
                <a:ext cx="295920" cy="339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9A57ED8-A692-C253-D6B1-B79D6DD4C5F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675173" y="1640539"/>
                  <a:ext cx="3081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8574305-F637-0F53-1D5D-38297E8D29C0}"/>
                    </a:ext>
                  </a:extLst>
                </p14:cNvPr>
                <p14:cNvContentPartPr/>
                <p14:nvPr/>
              </p14:nvContentPartPr>
              <p14:xfrm>
                <a:off x="7005733" y="1063459"/>
                <a:ext cx="168480" cy="282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8574305-F637-0F53-1D5D-38297E8D29C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999613" y="1057339"/>
                  <a:ext cx="1807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1894568-2620-1CD1-CC06-6F9EDC968141}"/>
                    </a:ext>
                  </a:extLst>
                </p14:cNvPr>
                <p14:cNvContentPartPr/>
                <p14:nvPr/>
              </p14:nvContentPartPr>
              <p14:xfrm>
                <a:off x="8753173" y="1194139"/>
                <a:ext cx="182160" cy="2696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1894568-2620-1CD1-CC06-6F9EDC96814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747053" y="1188019"/>
                  <a:ext cx="1944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CBFEE40-92A5-6BD7-C738-039446963BEF}"/>
                    </a:ext>
                  </a:extLst>
                </p14:cNvPr>
                <p14:cNvContentPartPr/>
                <p14:nvPr/>
              </p14:nvContentPartPr>
              <p14:xfrm>
                <a:off x="2123811" y="219619"/>
                <a:ext cx="6685200" cy="4300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CBFEE40-92A5-6BD7-C738-039446963BE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17691" y="213499"/>
                  <a:ext cx="6697440" cy="431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5587AEF9-9561-C3C0-3BD6-213A803DBA79}"/>
              </a:ext>
            </a:extLst>
          </p:cNvPr>
          <p:cNvGrpSpPr/>
          <p:nvPr/>
        </p:nvGrpSpPr>
        <p:grpSpPr>
          <a:xfrm>
            <a:off x="6243651" y="1141579"/>
            <a:ext cx="424080" cy="200880"/>
            <a:chOff x="6243651" y="1141579"/>
            <a:chExt cx="42408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5897FF6-B528-F5B5-B783-DDE435F79FE8}"/>
                    </a:ext>
                  </a:extLst>
                </p14:cNvPr>
                <p14:cNvContentPartPr/>
                <p14:nvPr/>
              </p14:nvContentPartPr>
              <p14:xfrm>
                <a:off x="6243651" y="1141579"/>
                <a:ext cx="3600" cy="1436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5897FF6-B528-F5B5-B783-DDE435F79FE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237531" y="1135459"/>
                  <a:ext cx="158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9701AA4-2AD2-2FC5-82C7-F1A48E31E60D}"/>
                    </a:ext>
                  </a:extLst>
                </p14:cNvPr>
                <p14:cNvContentPartPr/>
                <p14:nvPr/>
              </p14:nvContentPartPr>
              <p14:xfrm>
                <a:off x="6330771" y="1145179"/>
                <a:ext cx="77400" cy="1911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9701AA4-2AD2-2FC5-82C7-F1A48E31E60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24651" y="1139059"/>
                  <a:ext cx="896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3C72EE4-FA4A-B59F-EF6F-5A1621C864BE}"/>
                    </a:ext>
                  </a:extLst>
                </p14:cNvPr>
                <p14:cNvContentPartPr/>
                <p14:nvPr/>
              </p14:nvContentPartPr>
              <p14:xfrm>
                <a:off x="6345531" y="1147699"/>
                <a:ext cx="87480" cy="24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3C72EE4-FA4A-B59F-EF6F-5A1621C864B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339411" y="1141579"/>
                  <a:ext cx="997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03B797A-134D-FFB9-1BA5-AB2DF2DF5BB6}"/>
                    </a:ext>
                  </a:extLst>
                </p14:cNvPr>
                <p14:cNvContentPartPr/>
                <p14:nvPr/>
              </p14:nvContentPartPr>
              <p14:xfrm>
                <a:off x="6485211" y="1165699"/>
                <a:ext cx="182520" cy="1767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03B797A-134D-FFB9-1BA5-AB2DF2DF5BB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479091" y="1159579"/>
                  <a:ext cx="19476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7764359C-3695-8065-7AF8-1EFB862FCBC3}"/>
              </a:ext>
            </a:extLst>
          </p:cNvPr>
          <p:cNvGrpSpPr/>
          <p:nvPr/>
        </p:nvGrpSpPr>
        <p:grpSpPr>
          <a:xfrm>
            <a:off x="5459211" y="1856899"/>
            <a:ext cx="316800" cy="205560"/>
            <a:chOff x="5459211" y="1856899"/>
            <a:chExt cx="316800" cy="20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4A245D4-F658-69F2-DECD-FA0062C82957}"/>
                    </a:ext>
                  </a:extLst>
                </p14:cNvPr>
                <p14:cNvContentPartPr/>
                <p14:nvPr/>
              </p14:nvContentPartPr>
              <p14:xfrm>
                <a:off x="5459211" y="1856899"/>
                <a:ext cx="10440" cy="195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4A245D4-F658-69F2-DECD-FA0062C8295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453091" y="1850779"/>
                  <a:ext cx="226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4AD1F55-269C-7FD5-3279-8DA8797AAE94}"/>
                    </a:ext>
                  </a:extLst>
                </p14:cNvPr>
                <p14:cNvContentPartPr/>
                <p14:nvPr/>
              </p14:nvContentPartPr>
              <p14:xfrm>
                <a:off x="5520411" y="1881379"/>
                <a:ext cx="105840" cy="17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4AD1F55-269C-7FD5-3279-8DA8797AAE9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514291" y="1875259"/>
                  <a:ext cx="1180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9E04818-0187-A142-3FBD-5DDFD27A74D5}"/>
                    </a:ext>
                  </a:extLst>
                </p14:cNvPr>
                <p14:cNvContentPartPr/>
                <p14:nvPr/>
              </p14:nvContentPartPr>
              <p14:xfrm>
                <a:off x="5647851" y="1886779"/>
                <a:ext cx="128160" cy="1756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9E04818-0187-A142-3FBD-5DDFD27A74D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641731" y="1880659"/>
                  <a:ext cx="140400" cy="18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E2AE5C3-83BC-744E-32CA-5D9D2F263CF0}"/>
              </a:ext>
            </a:extLst>
          </p:cNvPr>
          <p:cNvGrpSpPr/>
          <p:nvPr/>
        </p:nvGrpSpPr>
        <p:grpSpPr>
          <a:xfrm>
            <a:off x="3779811" y="2689579"/>
            <a:ext cx="340560" cy="212400"/>
            <a:chOff x="3779811" y="2689579"/>
            <a:chExt cx="340560" cy="21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5945DE3-C642-EB85-DDAA-FA9086225144}"/>
                    </a:ext>
                  </a:extLst>
                </p14:cNvPr>
                <p14:cNvContentPartPr/>
                <p14:nvPr/>
              </p14:nvContentPartPr>
              <p14:xfrm>
                <a:off x="3779811" y="2705779"/>
                <a:ext cx="155880" cy="196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5945DE3-C642-EB85-DDAA-FA908622514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773691" y="2699659"/>
                  <a:ext cx="16812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192D8B9-4F6F-B959-C667-77C8B3576EA4}"/>
                    </a:ext>
                  </a:extLst>
                </p14:cNvPr>
                <p14:cNvContentPartPr/>
                <p14:nvPr/>
              </p14:nvContentPartPr>
              <p14:xfrm>
                <a:off x="3840291" y="2817739"/>
                <a:ext cx="111600" cy="72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192D8B9-4F6F-B959-C667-77C8B3576EA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34171" y="2811619"/>
                  <a:ext cx="12384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6B46880-E1BE-C278-65B5-63A1E5DE5961}"/>
                    </a:ext>
                  </a:extLst>
                </p14:cNvPr>
                <p14:cNvContentPartPr/>
                <p14:nvPr/>
              </p14:nvContentPartPr>
              <p14:xfrm>
                <a:off x="4018851" y="2689579"/>
                <a:ext cx="101520" cy="1796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6B46880-E1BE-C278-65B5-63A1E5DE596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12731" y="2683459"/>
                  <a:ext cx="113760" cy="19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EF75E6C4-F0EA-D17D-7EDC-08A7F4348E02}"/>
              </a:ext>
            </a:extLst>
          </p:cNvPr>
          <p:cNvGrpSpPr/>
          <p:nvPr/>
        </p:nvGrpSpPr>
        <p:grpSpPr>
          <a:xfrm>
            <a:off x="2518011" y="3698299"/>
            <a:ext cx="289800" cy="200880"/>
            <a:chOff x="2518011" y="3698299"/>
            <a:chExt cx="28980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6240003-755E-40B5-5060-EBCC0BEF0709}"/>
                    </a:ext>
                  </a:extLst>
                </p14:cNvPr>
                <p14:cNvContentPartPr/>
                <p14:nvPr/>
              </p14:nvContentPartPr>
              <p14:xfrm>
                <a:off x="2518011" y="3698299"/>
                <a:ext cx="116640" cy="2008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6240003-755E-40B5-5060-EBCC0BEF070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511891" y="3692179"/>
                  <a:ext cx="128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79FE762-DA63-A52B-9E39-DFF6302B9544}"/>
                    </a:ext>
                  </a:extLst>
                </p14:cNvPr>
                <p14:cNvContentPartPr/>
                <p14:nvPr/>
              </p14:nvContentPartPr>
              <p14:xfrm>
                <a:off x="2709531" y="3715219"/>
                <a:ext cx="98280" cy="129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79FE762-DA63-A52B-9E39-DFF6302B954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703411" y="3709099"/>
                  <a:ext cx="110520" cy="141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25222233-FF31-C1BA-75C8-6893EFDBAEF4}"/>
                  </a:ext>
                </a:extLst>
              </p14:cNvPr>
              <p14:cNvContentPartPr/>
              <p14:nvPr/>
            </p14:nvContentPartPr>
            <p14:xfrm>
              <a:off x="1169811" y="3102499"/>
              <a:ext cx="568800" cy="80964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25222233-FF31-C1BA-75C8-6893EFDBAEF4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163691" y="3096379"/>
                <a:ext cx="581040" cy="82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045D9DEC-C31D-5B10-E51A-5FF44068A7E1}"/>
                  </a:ext>
                </a:extLst>
              </p14:cNvPr>
              <p14:cNvContentPartPr/>
              <p14:nvPr/>
            </p14:nvContentPartPr>
            <p14:xfrm>
              <a:off x="2656251" y="4065499"/>
              <a:ext cx="815400" cy="30852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045D9DEC-C31D-5B10-E51A-5FF44068A7E1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650131" y="4059379"/>
                <a:ext cx="827640" cy="320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5AD8A69-25B1-28AA-6C26-FBE3ADD8D5AB}"/>
              </a:ext>
            </a:extLst>
          </p:cNvPr>
          <p:cNvGrpSpPr/>
          <p:nvPr/>
        </p:nvGrpSpPr>
        <p:grpSpPr>
          <a:xfrm>
            <a:off x="3883851" y="3916099"/>
            <a:ext cx="409320" cy="235080"/>
            <a:chOff x="3883851" y="3916099"/>
            <a:chExt cx="40932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64C6C53-A8C6-55E3-698A-7B8E041457F7}"/>
                    </a:ext>
                  </a:extLst>
                </p14:cNvPr>
                <p14:cNvContentPartPr/>
                <p14:nvPr/>
              </p14:nvContentPartPr>
              <p14:xfrm>
                <a:off x="3883851" y="3916099"/>
                <a:ext cx="200520" cy="2350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64C6C53-A8C6-55E3-698A-7B8E041457F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877731" y="3909979"/>
                  <a:ext cx="2127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050DE04-AB78-1E58-9F48-97793AF430D1}"/>
                    </a:ext>
                  </a:extLst>
                </p14:cNvPr>
                <p14:cNvContentPartPr/>
                <p14:nvPr/>
              </p14:nvContentPartPr>
              <p14:xfrm>
                <a:off x="4102371" y="3939499"/>
                <a:ext cx="190800" cy="1598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050DE04-AB78-1E58-9F48-97793AF430D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096251" y="3933379"/>
                  <a:ext cx="20304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A9AE38A2-C1FF-84B5-C7A5-BC760BFEE00D}"/>
              </a:ext>
            </a:extLst>
          </p:cNvPr>
          <p:cNvGrpSpPr/>
          <p:nvPr/>
        </p:nvGrpSpPr>
        <p:grpSpPr>
          <a:xfrm>
            <a:off x="4040451" y="4287619"/>
            <a:ext cx="262080" cy="250560"/>
            <a:chOff x="4040451" y="4287619"/>
            <a:chExt cx="262080" cy="2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8E540E6-5DFD-7AD4-860B-DC8187F41012}"/>
                    </a:ext>
                  </a:extLst>
                </p14:cNvPr>
                <p14:cNvContentPartPr/>
                <p14:nvPr/>
              </p14:nvContentPartPr>
              <p14:xfrm>
                <a:off x="4040451" y="4328299"/>
                <a:ext cx="57600" cy="2098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8E540E6-5DFD-7AD4-860B-DC8187F4101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034331" y="4322179"/>
                  <a:ext cx="698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333D117-76BB-7D28-EDD5-FD99C194A1AD}"/>
                    </a:ext>
                  </a:extLst>
                </p14:cNvPr>
                <p14:cNvContentPartPr/>
                <p14:nvPr/>
              </p14:nvContentPartPr>
              <p14:xfrm>
                <a:off x="4162851" y="4287619"/>
                <a:ext cx="139680" cy="210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333D117-76BB-7D28-EDD5-FD99C194A1A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156731" y="4281499"/>
                  <a:ext cx="151920" cy="22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6BEAFAAF-BEAE-6448-3C2C-8A45B628C82F}"/>
              </a:ext>
            </a:extLst>
          </p:cNvPr>
          <p:cNvGrpSpPr/>
          <p:nvPr/>
        </p:nvGrpSpPr>
        <p:grpSpPr>
          <a:xfrm>
            <a:off x="2639331" y="4798459"/>
            <a:ext cx="1051560" cy="637200"/>
            <a:chOff x="2639331" y="4798459"/>
            <a:chExt cx="1051560" cy="63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BABA529-4014-6604-393F-6D4E2BEB5277}"/>
                    </a:ext>
                  </a:extLst>
                </p14:cNvPr>
                <p14:cNvContentPartPr/>
                <p14:nvPr/>
              </p14:nvContentPartPr>
              <p14:xfrm>
                <a:off x="2639331" y="4943179"/>
                <a:ext cx="114480" cy="1872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BABA529-4014-6604-393F-6D4E2BEB527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633211" y="4937059"/>
                  <a:ext cx="1267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62C8379-A132-29DB-99DC-02D1109EC98C}"/>
                    </a:ext>
                  </a:extLst>
                </p14:cNvPr>
                <p14:cNvContentPartPr/>
                <p14:nvPr/>
              </p14:nvContentPartPr>
              <p14:xfrm>
                <a:off x="2797011" y="4991779"/>
                <a:ext cx="54360" cy="127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62C8379-A132-29DB-99DC-02D1109EC98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790891" y="4985659"/>
                  <a:ext cx="666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88F78E1-1859-F108-CAEB-6179E4F593CC}"/>
                    </a:ext>
                  </a:extLst>
                </p14:cNvPr>
                <p14:cNvContentPartPr/>
                <p14:nvPr/>
              </p14:nvContentPartPr>
              <p14:xfrm>
                <a:off x="2838051" y="5036779"/>
                <a:ext cx="117720" cy="238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88F78E1-1859-F108-CAEB-6179E4F593C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831931" y="5030659"/>
                  <a:ext cx="1299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1D02FA3-8AAC-3782-677C-128975F06E2E}"/>
                    </a:ext>
                  </a:extLst>
                </p14:cNvPr>
                <p14:cNvContentPartPr/>
                <p14:nvPr/>
              </p14:nvContentPartPr>
              <p14:xfrm>
                <a:off x="2918331" y="5221819"/>
                <a:ext cx="91440" cy="213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1D02FA3-8AAC-3782-677C-128975F06E2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912211" y="5215699"/>
                  <a:ext cx="1036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FEE4E30-E58D-C2BE-69DC-42CF9BF2EDEF}"/>
                    </a:ext>
                  </a:extLst>
                </p14:cNvPr>
                <p14:cNvContentPartPr/>
                <p14:nvPr/>
              </p14:nvContentPartPr>
              <p14:xfrm>
                <a:off x="3088611" y="5237299"/>
                <a:ext cx="91440" cy="1170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FEE4E30-E58D-C2BE-69DC-42CF9BF2EDE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082491" y="5231179"/>
                  <a:ext cx="1036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AE5E505-12B9-4486-4969-A65007F8BCB8}"/>
                    </a:ext>
                  </a:extLst>
                </p14:cNvPr>
                <p14:cNvContentPartPr/>
                <p14:nvPr/>
              </p14:nvContentPartPr>
              <p14:xfrm>
                <a:off x="3129291" y="5011939"/>
                <a:ext cx="75960" cy="3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AE5E505-12B9-4486-4969-A65007F8BCB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123171" y="5005819"/>
                  <a:ext cx="882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B697459-3647-E48A-56DA-E4E27F06E12C}"/>
                    </a:ext>
                  </a:extLst>
                </p14:cNvPr>
                <p14:cNvContentPartPr/>
                <p14:nvPr/>
              </p14:nvContentPartPr>
              <p14:xfrm>
                <a:off x="3131091" y="4964779"/>
                <a:ext cx="64800" cy="3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B697459-3647-E48A-56DA-E4E27F06E12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124971" y="4958659"/>
                  <a:ext cx="770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2E22D29-192D-C828-5D69-23C76AFEB75E}"/>
                    </a:ext>
                  </a:extLst>
                </p14:cNvPr>
                <p14:cNvContentPartPr/>
                <p14:nvPr/>
              </p14:nvContentPartPr>
              <p14:xfrm>
                <a:off x="3352131" y="4846339"/>
                <a:ext cx="168840" cy="151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2E22D29-192D-C828-5D69-23C76AFEB75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346011" y="4840219"/>
                  <a:ext cx="1810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E32BC97-1E76-4B3A-F93B-C817AD6DC704}"/>
                    </a:ext>
                  </a:extLst>
                </p14:cNvPr>
                <p14:cNvContentPartPr/>
                <p14:nvPr/>
              </p14:nvContentPartPr>
              <p14:xfrm>
                <a:off x="3488211" y="4932739"/>
                <a:ext cx="92520" cy="31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E32BC97-1E76-4B3A-F93B-C817AD6DC70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482091" y="4926619"/>
                  <a:ext cx="1047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B097168-EE9A-F75D-84FE-CBE1585C02CA}"/>
                    </a:ext>
                  </a:extLst>
                </p14:cNvPr>
                <p14:cNvContentPartPr/>
                <p14:nvPr/>
              </p14:nvContentPartPr>
              <p14:xfrm>
                <a:off x="3606291" y="4877659"/>
                <a:ext cx="49680" cy="1670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B097168-EE9A-F75D-84FE-CBE1585C02C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600171" y="4871539"/>
                  <a:ext cx="61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B157130-3ACF-B01D-0074-2FC27A8BADD5}"/>
                    </a:ext>
                  </a:extLst>
                </p14:cNvPr>
                <p14:cNvContentPartPr/>
                <p14:nvPr/>
              </p14:nvContentPartPr>
              <p14:xfrm>
                <a:off x="3619251" y="4871899"/>
                <a:ext cx="71640" cy="241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B157130-3ACF-B01D-0074-2FC27A8BADD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613131" y="4865779"/>
                  <a:ext cx="838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1C77952-87A7-CF6C-4432-97DAB425744C}"/>
                    </a:ext>
                  </a:extLst>
                </p14:cNvPr>
                <p14:cNvContentPartPr/>
                <p14:nvPr/>
              </p14:nvContentPartPr>
              <p14:xfrm>
                <a:off x="3230091" y="4798459"/>
                <a:ext cx="92160" cy="240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1C77952-87A7-CF6C-4432-97DAB425744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223971" y="4792339"/>
                  <a:ext cx="1044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BCED03A-F882-2B10-6AE3-85669286883C}"/>
                    </a:ext>
                  </a:extLst>
                </p14:cNvPr>
                <p14:cNvContentPartPr/>
                <p14:nvPr/>
              </p14:nvContentPartPr>
              <p14:xfrm>
                <a:off x="3175731" y="4834099"/>
                <a:ext cx="360" cy="3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BCED03A-F882-2B10-6AE3-85669286883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169611" y="4827979"/>
                  <a:ext cx="126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AD2DBA2-7028-CECD-556C-AE820B5BE217}"/>
                    </a:ext>
                  </a:extLst>
                </p14:cNvPr>
                <p14:cNvContentPartPr/>
                <p14:nvPr/>
              </p14:nvContentPartPr>
              <p14:xfrm>
                <a:off x="3259611" y="5030299"/>
                <a:ext cx="10440" cy="72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AD2DBA2-7028-CECD-556C-AE820B5BE21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253491" y="5024179"/>
                  <a:ext cx="22680" cy="1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93398EE-C545-E117-C826-18D180B9880B}"/>
              </a:ext>
            </a:extLst>
          </p:cNvPr>
          <p:cNvGrpSpPr/>
          <p:nvPr/>
        </p:nvGrpSpPr>
        <p:grpSpPr>
          <a:xfrm>
            <a:off x="5602491" y="2556379"/>
            <a:ext cx="1199520" cy="1487160"/>
            <a:chOff x="5602491" y="2556379"/>
            <a:chExt cx="1199520" cy="148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6283612-DE9C-7284-DA19-7EDC93DC5AF6}"/>
                    </a:ext>
                  </a:extLst>
                </p14:cNvPr>
                <p14:cNvContentPartPr/>
                <p14:nvPr/>
              </p14:nvContentPartPr>
              <p14:xfrm>
                <a:off x="5790051" y="3698659"/>
                <a:ext cx="146160" cy="2113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6283612-DE9C-7284-DA19-7EDC93DC5AF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783931" y="3692539"/>
                  <a:ext cx="1584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87C1D8F-98B4-58B2-5C06-EE41960BBD90}"/>
                    </a:ext>
                  </a:extLst>
                </p14:cNvPr>
                <p14:cNvContentPartPr/>
                <p14:nvPr/>
              </p14:nvContentPartPr>
              <p14:xfrm>
                <a:off x="6006051" y="3696859"/>
                <a:ext cx="121680" cy="1886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87C1D8F-98B4-58B2-5C06-EE41960BBD9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999931" y="3690739"/>
                  <a:ext cx="133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65A5651-1083-046B-AF5C-DDA06CB099DA}"/>
                    </a:ext>
                  </a:extLst>
                </p14:cNvPr>
                <p14:cNvContentPartPr/>
                <p14:nvPr/>
              </p14:nvContentPartPr>
              <p14:xfrm>
                <a:off x="5602491" y="2556379"/>
                <a:ext cx="1199520" cy="1487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65A5651-1083-046B-AF5C-DDA06CB099D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596371" y="2550259"/>
                  <a:ext cx="1211760" cy="149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DFE8ABDE-0445-80FF-508A-F51549619341}"/>
              </a:ext>
            </a:extLst>
          </p:cNvPr>
          <p:cNvGrpSpPr/>
          <p:nvPr/>
        </p:nvGrpSpPr>
        <p:grpSpPr>
          <a:xfrm>
            <a:off x="7526691" y="-74141"/>
            <a:ext cx="3996720" cy="3391200"/>
            <a:chOff x="7526691" y="-74141"/>
            <a:chExt cx="3996720" cy="339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970AF4B-C182-2D47-63B3-09BAD6C67E4B}"/>
                    </a:ext>
                  </a:extLst>
                </p14:cNvPr>
                <p14:cNvContentPartPr/>
                <p14:nvPr/>
              </p14:nvContentPartPr>
              <p14:xfrm>
                <a:off x="7819011" y="344539"/>
                <a:ext cx="175680" cy="227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970AF4B-C182-2D47-63B3-09BAD6C67E4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812891" y="338419"/>
                  <a:ext cx="1879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2DCFCC8-68AA-523E-A575-8DE7E27B34E0}"/>
                    </a:ext>
                  </a:extLst>
                </p14:cNvPr>
                <p14:cNvContentPartPr/>
                <p14:nvPr/>
              </p14:nvContentPartPr>
              <p14:xfrm>
                <a:off x="8018091" y="379819"/>
                <a:ext cx="105840" cy="178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2DCFCC8-68AA-523E-A575-8DE7E27B34E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011971" y="373699"/>
                  <a:ext cx="1180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F8178C2-1FD5-B933-3461-08FC765BC534}"/>
                    </a:ext>
                  </a:extLst>
                </p14:cNvPr>
                <p14:cNvContentPartPr/>
                <p14:nvPr/>
              </p14:nvContentPartPr>
              <p14:xfrm>
                <a:off x="8130411" y="337339"/>
                <a:ext cx="96840" cy="213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F8178C2-1FD5-B933-3461-08FC765BC53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124291" y="331219"/>
                  <a:ext cx="1090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D30D682-151B-6D42-2410-2EE0A7F24426}"/>
                    </a:ext>
                  </a:extLst>
                </p14:cNvPr>
                <p14:cNvContentPartPr/>
                <p14:nvPr/>
              </p14:nvContentPartPr>
              <p14:xfrm>
                <a:off x="9772371" y="1157059"/>
                <a:ext cx="116640" cy="257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D30D682-151B-6D42-2410-2EE0A7F2442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766251" y="1150939"/>
                  <a:ext cx="1288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B40AD76-E702-7A0B-F025-A1BC48AED4C4}"/>
                    </a:ext>
                  </a:extLst>
                </p14:cNvPr>
                <p14:cNvContentPartPr/>
                <p14:nvPr/>
              </p14:nvContentPartPr>
              <p14:xfrm>
                <a:off x="9834651" y="1175059"/>
                <a:ext cx="47160" cy="3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B40AD76-E702-7A0B-F025-A1BC48AED4C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828531" y="1168939"/>
                  <a:ext cx="594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5356BA7-77CE-37FC-91F5-E24ADD3631D8}"/>
                    </a:ext>
                  </a:extLst>
                </p14:cNvPr>
                <p14:cNvContentPartPr/>
                <p14:nvPr/>
              </p14:nvContentPartPr>
              <p14:xfrm>
                <a:off x="9927171" y="1188379"/>
                <a:ext cx="147960" cy="208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5356BA7-77CE-37FC-91F5-E24ADD3631D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921051" y="1182259"/>
                  <a:ext cx="1602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9CE05A6-E9C5-3991-D355-2F04B9C5E017}"/>
                    </a:ext>
                  </a:extLst>
                </p14:cNvPr>
                <p14:cNvContentPartPr/>
                <p14:nvPr/>
              </p14:nvContentPartPr>
              <p14:xfrm>
                <a:off x="8915931" y="2142379"/>
                <a:ext cx="120240" cy="2595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9CE05A6-E9C5-3991-D355-2F04B9C5E01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909811" y="2136259"/>
                  <a:ext cx="1324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F1545CA-1C61-103B-F734-E6D1A8F05E26}"/>
                    </a:ext>
                  </a:extLst>
                </p14:cNvPr>
                <p14:cNvContentPartPr/>
                <p14:nvPr/>
              </p14:nvContentPartPr>
              <p14:xfrm>
                <a:off x="9034731" y="2201779"/>
                <a:ext cx="162360" cy="1854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F1545CA-1C61-103B-F734-E6D1A8F05E2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028611" y="2195659"/>
                  <a:ext cx="174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C36EE96-1C78-2056-0746-C8CA24E29ECC}"/>
                    </a:ext>
                  </a:extLst>
                </p14:cNvPr>
                <p14:cNvContentPartPr/>
                <p14:nvPr/>
              </p14:nvContentPartPr>
              <p14:xfrm>
                <a:off x="7526691" y="2725579"/>
                <a:ext cx="84600" cy="2084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C36EE96-1C78-2056-0746-C8CA24E29EC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20571" y="2719459"/>
                  <a:ext cx="968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487CBC3-98D1-BED2-4056-DA43EBC53401}"/>
                    </a:ext>
                  </a:extLst>
                </p14:cNvPr>
                <p14:cNvContentPartPr/>
                <p14:nvPr/>
              </p14:nvContentPartPr>
              <p14:xfrm>
                <a:off x="7588971" y="2770579"/>
                <a:ext cx="62640" cy="36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487CBC3-98D1-BED2-4056-DA43EBC5340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82851" y="2764459"/>
                  <a:ext cx="7488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BDC702D-0971-F592-0C1E-4537AB063AB2}"/>
                    </a:ext>
                  </a:extLst>
                </p14:cNvPr>
                <p14:cNvContentPartPr/>
                <p14:nvPr/>
              </p14:nvContentPartPr>
              <p14:xfrm>
                <a:off x="7689411" y="2751499"/>
                <a:ext cx="146520" cy="2041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BDC702D-0971-F592-0C1E-4537AB063AB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83291" y="2745379"/>
                  <a:ext cx="1587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3D7EAA2-42D9-5061-AD08-345BF82EB1E2}"/>
                    </a:ext>
                  </a:extLst>
                </p14:cNvPr>
                <p14:cNvContentPartPr/>
                <p14:nvPr/>
              </p14:nvContentPartPr>
              <p14:xfrm>
                <a:off x="7853571" y="1217899"/>
                <a:ext cx="1505880" cy="20991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3D7EAA2-42D9-5061-AD08-345BF82EB1E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847451" y="1211779"/>
                  <a:ext cx="1518120" cy="21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C049F75-23F4-C553-E17E-8E31CEBA3E29}"/>
                    </a:ext>
                  </a:extLst>
                </p14:cNvPr>
                <p14:cNvContentPartPr/>
                <p14:nvPr/>
              </p14:nvContentPartPr>
              <p14:xfrm>
                <a:off x="9732051" y="1436419"/>
                <a:ext cx="1291680" cy="12178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C049F75-23F4-C553-E17E-8E31CEBA3E2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725931" y="1430299"/>
                  <a:ext cx="1303920" cy="12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A4CEF43-5479-E1FA-4377-9D7BFD2C6E88}"/>
                    </a:ext>
                  </a:extLst>
                </p14:cNvPr>
                <p14:cNvContentPartPr/>
                <p14:nvPr/>
              </p14:nvContentPartPr>
              <p14:xfrm>
                <a:off x="9983331" y="-74141"/>
                <a:ext cx="1540080" cy="18471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A4CEF43-5479-E1FA-4377-9D7BFD2C6E8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977211" y="-80261"/>
                  <a:ext cx="1552320" cy="18594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9" name="Rectangle 158">
            <a:extLst>
              <a:ext uri="{FF2B5EF4-FFF2-40B4-BE49-F238E27FC236}">
                <a16:creationId xmlns:a16="http://schemas.microsoft.com/office/drawing/2014/main" id="{134339AE-EFF1-D0E6-9103-EE9A9DB91CC1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Decision Trees</a:t>
            </a:r>
          </a:p>
        </p:txBody>
      </p:sp>
    </p:spTree>
    <p:extLst>
      <p:ext uri="{BB962C8B-B14F-4D97-AF65-F5344CB8AC3E}">
        <p14:creationId xmlns:p14="http://schemas.microsoft.com/office/powerpoint/2010/main" val="2598213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A56A22-3B43-71E0-3622-3DC9D2E0DD2C}"/>
              </a:ext>
            </a:extLst>
          </p:cNvPr>
          <p:cNvSpPr/>
          <p:nvPr/>
        </p:nvSpPr>
        <p:spPr>
          <a:xfrm>
            <a:off x="3089709" y="2824229"/>
            <a:ext cx="3493971" cy="1006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45AF36A6-1B25-6F4B-A277-01F3549AC0AE}"/>
              </a:ext>
            </a:extLst>
          </p:cNvPr>
          <p:cNvSpPr/>
          <p:nvPr/>
        </p:nvSpPr>
        <p:spPr>
          <a:xfrm>
            <a:off x="-231006" y="3070459"/>
            <a:ext cx="2417286" cy="1567346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Leaf Node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5D8EE27-FD76-2BB1-1692-57AD70B783F1}"/>
              </a:ext>
            </a:extLst>
          </p:cNvPr>
          <p:cNvSpPr/>
          <p:nvPr/>
        </p:nvSpPr>
        <p:spPr>
          <a:xfrm>
            <a:off x="3328735" y="307045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57A5C0-4DDE-70F9-809A-FC6B3D1149A7}"/>
              </a:ext>
            </a:extLst>
          </p:cNvPr>
          <p:cNvSpPr/>
          <p:nvPr/>
        </p:nvSpPr>
        <p:spPr>
          <a:xfrm>
            <a:off x="5471390" y="307045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480253E-C637-C245-E485-9AC394F1037D}"/>
              </a:ext>
            </a:extLst>
          </p:cNvPr>
          <p:cNvSpPr/>
          <p:nvPr/>
        </p:nvSpPr>
        <p:spPr>
          <a:xfrm>
            <a:off x="5173006" y="307045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E652CA6-68EF-5C0D-3230-09838920C30C}"/>
              </a:ext>
            </a:extLst>
          </p:cNvPr>
          <p:cNvSpPr/>
          <p:nvPr/>
        </p:nvSpPr>
        <p:spPr>
          <a:xfrm>
            <a:off x="3647974" y="30496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7E9C817-293F-E98D-8A2B-0F00B36B9A15}"/>
              </a:ext>
            </a:extLst>
          </p:cNvPr>
          <p:cNvSpPr/>
          <p:nvPr/>
        </p:nvSpPr>
        <p:spPr>
          <a:xfrm>
            <a:off x="4867433" y="30496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A83D092-FC24-95DE-9E7B-C2E4346D10F8}"/>
              </a:ext>
            </a:extLst>
          </p:cNvPr>
          <p:cNvSpPr/>
          <p:nvPr/>
        </p:nvSpPr>
        <p:spPr>
          <a:xfrm>
            <a:off x="3964003" y="30496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0085064-2995-70BA-62FC-14A7606F6373}"/>
              </a:ext>
            </a:extLst>
          </p:cNvPr>
          <p:cNvSpPr/>
          <p:nvPr/>
        </p:nvSpPr>
        <p:spPr>
          <a:xfrm>
            <a:off x="4562375" y="30496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77D29D2-5858-6A8A-EBBD-7B30ED56DA62}"/>
              </a:ext>
            </a:extLst>
          </p:cNvPr>
          <p:cNvSpPr/>
          <p:nvPr/>
        </p:nvSpPr>
        <p:spPr>
          <a:xfrm>
            <a:off x="4283242" y="30496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71F3F17-C4FE-8BA2-85D0-3AAC5C9F6BA0}"/>
              </a:ext>
            </a:extLst>
          </p:cNvPr>
          <p:cNvSpPr/>
          <p:nvPr/>
        </p:nvSpPr>
        <p:spPr>
          <a:xfrm>
            <a:off x="3335410" y="339611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5B7DB40-D394-44D9-F54F-FB1F348BEE06}"/>
              </a:ext>
            </a:extLst>
          </p:cNvPr>
          <p:cNvSpPr/>
          <p:nvPr/>
        </p:nvSpPr>
        <p:spPr>
          <a:xfrm>
            <a:off x="5478065" y="339611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9CE54A3-7846-6C2F-7A7C-09C03B43CD2C}"/>
              </a:ext>
            </a:extLst>
          </p:cNvPr>
          <p:cNvSpPr/>
          <p:nvPr/>
        </p:nvSpPr>
        <p:spPr>
          <a:xfrm>
            <a:off x="5179681" y="339611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C5B3BCA-A4D4-BF23-BA0C-0FE82DD59AA2}"/>
              </a:ext>
            </a:extLst>
          </p:cNvPr>
          <p:cNvSpPr/>
          <p:nvPr/>
        </p:nvSpPr>
        <p:spPr>
          <a:xfrm>
            <a:off x="3654649" y="33752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2607116-8991-2FD1-3E16-627B1FE0082F}"/>
              </a:ext>
            </a:extLst>
          </p:cNvPr>
          <p:cNvSpPr/>
          <p:nvPr/>
        </p:nvSpPr>
        <p:spPr>
          <a:xfrm>
            <a:off x="4874108" y="33752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A4BA05A-9CE1-3DF6-F52B-CF23A06076E7}"/>
              </a:ext>
            </a:extLst>
          </p:cNvPr>
          <p:cNvSpPr/>
          <p:nvPr/>
        </p:nvSpPr>
        <p:spPr>
          <a:xfrm>
            <a:off x="3970678" y="33752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DD1EDF7-B869-CDF6-A044-B024B435EDC8}"/>
              </a:ext>
            </a:extLst>
          </p:cNvPr>
          <p:cNvSpPr/>
          <p:nvPr/>
        </p:nvSpPr>
        <p:spPr>
          <a:xfrm>
            <a:off x="4569050" y="33752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92C935F-8E48-71D1-C518-DDBDB366E438}"/>
              </a:ext>
            </a:extLst>
          </p:cNvPr>
          <p:cNvSpPr/>
          <p:nvPr/>
        </p:nvSpPr>
        <p:spPr>
          <a:xfrm>
            <a:off x="4289917" y="33752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3D744CD-88E9-D635-5187-AA5F6EED9BB5}"/>
              </a:ext>
            </a:extLst>
          </p:cNvPr>
          <p:cNvSpPr/>
          <p:nvPr/>
        </p:nvSpPr>
        <p:spPr>
          <a:xfrm>
            <a:off x="7513550" y="2824229"/>
            <a:ext cx="3493971" cy="1006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ABB99EF-C24A-8BEE-8782-BFF01C6A3D67}"/>
              </a:ext>
            </a:extLst>
          </p:cNvPr>
          <p:cNvSpPr/>
          <p:nvPr/>
        </p:nvSpPr>
        <p:spPr>
          <a:xfrm>
            <a:off x="7752576" y="307045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F331D46-E3A7-BBFD-1D95-3D1AA74556AA}"/>
              </a:ext>
            </a:extLst>
          </p:cNvPr>
          <p:cNvSpPr/>
          <p:nvPr/>
        </p:nvSpPr>
        <p:spPr>
          <a:xfrm>
            <a:off x="9895231" y="307045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09E7B70-08AD-108D-6EB1-4790A7051182}"/>
              </a:ext>
            </a:extLst>
          </p:cNvPr>
          <p:cNvSpPr/>
          <p:nvPr/>
        </p:nvSpPr>
        <p:spPr>
          <a:xfrm>
            <a:off x="9596847" y="307045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0410877-D341-449B-05E7-FBEDEA786099}"/>
              </a:ext>
            </a:extLst>
          </p:cNvPr>
          <p:cNvSpPr/>
          <p:nvPr/>
        </p:nvSpPr>
        <p:spPr>
          <a:xfrm>
            <a:off x="8071815" y="30496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C308601-2C7E-189D-F5D7-8CF1CA778E79}"/>
              </a:ext>
            </a:extLst>
          </p:cNvPr>
          <p:cNvSpPr/>
          <p:nvPr/>
        </p:nvSpPr>
        <p:spPr>
          <a:xfrm>
            <a:off x="9291274" y="30496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ABFE985-0AA8-04C9-DAFF-E86118AA7664}"/>
              </a:ext>
            </a:extLst>
          </p:cNvPr>
          <p:cNvSpPr/>
          <p:nvPr/>
        </p:nvSpPr>
        <p:spPr>
          <a:xfrm>
            <a:off x="8387844" y="30496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6860259-F571-E157-1A98-AF38A00A4F49}"/>
              </a:ext>
            </a:extLst>
          </p:cNvPr>
          <p:cNvSpPr/>
          <p:nvPr/>
        </p:nvSpPr>
        <p:spPr>
          <a:xfrm>
            <a:off x="8986216" y="30496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6AC6FF9-93A6-C6F1-95A6-BC0A1CDD074B}"/>
              </a:ext>
            </a:extLst>
          </p:cNvPr>
          <p:cNvSpPr/>
          <p:nvPr/>
        </p:nvSpPr>
        <p:spPr>
          <a:xfrm>
            <a:off x="8707083" y="30496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1202FA9-88BA-5ABB-3C7E-18A82CA69645}"/>
              </a:ext>
            </a:extLst>
          </p:cNvPr>
          <p:cNvSpPr/>
          <p:nvPr/>
        </p:nvSpPr>
        <p:spPr>
          <a:xfrm>
            <a:off x="7759251" y="3396115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5A64F20-6228-5589-4D6D-8615B2E2456E}"/>
              </a:ext>
            </a:extLst>
          </p:cNvPr>
          <p:cNvSpPr/>
          <p:nvPr/>
        </p:nvSpPr>
        <p:spPr>
          <a:xfrm>
            <a:off x="9901906" y="3396115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272C57A-9553-2A3E-D05A-299649E323C4}"/>
              </a:ext>
            </a:extLst>
          </p:cNvPr>
          <p:cNvSpPr/>
          <p:nvPr/>
        </p:nvSpPr>
        <p:spPr>
          <a:xfrm>
            <a:off x="9603522" y="3396115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1A2BCBB-C80A-B1D4-B855-E16F7F5E1462}"/>
              </a:ext>
            </a:extLst>
          </p:cNvPr>
          <p:cNvSpPr/>
          <p:nvPr/>
        </p:nvSpPr>
        <p:spPr>
          <a:xfrm>
            <a:off x="8078490" y="33752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53349E7-6ADC-C453-5FD5-6FEC417EF1FF}"/>
              </a:ext>
            </a:extLst>
          </p:cNvPr>
          <p:cNvSpPr/>
          <p:nvPr/>
        </p:nvSpPr>
        <p:spPr>
          <a:xfrm>
            <a:off x="9297949" y="33752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07F9B0C-525A-6301-211B-135FD5C7E697}"/>
              </a:ext>
            </a:extLst>
          </p:cNvPr>
          <p:cNvSpPr/>
          <p:nvPr/>
        </p:nvSpPr>
        <p:spPr>
          <a:xfrm>
            <a:off x="8394519" y="33752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67A0E9B-933D-7BB4-8111-43660A6F67CF}"/>
              </a:ext>
            </a:extLst>
          </p:cNvPr>
          <p:cNvSpPr/>
          <p:nvPr/>
        </p:nvSpPr>
        <p:spPr>
          <a:xfrm>
            <a:off x="8992891" y="33752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AC63F57-68C1-6F0E-4E36-C0FF19A64AE4}"/>
              </a:ext>
            </a:extLst>
          </p:cNvPr>
          <p:cNvSpPr/>
          <p:nvPr/>
        </p:nvSpPr>
        <p:spPr>
          <a:xfrm>
            <a:off x="8713758" y="33752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C784CDA8-7EB0-A4E4-55C6-6812F298892E}"/>
              </a:ext>
            </a:extLst>
          </p:cNvPr>
          <p:cNvSpPr/>
          <p:nvPr/>
        </p:nvSpPr>
        <p:spPr>
          <a:xfrm>
            <a:off x="6127513" y="307170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1081EDA-F29F-6035-976B-E0BD074386CA}"/>
              </a:ext>
            </a:extLst>
          </p:cNvPr>
          <p:cNvSpPr/>
          <p:nvPr/>
        </p:nvSpPr>
        <p:spPr>
          <a:xfrm>
            <a:off x="5829129" y="307170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51797D1-D518-1273-C24B-9220617F39A2}"/>
              </a:ext>
            </a:extLst>
          </p:cNvPr>
          <p:cNvSpPr/>
          <p:nvPr/>
        </p:nvSpPr>
        <p:spPr>
          <a:xfrm>
            <a:off x="6134188" y="339735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AB9926B-C78F-F911-3349-659B165C1C38}"/>
              </a:ext>
            </a:extLst>
          </p:cNvPr>
          <p:cNvSpPr/>
          <p:nvPr/>
        </p:nvSpPr>
        <p:spPr>
          <a:xfrm>
            <a:off x="5835804" y="339735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CC333D5-6B8A-0EE1-5F1A-863506E71826}"/>
              </a:ext>
            </a:extLst>
          </p:cNvPr>
          <p:cNvSpPr/>
          <p:nvPr/>
        </p:nvSpPr>
        <p:spPr>
          <a:xfrm>
            <a:off x="5146566" y="483686"/>
            <a:ext cx="3493971" cy="16627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BC1FC54-0F16-6BA0-05E0-4C66ECA3F44E}"/>
              </a:ext>
            </a:extLst>
          </p:cNvPr>
          <p:cNvSpPr/>
          <p:nvPr/>
        </p:nvSpPr>
        <p:spPr>
          <a:xfrm>
            <a:off x="5385592" y="729916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9A98BEC8-1DE5-5772-262C-3E6F49450D50}"/>
              </a:ext>
            </a:extLst>
          </p:cNvPr>
          <p:cNvSpPr/>
          <p:nvPr/>
        </p:nvSpPr>
        <p:spPr>
          <a:xfrm>
            <a:off x="7528247" y="729916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4E26FD6-47E5-67B3-741D-6B0494D0933C}"/>
              </a:ext>
            </a:extLst>
          </p:cNvPr>
          <p:cNvSpPr/>
          <p:nvPr/>
        </p:nvSpPr>
        <p:spPr>
          <a:xfrm>
            <a:off x="7229863" y="729916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2CB0388-C2A2-1224-9667-F2D8F8485745}"/>
              </a:ext>
            </a:extLst>
          </p:cNvPr>
          <p:cNvSpPr/>
          <p:nvPr/>
        </p:nvSpPr>
        <p:spPr>
          <a:xfrm>
            <a:off x="5704831" y="7090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7C67D5-CEE9-B0EF-A8EB-B06C25A0D8FC}"/>
              </a:ext>
            </a:extLst>
          </p:cNvPr>
          <p:cNvSpPr/>
          <p:nvPr/>
        </p:nvSpPr>
        <p:spPr>
          <a:xfrm>
            <a:off x="6924290" y="7090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66DBB68-903B-EC40-D454-D6DF3E43CC87}"/>
              </a:ext>
            </a:extLst>
          </p:cNvPr>
          <p:cNvSpPr/>
          <p:nvPr/>
        </p:nvSpPr>
        <p:spPr>
          <a:xfrm>
            <a:off x="6020860" y="7090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D49B45A1-5297-8803-2C0E-BA8CDC3F16B2}"/>
              </a:ext>
            </a:extLst>
          </p:cNvPr>
          <p:cNvSpPr/>
          <p:nvPr/>
        </p:nvSpPr>
        <p:spPr>
          <a:xfrm>
            <a:off x="6619232" y="7090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18448B16-8BBA-96A6-B5A1-440C66228228}"/>
              </a:ext>
            </a:extLst>
          </p:cNvPr>
          <p:cNvSpPr/>
          <p:nvPr/>
        </p:nvSpPr>
        <p:spPr>
          <a:xfrm>
            <a:off x="6340099" y="7090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0EE76DE-0AA9-2741-78D3-737B06964A86}"/>
              </a:ext>
            </a:extLst>
          </p:cNvPr>
          <p:cNvSpPr/>
          <p:nvPr/>
        </p:nvSpPr>
        <p:spPr>
          <a:xfrm>
            <a:off x="5392267" y="105557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98EBC33D-DF33-4670-DAC0-45F94ECFE098}"/>
              </a:ext>
            </a:extLst>
          </p:cNvPr>
          <p:cNvSpPr/>
          <p:nvPr/>
        </p:nvSpPr>
        <p:spPr>
          <a:xfrm>
            <a:off x="7534922" y="105557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E1079EA-D8A8-C27C-1080-5EA03D3754C9}"/>
              </a:ext>
            </a:extLst>
          </p:cNvPr>
          <p:cNvSpPr/>
          <p:nvPr/>
        </p:nvSpPr>
        <p:spPr>
          <a:xfrm>
            <a:off x="7236538" y="105557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007EAAF7-EF3E-4237-4CA8-678746E28880}"/>
              </a:ext>
            </a:extLst>
          </p:cNvPr>
          <p:cNvSpPr/>
          <p:nvPr/>
        </p:nvSpPr>
        <p:spPr>
          <a:xfrm>
            <a:off x="5711506" y="103471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EF31082-00B3-CFF6-73D7-9528BF2A6FB3}"/>
              </a:ext>
            </a:extLst>
          </p:cNvPr>
          <p:cNvSpPr/>
          <p:nvPr/>
        </p:nvSpPr>
        <p:spPr>
          <a:xfrm>
            <a:off x="6930965" y="103471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151E38A-789B-3664-C26F-B63E259F5643}"/>
              </a:ext>
            </a:extLst>
          </p:cNvPr>
          <p:cNvSpPr/>
          <p:nvPr/>
        </p:nvSpPr>
        <p:spPr>
          <a:xfrm>
            <a:off x="6027535" y="103471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3911FB6-120E-A53B-3950-EA67347EE97D}"/>
              </a:ext>
            </a:extLst>
          </p:cNvPr>
          <p:cNvSpPr/>
          <p:nvPr/>
        </p:nvSpPr>
        <p:spPr>
          <a:xfrm>
            <a:off x="6625907" y="103471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EF9C4425-1854-DD19-A1E6-8442870EBFBB}"/>
              </a:ext>
            </a:extLst>
          </p:cNvPr>
          <p:cNvSpPr/>
          <p:nvPr/>
        </p:nvSpPr>
        <p:spPr>
          <a:xfrm>
            <a:off x="6346774" y="103471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D6DDB87-C75B-447C-A9D7-69784A59FC44}"/>
              </a:ext>
            </a:extLst>
          </p:cNvPr>
          <p:cNvSpPr/>
          <p:nvPr/>
        </p:nvSpPr>
        <p:spPr>
          <a:xfrm>
            <a:off x="8152544" y="72991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B89C545-1B01-7888-C95C-477EC103C0B8}"/>
              </a:ext>
            </a:extLst>
          </p:cNvPr>
          <p:cNvSpPr/>
          <p:nvPr/>
        </p:nvSpPr>
        <p:spPr>
          <a:xfrm>
            <a:off x="7854160" y="72991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EDCAAA9-B266-6038-DD1A-E38D43E27B7B}"/>
              </a:ext>
            </a:extLst>
          </p:cNvPr>
          <p:cNvSpPr/>
          <p:nvPr/>
        </p:nvSpPr>
        <p:spPr>
          <a:xfrm>
            <a:off x="8159219" y="105557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D8416D8-8ECB-72E3-8452-8491B30CE9AC}"/>
              </a:ext>
            </a:extLst>
          </p:cNvPr>
          <p:cNvSpPr/>
          <p:nvPr/>
        </p:nvSpPr>
        <p:spPr>
          <a:xfrm>
            <a:off x="7860835" y="105557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85849C9-1DFC-A9BB-7C25-6135A9C71B43}"/>
              </a:ext>
            </a:extLst>
          </p:cNvPr>
          <p:cNvSpPr/>
          <p:nvPr/>
        </p:nvSpPr>
        <p:spPr>
          <a:xfrm>
            <a:off x="5405303" y="1369601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C5966D35-F7B5-EBC2-CCFA-98FED1F2971D}"/>
              </a:ext>
            </a:extLst>
          </p:cNvPr>
          <p:cNvSpPr/>
          <p:nvPr/>
        </p:nvSpPr>
        <p:spPr>
          <a:xfrm>
            <a:off x="7547958" y="1369601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1DBAAA1D-6A94-70ED-C1EA-9EE287E4BA02}"/>
              </a:ext>
            </a:extLst>
          </p:cNvPr>
          <p:cNvSpPr/>
          <p:nvPr/>
        </p:nvSpPr>
        <p:spPr>
          <a:xfrm>
            <a:off x="7249574" y="1369601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31DE5B6-353A-3694-F555-5DEE08FD5DCA}"/>
              </a:ext>
            </a:extLst>
          </p:cNvPr>
          <p:cNvSpPr/>
          <p:nvPr/>
        </p:nvSpPr>
        <p:spPr>
          <a:xfrm>
            <a:off x="5724542" y="13487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98CA2FF2-3F02-B132-4B05-E05EFC3FE894}"/>
              </a:ext>
            </a:extLst>
          </p:cNvPr>
          <p:cNvSpPr/>
          <p:nvPr/>
        </p:nvSpPr>
        <p:spPr>
          <a:xfrm>
            <a:off x="6944001" y="13487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D80F332-87CA-809F-5555-463E466F1ECF}"/>
              </a:ext>
            </a:extLst>
          </p:cNvPr>
          <p:cNvSpPr/>
          <p:nvPr/>
        </p:nvSpPr>
        <p:spPr>
          <a:xfrm>
            <a:off x="6040571" y="13487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B913898-6EDA-7B0B-6F62-5EB3297974EA}"/>
              </a:ext>
            </a:extLst>
          </p:cNvPr>
          <p:cNvSpPr/>
          <p:nvPr/>
        </p:nvSpPr>
        <p:spPr>
          <a:xfrm>
            <a:off x="6638943" y="13487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6DAD963A-95BE-4EE7-DC8B-755EC3BD1D02}"/>
              </a:ext>
            </a:extLst>
          </p:cNvPr>
          <p:cNvSpPr/>
          <p:nvPr/>
        </p:nvSpPr>
        <p:spPr>
          <a:xfrm>
            <a:off x="6359810" y="13487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B3D7D6C-310A-7C91-7EFC-EE2EE5EECB69}"/>
              </a:ext>
            </a:extLst>
          </p:cNvPr>
          <p:cNvSpPr/>
          <p:nvPr/>
        </p:nvSpPr>
        <p:spPr>
          <a:xfrm>
            <a:off x="5411978" y="1695257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E4E14FBC-857F-58CE-7703-5A468F79622A}"/>
              </a:ext>
            </a:extLst>
          </p:cNvPr>
          <p:cNvSpPr/>
          <p:nvPr/>
        </p:nvSpPr>
        <p:spPr>
          <a:xfrm>
            <a:off x="7554633" y="1695257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6828B3B0-DBDA-E78D-D8FF-0AD4F741A3CE}"/>
              </a:ext>
            </a:extLst>
          </p:cNvPr>
          <p:cNvSpPr/>
          <p:nvPr/>
        </p:nvSpPr>
        <p:spPr>
          <a:xfrm>
            <a:off x="7256249" y="1695257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B1A828C-279C-8558-EA7D-7F0988C382EE}"/>
              </a:ext>
            </a:extLst>
          </p:cNvPr>
          <p:cNvSpPr/>
          <p:nvPr/>
        </p:nvSpPr>
        <p:spPr>
          <a:xfrm>
            <a:off x="5731217" y="167440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E88919D-8E4F-A11A-82D5-82299315AC0B}"/>
              </a:ext>
            </a:extLst>
          </p:cNvPr>
          <p:cNvSpPr/>
          <p:nvPr/>
        </p:nvSpPr>
        <p:spPr>
          <a:xfrm>
            <a:off x="6950676" y="167440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D0CB036-DE7E-6C7D-9C7A-63E19BA69FC2}"/>
              </a:ext>
            </a:extLst>
          </p:cNvPr>
          <p:cNvSpPr/>
          <p:nvPr/>
        </p:nvSpPr>
        <p:spPr>
          <a:xfrm>
            <a:off x="6047246" y="167440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F2AF21D4-51FC-9D48-D4B3-3C67873CF699}"/>
              </a:ext>
            </a:extLst>
          </p:cNvPr>
          <p:cNvSpPr/>
          <p:nvPr/>
        </p:nvSpPr>
        <p:spPr>
          <a:xfrm>
            <a:off x="6645618" y="167440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60C80C8-6CCD-28A3-357E-BDCEE34774D4}"/>
              </a:ext>
            </a:extLst>
          </p:cNvPr>
          <p:cNvSpPr/>
          <p:nvPr/>
        </p:nvSpPr>
        <p:spPr>
          <a:xfrm>
            <a:off x="6366485" y="167440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E6B24969-D11C-956A-FEDD-BDA4A1AEB927}"/>
              </a:ext>
            </a:extLst>
          </p:cNvPr>
          <p:cNvSpPr/>
          <p:nvPr/>
        </p:nvSpPr>
        <p:spPr>
          <a:xfrm>
            <a:off x="8172255" y="136960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40B362CE-9078-DE93-18D0-C4562EE92AB4}"/>
              </a:ext>
            </a:extLst>
          </p:cNvPr>
          <p:cNvSpPr/>
          <p:nvPr/>
        </p:nvSpPr>
        <p:spPr>
          <a:xfrm>
            <a:off x="7873871" y="136960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24BC315A-51AF-B267-430A-3F786E5AE3DB}"/>
              </a:ext>
            </a:extLst>
          </p:cNvPr>
          <p:cNvSpPr/>
          <p:nvPr/>
        </p:nvSpPr>
        <p:spPr>
          <a:xfrm>
            <a:off x="8178930" y="169525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6A2B89B3-7676-C471-A08F-C2D297FD79A2}"/>
              </a:ext>
            </a:extLst>
          </p:cNvPr>
          <p:cNvSpPr/>
          <p:nvPr/>
        </p:nvSpPr>
        <p:spPr>
          <a:xfrm>
            <a:off x="7880546" y="169525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FBB5200-ACFA-3E96-34BB-B353F6413300}"/>
              </a:ext>
            </a:extLst>
          </p:cNvPr>
          <p:cNvCxnSpPr>
            <a:cxnSpLocks/>
            <a:stCxn id="47" idx="2"/>
            <a:endCxn id="4" idx="0"/>
          </p:cNvCxnSpPr>
          <p:nvPr/>
        </p:nvCxnSpPr>
        <p:spPr>
          <a:xfrm flipH="1">
            <a:off x="4836695" y="2146434"/>
            <a:ext cx="2056857" cy="6777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8429C89-FFD5-DF67-C878-E283D6200AD2}"/>
              </a:ext>
            </a:extLst>
          </p:cNvPr>
          <p:cNvCxnSpPr>
            <a:cxnSpLocks/>
            <a:stCxn id="47" idx="2"/>
            <a:endCxn id="26" idx="0"/>
          </p:cNvCxnSpPr>
          <p:nvPr/>
        </p:nvCxnSpPr>
        <p:spPr>
          <a:xfrm>
            <a:off x="6893552" y="2146434"/>
            <a:ext cx="2366984" cy="6777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36418CF-97A6-463D-D919-7E7F45536258}"/>
              </a:ext>
            </a:extLst>
          </p:cNvPr>
          <p:cNvSpPr/>
          <p:nvPr/>
        </p:nvSpPr>
        <p:spPr>
          <a:xfrm rot="5634502">
            <a:off x="10659094" y="304490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23F3650-7947-6AC5-A3CB-5471ABF4B491}"/>
              </a:ext>
            </a:extLst>
          </p:cNvPr>
          <p:cNvSpPr/>
          <p:nvPr/>
        </p:nvSpPr>
        <p:spPr>
          <a:xfrm rot="5634502">
            <a:off x="10360710" y="304490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164C5AD-292E-E627-E31C-C1A4D3A865B3}"/>
              </a:ext>
            </a:extLst>
          </p:cNvPr>
          <p:cNvSpPr/>
          <p:nvPr/>
        </p:nvSpPr>
        <p:spPr>
          <a:xfrm rot="5634502">
            <a:off x="10665769" y="337055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22CE5F7-893D-088C-44A0-ECBF715A2273}"/>
              </a:ext>
            </a:extLst>
          </p:cNvPr>
          <p:cNvSpPr/>
          <p:nvPr/>
        </p:nvSpPr>
        <p:spPr>
          <a:xfrm rot="5634502">
            <a:off x="10367385" y="337055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16822CB-04EF-5D65-E254-9B0DCC7F298D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Decision Trees - Purity</a:t>
            </a:r>
          </a:p>
        </p:txBody>
      </p:sp>
    </p:spTree>
    <p:extLst>
      <p:ext uri="{BB962C8B-B14F-4D97-AF65-F5344CB8AC3E}">
        <p14:creationId xmlns:p14="http://schemas.microsoft.com/office/powerpoint/2010/main" val="3099870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7798</TotalTime>
  <Words>700</Words>
  <Application>Microsoft Macintosh PowerPoint</Application>
  <PresentationFormat>Widescreen</PresentationFormat>
  <Paragraphs>285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Defintions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Decision Trees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Amir Charkhi</dc:creator>
  <cp:lastModifiedBy>Amir Charkhi</cp:lastModifiedBy>
  <cp:revision>10</cp:revision>
  <dcterms:created xsi:type="dcterms:W3CDTF">2025-10-30T08:35:37Z</dcterms:created>
  <dcterms:modified xsi:type="dcterms:W3CDTF">2025-11-14T01:25:44Z</dcterms:modified>
</cp:coreProperties>
</file>