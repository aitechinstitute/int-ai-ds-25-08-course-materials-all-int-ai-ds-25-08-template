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0"/>
    <p:restoredTop sz="94750"/>
  </p:normalViewPr>
  <p:slideViewPr>
    <p:cSldViewPr snapToGrid="0">
      <p:cViewPr>
        <p:scale>
          <a:sx n="131" d="100"/>
          <a:sy n="131" d="100"/>
        </p:scale>
        <p:origin x="157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0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24575,'10'0'0,"-1"0"0,1 0 0,-1 0 0,1 0 0,-1 0 0,1 0 0,-1 0 0,15 0 0,-11 0 0,11 0 0,-14 0 0,3 0 0,2 0 0,4 0 0,0 4 0,10-3 0,24 3 0,33 6 0,-29-9 0,1 0-518,-3 9 1,2 0 517,8-8 0,1-1 0,1 3 0,1 1-1385,2 2 0,1-2 1385,7-4 0,0 1 0,-2 11 0,5 0 0,-3-10 0,6-4 0,-4 2 0,11 6 0,0 0 0,-6-2 0,5 0 0,-6-2 0,-2-1 0,-3 0 0,12 5 0,1-1 0,-1-5 0,0-2 0,0 1 0,1 0 0,-1 0 0,0 0 0,0 0 0,1 0 0,-25 0 0,1 0 0,0 0 0,26 0 0,0 0 0,-26 0 0,0 0 0,-1 0 0,15 0 0,-3 0-583,1 0 0,-3 0 583,-10 0 0,1 0 0,21 0 0,-3 0 0,-33 0 0,-2 0 0,25 0 0,-8 0 0,-21 0 0,37 0 0,-37 0 825,16 0-825,-22 0 2713,1 0-2713,0 0 1433,0 0-1433,0 0 0,-10-4 0,-7 3 0,-12-3 0,-3 4 0,-1 0 0,1 0 0,-5 8 0,-1 13 0,-4 73 0,6-36 0,2 4-559,-1 26 1,3 6 558,-1-25 0,2 1 0,0-5-849,1-2 1,-1-1 848,4 31 0,0 2 0,-3-24 0,0-2-1089,2 13 1,1 3 1088,0-12 0,2 2 0,-2-4 0,0 3 0,1-2 0,7 20 0,-2-7-146,-6-1 146,2-3 0,0 0 0,1 13 0,-2-29 0,-1 3 0,-8-3 0,-1-5 0,10 14 885,-9 0-885,4-15 0,3-11 0,-5-1 0,2 16 0,-5-21 1558,-6 0-1558,4-10 0,-3 46 0,4 6 410,1-19 1,0 3-411,-5-10 0,1-1 0,10 10 0,0-4 151,-9 0-151,9 18 0,-2-28 0,-8 35 0,8-15-361,-5-21 1,0 1 360,-3 36 0,14-16 0,-14 0 0,16 8 0,-15-39 814,7 11 1,2-1-815,-5-16 0,13 45 27,-13-54-27,7 23 0,-13-21 0,8-7 787,-8 7-787,3-10 0,0-4 0,-3 11 0,3-13 0,-4 13 0,0 20 0,0-19 0,0 23 0,0 0 0,0-23 0,0 19 0,0-33 0,0-3 0,0-1 0,0 1 0,0-1 0,-8 1 0,1-5 0,-6 4 0,3-8 0,-4 7 0,-11-7 0,-28 13 0,6-11 0,-12 2 0,-7-1-205,5-3 1,2-2 204,5 1 0,-2 0-975,-38 0 1,3 0 974,-4 0-886,10 0 1,-16 0 0,6 0 885,4 0 0,-1 0 0,21 0 0,-7 0 0,-2 0 0,2 0 0,-22 0 0,0 0 0,3 0 0,12 1 0,2-1 0,1-1 0,-2-1 0,1-2 0,5 1 0,-11 1 0,5 1 0,3-3 0,1-2-709,-4 0 0,1 0 709,2 5 0,5-1-233,19-4 1,5 0 232,-37 6 0,31 0 0,-23 0 0,23 0 0,0 0 1460,-2 0-1460,7 0 2583,16 4-2583,-13-3 1779,31 4-1779,0-5 1075,-1 0-1075,1 4 0,4-3 0,-13 3 0,11 0 0,-12-3 0,-1 4 0,-22 4 0,15-6 0,-24 7 0,40-10 0,-9 0 0,11 4 0,-10-3 0,-24 3 0,6-4 0,-37 0 0,-4 0 0,25 0 0,9 0 0,6 0 0,21 0 0,-22 0 0,-4 0 0,-10 0 0,8 0 0,0 0 0,-13 0 0,5 0 0,31 0 0,3 0 0,10 0 0,4 0 0,6-4 0,4-1 0,5-5 0,0 0 0,4 1 0,4-15 0,-3 6 0,2-21 0,6-55 0,-9-6-2061,2 16 0,1-9 2061,-5 26 0,-2-1 0,-2 0 0,-4-30 0,-2 3-890,5 13 0,-3 2 890,-7-5 0,-3 3 0,5 22 0,-1 0 0,-2-19 0,-1-4 0,0-7 0,0 3 0,2 27 0,1 0 0,-3-29 0,0 6 0,-5 4 0,6-3 0,0-3 0,3 36 0,0-1 0,-4-39 0,0 1 0,4 37 0,0 2-143,-2-24 0,-1 0 143,-7-21 0,6 0 0,-2 21 0,4-8 0,-4 18 0,3-16 0,-6-2 0,17 54 0,-13-23 0,-2-2 0,12 20 0,-22-39 3602,17 21-3602,0 23 2185,-10-54-2185,14 54 401,-3-19-401,10 28 0,-9-28 0,6 19 0,-7-23 0,10-21 0,0 29 0,0-31 0,0 43 0,0-59 0,0 52 0,0-52 0,-12 18 0,9 39 0,-9-39 0,12 51 0,0 6 0,0-4 0,0-28 0,0 23 0,0-26 0,0 24 0,0 3 0,0-7 0,0 10 0,0 4 0,0-3 0,0 3 0,0-4 0,4 4 0,-3-7 0,4 10 0,-5-10 0,0 11 0,0-3 0,4 0 0,-3 4 0,3-4 0,-4 0 0,0 3 0,0 2 0,0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1.7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24575,'0'3'0,"0"-1"0,0 68 0,0-11 0,0 15 0,10 6 0,-3-57 0,13 58 0,-3-23 0,1 9 0,0-4 0,-10-35 0,8 31 0,-10-37 0,10 28 0,-3-26 0,-6-9 0,5 3 0,-11-8 0,8-5 0,-4-1 0,5-4 0,-1 0 0,1 0 0,-1 0 0,1-8 0,-1 2 0,1-8 0,15-31 0,-16-9 0,10-14 0,-9-16 0,-7-4 0,7 25 0,-10-8 0,-7 41 0,6 13 0,-10-11 0,6 17 0,0-3 0,0 5 0,5 12 0,0 3 0,5 13 0,-4 0 0,9 10 0,-4-7 0,21 38 0,2-2 0,0-1 0,-4-11 0,-20-28 0,3-7 0,-7 3 0,8-9 0,-8 3 0,7-7 0,-7 8 0,8-8 0,-4 3 0,5-4 0,-1 0 0,1 0 0,-1 0 0,1 0 0,-5-4 0,3 3 0,-2-8 0,-1 4 0,5-19 0,-4 11 0,1-11 0,2 14 0,-8 0 0,3 1 0,0-5 0,-3 3 0,4-3 0,-1-4 0,-3 7 0,3-7 0,-4 8 0,-6-14 0,4 11 0,-8-16 0,0 15 0,0-1 0,-9-3 0,9 7 0,0-3 0,2 9 0,2-4 0,-3 4 0,-1 0 0,5-4 0,-4 4 0,4-1 0,-5-2 0,1 2 0,-1 1 0,5 1 0,1 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2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0 140 24575,'10'0'0,"-1"0"0,1 0 0,-1 0 0,1 0 0,-1 0 0,1 0 0,-1 0 0,1 0 0,-1 0 0,5 0 0,-4 0 0,4-5 0,10-2 0,-11 1 0,11-4 0,-10 5 0,-4-5 0,0 0 0,-6 1 0,-8-1 0,-2 1 0,-3-1 0,-1 0 0,1 1 0,-1 3 0,-4-2 0,3 7 0,-7-4 0,3 1 0,1 3 0,0-3 0,4 4 0,5 4 0,0 6 0,5 0 0,0 4 0,9 0 0,-1 11 0,6-4 0,-2 4 0,-3-7 0,1-3 0,-1 4 0,1-4 0,-1-2 0,1-3 0,-5-1 0,4-3 0,-8 2 0,7-7 0,-3 3 0,5-4 0,-1 0 0,1 0 0,-1 0 0,1 0 0,-1 0 0,1 0 0,-1 0 0,1 0 0,-1 0 0,1 0 0,-1 0 0,1 0 0,-1 0 0,1 0 0,-5 0 0,-1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4.1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39 13300,'0'-9'0,"0"-1"4525,0 0-4525,-5 5 1958,-4 1-1958,-2 4 1081,-3 0-1081,4 0 3711,5 4-3711,1 1 0,0 1 0,3 2 0,-4-3 0,5 5 0,0-1 0,0 1 0,0-1 0,0 5 0,0-3 0,0 2 0,0-3 0,0-1 0,4 1 0,-2-1 0,6-3 0,-7 2 0,8-3 0,-4 1 0,0 2 0,8-3 0,-7 5 0,8-1 0,-5-3 0,1-2 0,-5 0 0,4-3 0,-8-15 0,3 5 0,-4-15 0,0 14 0,4 5 0,-3-4 0,8 8 0,-8-7 0,7 2 0,-3 1 0,5 1 0,-1 8 0,1-3 0,-5 7 0,4-2 0,-4 3 0,4 1 0,5 4 0,-3-4 0,2 4 0,-3-5 0,-1-3 0,-3-2 0,-2-4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4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24575,'0'29'0,"0"24"0,10 15 0,-8 21 0,8-1 0,-10-20 0,0-15 0,6-14 0,-4-17 0,8 7 0,-9-10 0,4 0 0,-1-4 0,-3-2 0,3-7 0,-4-2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5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24575,'37'0'0,"-17"0"0,22 0 0,-13 7 0,-7-6 0,3 5 0,-7-6 0,-7 0 0,2 0 0,-3 0 0,-5 0 0,-1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6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24575,'0'14'0,"6"19"0,8 42 0,-5-24 0,9 30 0,-4-8 0,-5-20 0,3-2 0,-2 2 0,-8 15 0,12-10 0,-12-8 0,2-21 0,-4-12 0,4 11 0,-3-13 0,3 4 0,-4-4 0,0-1 0,0-5 0,5 1 0,-4-1 0,3 1 0,-4-1 0,4-4 0,-3-5 0,23-40 0,-19 7 0,19-20 0,-23-7 0,13 2 0,-7 0 0,4 8 0,-7 35 0,0 1 0,1 13 0,1 2 0,4 23 0,4 4 0,-1-1 0,1 1 0,3-3 0,-8 7 0,9 0 0,-7-3 0,1 0 0,-6-12 0,0 7 0,-2-14 0,-3-1 0,8-3 0,-8-2 0,3-4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7.2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24575,'9'0'0,"1"0"0,-1 0 0,1 0 0,-1 0 0,1 0 0,0 0 0,-1-4 0,1 3 0,-5-8 0,3 8 0,2-7 0,-4 2 0,7-8 0,-12 4 0,3-4 0,-4 4 0,0 1 0,0-1 0,0 1 0,0-1 0,-4 5 0,3-4 0,-8 8 0,4-3 0,-5 4 0,1 4 0,3 1 0,2 9 0,4-4 0,0 8 0,0-3 0,0 4 0,4 0 0,3 10 0,3-7 0,2 7 0,-3-10 0,9 10 0,-6-7 0,5 7 0,-7-10 0,-1 0 0,1-4 0,-1-1 0,1-5 0,-1 1 0,1-5 0,-1 3 0,1-7 0,-1 4 0,5-1 0,-3-3 0,7 3 0,-4-4 0,1 0 0,3 4 0,-7-3 0,2 4 0,-7-5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47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19034,'5'-4'0,"0"43"2552,-5-30-2552,6 55 0,2 15 0,-4-10 22,3-10 0,0 2-22,0-7 0,-2-6 0,-2-6 309,8 10 1,0 1-310,-8-6 1490,7 15-1490,-10-30 0,4-7 0,-3-11 752,3-5-752,-4-8 84,0-16-84,0-34 0,0 12 0,0-17 0,0 34 0,6-14 0,0 12 0,5-3 0,-1 7 0,4 8 0,-4-8 0,4 7 0,-5-3 0,1 9 0,-1 1 0,-3-1 0,-2 4 0,-4-3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51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1 430 24575,'9'0'0,"1"0"0,-1 5 0,1-4 0,4 3 0,-4-4 0,4 0 0,-5 0 0,5 0 0,1 0 0,4 0 0,10 0 0,24 0 0,15 0 0,-13-6 0,-1 0 0,9 3 0,17-9 0,2 0 0,-9 9-247,-9-7 0,0 1 247,20 8 0,-16-5 0,-11 1 0,-7 6 0,2-3 0,32-14 0,-18 9 0,4-1-765,-2-6 0,-1 1 765,-9 5 0,-1 1 0,11-6 0,-6 1 0,1 9 0,18-15 0,-59 17 0,17-6 457,-17 7-457,7 0 0,-14 0 1567,-2 0-1567,-3 0 0,4 0 0,0 0 0,5 0 0,-4 0 0,13 0 0,-6 0 0,8 0 0,3 0 0,-15 0 0,10 0 0,-18 0 0,8 0 0,-7 0 0,3 0 0,-5 0 0,1 0 0,-13-4 0,-4 3 0,-22-9 0,-3 2 0,0 0 0,3-3 0,10 6 0,-31-20 0,23 7 0,-19-12 0,24 1 0,10 11 0,-1-10 0,4 17 0,8-3 0,-3 5 0,8 4 0,1 0 0,19 11 0,2 4 0,36 18 0,-16-8 0,6 3 0,0-1 0,-10-5 0,39 14 0,-59-21 0,17 3 0,-22-7 0,7 5 0,-14-10 0,-1 3 0,1 0 0,-1-3 0,-3 8 0,-13 15 0,-8 4 0,-3 4 0,1-4 0,3-13 0,3 4 0,-3-4 0,5-2 0,-1-3 0,0 3 0,1-2 0,4 3 0,-4-5 0,4 1 0,-1-5 0,2-1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5:56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1835 24575,'0'-14'0,"0"3"0,-4-7 0,3 8 0,-3-8 0,0 7 0,3-7 0,-4 7 0,5-7 0,0 7 0,0-2 0,0-1 0,0-11 0,0 3 0,0-7 0,0 0 0,0 7 0,4-16 0,-2 17 0,2-3 0,0 6 0,-3 8 0,3-8 0,0 3 0,-2-4 0,2 0 0,0-1 0,1 1 0,1-10 0,2 7 0,-3-7 0,5 10 0,-1 0 0,1 0 0,-1 0 0,1 0 0,-1-1 0,1 1 0,-1 4 0,-3-3 0,2 4 0,-3-1 0,5-3 0,-1 3 0,1-4 0,-1-1 0,1 1 0,4 0 0,-4 0 0,8 0 0,-7 0 0,7 0 0,-8 0 0,8 0 0,-3-1 0,4 1 0,0 0 0,-4 0 0,3 0 0,7-4 0,0-7 0,15 0 0,7-21 0,9 1 0,-1 1 0,-12 8 0,-4 14 0,-7 3 0,0 0 0,-3 5 0,0-3 0,-7 6 0,7-3 0,0-3 0,-8 10 0,19-14 0,-19 15 0,19-15 0,-9 12 0,11-6 0,0 0 0,21 1 0,5-6 0,21 2 0,-1 1 0,-20 4 0,16 6 0,-16-4 0,0 14 0,15-8 0,-15 10 0,0 0 0,16 0 0,-37 0 0,15 6 0,-20-5 0,21 15 0,-16-1 0,37 8 0,-37 4 0,16-8 0,-22 2 0,1-1 0,0 1 0,0 7 0,21 7 0,-16-5 0,16 5 0,-22-7 0,12 17 0,22 11 0,-32-13 0,3 1 0,9-2 0,-1 1 0,-9 0 0,0 0 0,8-3 0,-2 0 0,10 38 0,-20-41 0,1 2-487,-9 8 1,-3 1 486,28 33 0,-19-28 0,0 0 0,19 28 0,-2-6-485,-11-23 485,-17-10 0,-8-10 0,1-3 0,-8 0 0,1-7 0,0 17 0,-3-7 949,17 31-949,-7 5 509,1-1-509,-2 17 0,-12-37 0,4 16 0,-6-21 0,-6 20 0,-10 6 0,9-15 0,0 4-825,-10 0 0,0 1 825,3 10 0,1-1 0,-5-8 0,-1-3 0,0 0 0,1-2 0,-10 34 0,3-20 0,-12 16 0,8-37 0,-7 16 0,4-21 0,-20 29 0,12-22 825,6-3 0,-3 1-825,-16 11 0,8 7 0,-24-1 0,35-30 0,-12 7 0,21-22 0,-21 21 0,5-12 0,-37 29 0,15-8 0,-7-5 0,11-5 0,11-13 0,-20-7 0,14 9 0,-35 4 0,15 5 0,-21 8 0,0-11 0,0 8 0,0-7 0,0-1 0,21-5 0,-15 2 0,15-20 0,-21 18 0,21-20 0,-16 2 0,37-4 0,-4-8 0,-3 2 0,-19 8 0,0-7 0,-5-1 0,18 4 0,0 0 0,-19-5 0,1 0 0,19 0 0,3 0 0,-32-7 0,35 6 0,5-10 0,24 10 0,-9-3 0,15 0 0,7 3 0,-3-8 0,4 8 0,1-7 0,-1 7 0,1-8 0,-1-1 0,-4 0 0,-1-8 0,-14-1 0,-14-22 0,-12-9 0,12 14 0,0-1 0,-17-14 0,-2 3 0,37 25 0,7 4 0,8 4 0,-4 1 0,4 0 0,-25-22 0,19 12 0,-23-16 0,28 21 0,-2-1 0,3 1 0,-8-10 0,7 7 0,-27-59 0,23 49 0,-16-49 0,21 60 0,-4-19 0,-4 8 0,3-10 0,-9-21 0,3 16 0,-2-36 0,-5 35 0,9-14 0,-1 20 0,12 0 0,-2 10 0,4 3 0,1 9 0,-4 1 0,8-10 0,-3 7 0,0-7 0,3 10 0,-8 0 0,8-10 0,-3 7 0,4-7 0,0-1 0,0 9 0,0-9 0,0 1 0,0 7 0,0-7 0,0 0 0,0 7 0,0-17 0,0 17 0,0-7 0,0 0 0,0 7 0,0-7 0,0-1 0,0 9 0,4-9 0,-3 11 0,10-10 0,-10 7 0,11-17 0,-6 17 0,8-17 0,-9 7 0,6 0 0,-10-7 0,7 17 0,-7-7 0,4 10 0,-5 4 0,0 1 0,4 4 0,-3 1 0,3 3 0,-4 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6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11 24575,'-10'0'0,"1"-5"0,-1 4 0,1-3 0,-1 4 0,0 0 0,1 0 0,-1 0 0,1 0 0,-1 0 0,5 4 0,-4-3 0,8 8 0,-7-8 0,6 7 0,-6-2 0,3-1 0,-5 7 0,5-5 0,-4 7 0,8-5 0,-8-4 0,8 4 0,-3 0 0,4 2 0,0 3 0,0-1 0,0-2 0,0 7 0,0-8 0,4 4 0,-3-4 0,8-1 0,-4 1 0,9 3 0,-4-2 0,8 3 0,-3-1 0,4-2 0,0 7 0,0-8 0,0 4 0,0-4 0,-4-1 0,-1-4 0,-5 4 0,1-8 0,-5 7 0,3-7 0,-6 8 0,6-8 0,-7 7 0,7-2 0,-6 3 0,6 1 0,-7-1 0,7 1 0,-6-1 0,6 1 0,-7-1 0,3 1 0,0-5 0,-2 3 0,2-2 0,-4 3 0,0 1 0,-5-1 0,0 5 0,-4-3 0,-1 6 0,0-2 0,-4 0 0,0 3 0,-1-7 0,-3 2 0,3-7 0,-15-2 0,9 0 0,-39-3 0,37 3 0,-22-4 0,35 0 0,5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7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24523,'0'-9'0,"0"22"0,0-4 0,0 45 0,0 15 0,0 4 0,0-15 0,0 0 26,10 22-26,-7-57 9,6 37-9,-9-39 4,0 19-4,5-23 13,-4 11-13,3-17 0,-4 7 0,0-8 0,0 18 0,4-10 0,-3 11 0,3-10 0,-4-4 0,0-2 0,0-3 0,0 3 0,5-2 0,-4 7 0,3-3 0,0 0 0,-3 2 0,3-6 0,1 7 0,-4-7 0,3 2 0,-4-7 0,0-2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8.4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 82 14133,'0'-9'0,"0"-1"4300,4 5-4300,-3-4 1809,3 4-1809,1-5 989,-4 1-989,7-1 3344,-7 0-3344,8 5 0,-8 5 0,-1 10 0,-6 0 0,-5 18 0,1-15 0,-2 11 0,2-10 0,-1 11 0,5-8 0,-4 11 0,4-13 0,1 0 0,-4-1 0,8-5 0,-3 1 0,0-5 0,3 3 0,-4-2 0,10-1 0,0-1 0,9-4 0,-4 0 0,18 0 0,0 6 0,-1-4 0,32 14 0,-26-14 0,20 12 0,-28-12 0,-12 6 0,-3-7 0,-1 7 0,1-2 0,-1-1 0,-3 4 0,2-8 0,-7 7 0,8-7 0,-8 8 0,7-8 0,-7 7 0,8-7 0,-4 8 0,0-4 0,4 0 0,-8-1 0,3-4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26.7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813 617 24575,'0'-9'0,"0"-1"0,4 0 0,16-39 0,5-9 0,-6 20 0,6-21 0,-1 5 0,-10 35 0,-4 4 0,48-30 0,-38 23 0,38-21 0,-12 14 0,-19 11 0,23-8 0,-31 12 0,0 4 0,31-5 0,-23 4 0,23 0 0,-31 3 0,0 7 0,0-8 0,0 8 0,10-9 0,-8 8 0,19-4 0,-19 6 0,8 0 0,1-6 0,1 4 0,1-4 0,7 6 0,17 0 0,3 0 0,4 0 0,-4 0 0,-3 0 0,-17 0 0,-17 0 0,17 6 0,-17-5 0,17 12 0,-7-5 0,10 5 0,0 1 0,0 0 0,-1 0 0,1-6 0,0 4 0,-10-6 0,7 7 0,-17-3 0,17-2 0,-17 4 0,17-3 0,-17 5 0,17-1 0,-7 5 0,10 4 0,-1 0 0,1 4 0,0-4 0,0 6 0,0-7 0,-10 2 0,7-3 0,-17 0 0,7 3 0,-10-4 0,21 21 0,-20-15 0,23 25 0,-27-29 0,11 19 0,-3-8 0,21 20 0,-6 14 0,8-8 0,-4 25 0,-2 6 0,-16-33 0,0 3-958,2 7 1,0 3 957,2 9 0,-1 1 0,1 0 0,0 4 0,-8-18 0,0 4 0,0 0 0,0 0 0,0 1 0,0-1-925,1 1 0,0 0 1,-2-1 924,4 24 0,0-4 0,-2-8 0,-2-5-344,-7-18 1,-1-2 343,0 1 0,0-4 0,6 15 0,-6-15 0,-6-14 1558,-6-7-1558,0-1 2928,-4-2-2928,-2-10 890,-3 0-890,-5 0 0,-41 40 0,5-9 0,13-15 0,0-2 0,-16 12 0,-10-9 0,16-13 0,-2-1 0,-7 2-988,-21 4 0,-2 2 988,14-3 0,-1 1 0,2-3 0,-4 2 0,7-4 0,13-5 0,2 0-210,-19 8 1,0-2 209,-29 2 0,28-1 0,1 1 0,-29-1 0,5 8 0,6-22-779,18 0 1,-1-1 778,14-8 0,0 0 0,-15 5 0,3 0-364,-20-7 364,16 0 0,-21-10 0,35 4 0,-1-2 0,-2-3 0,-1-3 271,-9-5 0,-2-1-271,1 5 0,1 0 0,8-9 0,3 1 299,-33-1-299,36-1 1603,-7 8-1603,33 6 418,-23-5-418,35 11 1349,1-4-1349,0 4 105,4-9-105,-8 4 0,-25-60 0,21 42 0,-24-43 0,20 21-584,-8-2 1,-3-2 583,-6-16 0,-6-12 0,-3-6-1381,11 18 1,2 3 1380,5 4 0,-1 0 0,-4-3 0,1 1-356,16 10 1,2 5 355,-8 3 0,1-26 0,1 2 0,7 39 0,-6-29 0,1 0 0,9 29 0,-14-35 0,13 18 0,10 30 0,-4-30 957,0 3-957,7 20 0,-2-24 0,1-2 2802,4 9-2802,0-30 880,0 34-880,0 7 0,6-27 0,2-8-1326,-4-16 1326,4 20 0,4-5 0,11-17 0,2 3 0,2-7 0,1 14 0,-1-1 0,-6-8 0,-12 16 0,10-6 0,1-3 0,-7-7-42,3 23 1,-1 7 41,-5 25 0,-4 10 0,3 4 0,1 1 0,-1 5 1320,1 3-1320,-1 2 89,-4 0-89,4 3 0,-4-4 0,5 5 0,-1 0 0,1 0 0,-1 0 0,1 0 0,-5 0 0,-1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2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33 24575,'-37'-6'0,"17"5"0,-17-10 0,27 10 0,-4-3 0,8 0 0,-2 3 0,3-4 0,-5 5 0,0 0 0,1 0 0,-1 0 0,0 0 0,1 0 0,-1 0 0,5 4 0,1 2 0,16 18 0,2 7 0,1-2 0,-1 3 0,-9-21 0,7 17 0,-2-11 0,3 23 0,-3-23 0,2 7 0,-7-15 0,8 1 0,-7-1 0,12 1 0,-7-1 0,2-3 0,-3 2 0,-1-7 0,5 8 0,1-8 0,0 7 0,13-7 0,-15 8 0,11-8 0,-15 3 0,1-4 0,3 4 0,-2 1 0,3 1 0,-5 2 0,1-3 0,-1 5 0,-3-1 0,2 1 0,-7-1 0,3 5 0,-4-3 0,0 2 0,0 1 0,0-3 0,0 2 0,0-3 0,0-1 0,0 1 0,0-1 0,-4 1 0,3 4 0,-12-4 0,7 4 0,-8-5 0,0 1 0,-1-1 0,-14-3 0,7 2 0,-17-7 0,17 3 0,-17-4 0,17 0 0,-7 0 0,10 0 0,4 0 0,-3 0 0,7 0 0,1 0 0,6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29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24575,'5'19'0,"15"31"0,-4-13 0,11 26 0,-7-21 0,-1 21 0,3-10 0,1 1 0,-2 14 0,5-4 0,-1-8 0,-16-33 0,17 36 0,-21-46 0,3 11 0,0-15 0,-7 1 0,3-1 0,1-3 0,-4 2 0,3-3 0,-4 5 0,4-5 0,-3 4 0,3-4 0,1 0 0,-4 4 0,7-4 0,-3 4 0,1 1 0,2-5 0,-7 4 0,8 0 0,-4 2 0,0 2 0,4-7 0,-13-2 0,3-13 0,-14-32 0,-1-17 0,3 4 0,7 5 0,2-3 0,4-27 0,0 22 0,0-1 0,0 1 0,0 4 0,0-15 0,0 15 0,0 28 0,4 7 0,-2 8 0,2-4 0,-4 0 0,0 3 0,0-7 0,0 8 0,0-4 0,0 4 0,0 1 0,0-1 0,-5 0 0,4 1 0,-3 3 0,4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0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1 170 24575,'9'-5'0,"1"5"0,-1 9 0,11 46 0,-3 4 0,6 18 0,-12-29 0,2-10 0,-7-20 0,1 11 0,1-10 0,-3-4 0,1-2 0,-2-3 0,0-5 0,-3 4 0,3-4 0,-8 0 0,-1-5 0,-25-32 0,7 1 0,-11-23 0,20 22 0,1-7 0,12 21 0,-6-10 0,1 3 0,5 3 0,-6-7 0,7 10 0,0 0 0,0 4 0,0 1 0,0 4 0,0 1 0,0-1 0,5 5 0,-4-4 0,3 4 0,0 0 0,-3-4 0,3 4 0,-4-5 0,0 1 0,0-1 0,5 5 0,0 0 0,4 10 0,1 0 0,-1 4 0,-3 1 0,2-5 0,-3 4 0,5-8 0,-1 3 0,1-4 0,-1-4 0,1-6 0,-1-5 0,1 0 0,-1-3 0,1 7 0,-1-2 0,1 3 0,-1-4 0,1 8 0,-5-7 0,4 8 0,0-1 0,2 2 0,7 4 0,-8 4 0,4 2 0,4 12 0,-2-3 0,3 4 0,-1-1 0,-12-7 0,7 3 0,-8-5 0,4 5 0,1 1 0,-1-1 0,3 15 0,-6-16 0,6 25 0,2-11 0,1 15 0,4-14 0,-8 0 0,-6-18 0,4 0 0,-4-6 0,0 0 0,4-3 0,-4 4 0,0-5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0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0 24575,'-9'9'0,"-1"-3"0,-12 31 0,-6 13 0,-6 6 0,7-4 0,1-13 0,-6 35 0,1-22 0,-8 32 0,-13-13 0,26-36 0,-16 23 0,33-48 0,4 4 0,-4 0 0,8-4 0,-8 4 0,8-9 0,-3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1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24575,'14'0'0,"0"0"0,-4 0 0,-1 4 0,1 1 0,-1 5 0,1-1 0,-1 1 0,1 4 0,-1-4 0,1 8 0,-1-3 0,-4 0 0,8 3 0,-11-8 0,11 4 0,-8-5 0,0 1 0,4-1 0,-4 1 0,5-1 0,-5 1 0,3-5 0,-2 4 0,3-4 0,1 4 0,-1 1 0,1 4 0,-1-4 0,-4 4 0,4-9 0,-8 4 0,7-8 0,-7 7 0,8-3 0,-4 5 0,5-1 0,-1 1 0,1-1 0,-5 1 0,3-1 0,-2-3 0,3 6 0,1-5 0,-1 2 0,1 0 0,-1-4 0,1 5 0,-1-1 0,1 1 0,4 3 0,-4-6 0,0 5 0,-2-11 0,-3 12 0,5-11 0,-1 11 0,-3-8 0,2 0 0,-3 4 0,1-4 0,2 0 0,-7 4 0,8-8 0,-8 7 0,7-2 0,-3 3 0,9 1 0,-3-1 0,2 1 0,-3-1 0,-1 1 0,-3-1 0,2-4 0,-3 4 0,1-8 0,-2 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2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10 24575,'-4'-6'0,"-1"2"0,-5 4 0,0 0 0,-3 0 0,2 4 0,-3 2 0,0 3 0,3 5 0,-2-4 0,3 4 0,0-4 0,1-1 0,-1 5 0,1-4 0,-9 19 0,10-16 0,-8 11 0,10-15 0,1 1 0,-4-1 0,8 1 0,-7-1 0,7 1 0,-8-1 0,4 5 0,0-4 0,0 4 0,5-4 0,0-1 0,0 1 0,0-1 0,0 5 0,5 5 0,-4-3 0,7 2 0,-7-9 0,8 5 0,-4-4 0,4 4 0,1-4 0,-1-1 0,5 1 0,-3 3 0,7-2 0,-8 3 0,8-5 0,-7-4 0,2 4 0,-3-4 0,-1 0 0,1 4 0,-1-8 0,1 7 0,-1-6 0,5 2 0,-3 0 0,7-3 0,-8 3 0,8-4 0,-7 0 0,2 4 0,-3-2 0,-1 2 0,1-4 0,-1 0 0,1 0 0,-1 0 0,1-5 0,-5 0 0,-1-9 0,-4-1 0,0-14 0,-6-3 0,-1-10 0,-6 15 0,2-1 0,6 13 0,-4 0 0,4 5 0,-1 2 0,-2 2 0,2 1 0,-3 1 0,-1-1 0,1 4 0,-1-3 0,-4 4 0,-1 0 0,-4-4 0,4 3 0,1-4 0,5 5 0,-5 0 0,3 0 0,-2 0 0,3 0 0,0 0 0,9 0 0,6 0 0,6 0 0,7 0 0,-7 0 0,2 0 0,-3 0 0,-1 0 0,1 0 0,-1 0 0,1 0 0,-1 0 0,1 0 0,-1 0 0,1 0 0,-1 0 0,5 0 0,-3 0 0,2 0 0,-3 0 0,-5 0 0,-1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3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24575,'6'13'0,"-2"-4"0,2 31 0,-4-9 0,10 11 0,-6-10 0,7 16 0,-1-14 0,-4 2 0,2-8 0,-5-14 0,1 1 0,-2-1 0,0-9 0,-3 8 0,3-7 0,1 8 0,-4-5 0,3 1 0,0-5 0,-3 4 0,3-4 0,1 4 0,0 9 0,0-2 0,4 3 0,-8-5 0,7 0 0,-7-4 0,8 4 0,-8-4 0,3-1 0,-4-4 0,0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05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24575,'10'0'0,"4"0"0,-4 0 0,4 0 0,0 5 0,-4-4 0,39 13 0,-31-8 0,31 9 0,-38-9 0,7 2 0,-3-3 0,14 13 0,-8-11 0,4 10 0,-11-12 0,-4 1 0,-5 2 0,8-3 0,-7 1 0,3 2 0,0-3 0,-8 5 0,3 4 0,-4-4 0,0 8 0,0-7 0,0 7 0,-4-4 0,-2 1 0,1-1 0,-3-9 0,7 4 0,-4-4 0,5 4 0,-4 1 0,3-1 0,-3 1 0,8-5 0,1 4 0,0-4 0,4 4 0,0-3 0,2 6 0,7-5 0,7 15 0,7-9 0,9 13 0,-9-8 0,7 3 0,-7 1 0,0-4 0,7 3 0,-17-3 0,7-5 0,-10 5 0,-4-8 0,-1 4 0,-5-5 0,1 1 0,-5-1 0,-1 1 0,-4-1 0,0 1 0,-4-1 0,3 5 0,-8-3 0,4 7 0,-5-8 0,1 8 0,-1-7 0,-4 7 0,-1-8 0,0 4 0,-3 0 0,3-8 0,-14 9 0,-3-8 0,-10 1 0,0-2 0,-20-6 0,14 0 0,-4 0 0,22 0 0,11 0 0,4 0 0,2 0 0,3 0 0,0 0 0,5 0 0,1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5.3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514 0 24575,'-9'9'0,"-1"1"0,1 9 0,-9 11 0,6-9 0,-1 4 0,-4 3 0,10-10 0,-15 11 0,-9 42 0,4-29 0,-13 41 0,19-41 0,2-14 0,6 10 0,1-11 0,-5 5 0,3 7 0,0-17 0,0 17 0,4-21 0,-2 10 0,-1-13 0,6-1 0,-6 4 0,-2 16 0,7-15 0,-11 13 0,11-8 0,3-11 0,-6 11 0,6-14 0,-1-1 0,-2 1 0,3 4 0,-5-8 0,0 7 0,5-8 0,1 0 0,4-1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6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24575,'20'49'0,"4"5"0,7 18 0,-5-19 0,-7-14 0,1-7 0,4 0 0,10 28 0,28 6 0,-18 5 0,16-10-1300,-10 8 1300,16-12 0,-16 5 0,2 0 0,-11-28 0,-1-2 0,-5 10 0,-3-5 0,-3-14 0,-14-8 0,3 3 0,-4-8 0,1 4 0,3-5 1300,-7 1-1300,3-5 0,-9 4 0,3-8 0,-7 7 0,4-7 0,-5 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09:06:39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24575,'0'14'0,"12"11"0,4 6 0,19 32 0,2 5-929,-6-20 0,-1 2 929,8 41 0,0-37 0,-1-2 0,-5 18 0,5-18 0,1-3 448,-10 0-448,28 17 0,-41-36 0,5-11 0,-12-6 0,-3 1 1410,5-3-1410,-1 2 0,1 1 0,-1-3 0,-3 2 0,2 1 0,2 1 0,0 4 0,4 0 0,-5-4 0,1-2 0,-1 1 0,1-3 0,-1 7 0,1-4 0,-1 1 0,1 3 0,-1-7 0,1 7 0,-1-8 0,3 18 0,-2-15 0,1 16 0,-1-15 0,7 16 0,-5-9 0,6 4 0,-5-7 0,6 7 0,-3-4 0,10 19 0,-15-19 0,15 19 0,-14-19 0,5 4 0,-7-11 0,-1 0 0,5 0 0,-8 1 0,7-1 0,1 10 0,-3-7 0,11 12 0,-11-10 0,7 0 0,-4 0 0,26 28 0,4 4-586,-5-2 586,3 4 0,4 5 0,-10-12 0,-2-1-1112,-3-3 0,0-1 1112,2 3 0,1 1 0,3 5 0,-1-2-445,14 21 445,-1 0 0,-10-18 0,-4-4 0,-18-18 0,24 30 0,-6-19 0,-19-16 0,44 38 507,-44-38-507,23 16 2232,-20-11-2232,-3-7 516,33 47-516,-31-40 0,23 29 0,-16-8 0,-7-23 0,22 46 0,3 3 0,-15-36 0,6 17 0,-1 3 0,-8-15 0,-8-22 0,14 30 0,-17-37 0,0 3 0,4 9 0,-7-15 0,7 15 0,-4-17 0,-4 7 0,4-8 0,-4 8 0,7 7 0,-5-7 0,5 10 0,-7-18 0,0 8 0,3-7 0,-2 7 0,3-4 0,-5 1 0,1 3 0,3-3 0,-2 0 0,-2-1 0,0-5 0,-8 1 0,7-5 0,-11-1 0,2-4 0,-13 0 0,-5-13 0,-5-9 0,-12-35 0,13 10 0,-5-16 0,20 21 0,2 0 0,6 11 0,0 6 0,0 7 0,0-8 0,0 9 0,0-11 0,0 13 0,0 0 0,0 1 0,4 5 0,-3-1 0,4 0 0,-5 1 0,0-1 0,0 1 0,0-1 0,0 0 0,0 1 0,-5-1 0,4 1 0,-7 3 0,-2-7 0,-1 7 0,-2-8 0,3 0 0,0 4 0,-3-8 0,6 7 0,-6-3 0,12 5 0,-7-1 0,7 0 0,-4 1 0,5 8 0,0 6 0,0 5 0,5 8 0,0-3 0,6 14 0,-1-7 0,4 17 0,-4-17 0,9 17 0,-7-17 0,6 7 0,-7 0 0,1 3 0,4-1 0,-1 9 0,-1-19 0,-7 4 0,2-11 0,-4 0 0,4-4 0,1 8 0,-5-7 0,4 3 0,-8-1 0,7-6 0,-7 5 0,3-2 0,1 0 0,-4 4 0,7-4 0,-3-1 0,1 1 0,2-5 0,-7 3 0,-5-7 0,-7 4 0,-39-5 0,27 0 0,-36 0 0,32 0 0,-34-7 0,25 2 0,-12-3 0,33 4 0,1 0 0,0 3 0,-1-4 0,0 5 0,-7-4 0,10 3 0,-6-3 0,8 4 0,1 0 0,-1 0 0,1-5 0,-1 4 0,0-3 0,1 4 0,-1 0 0,5-4 0,-4 3 0,4-3 0,-5 4 0,1 0 0,-1 0 0,1 0 0,-5 0 0,3 0 0,-3 0 0,5 0 0,3-5 0,-2 4 0,-2-3 0,0 4 0,-4 0 0,4 0 0,-4-4 0,4 3 0,-4-4 0,4 5 0,1 0 0,3 0 0,2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20:26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03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4045 24575,'9'0'0,"1"0"0,-1 0 0,1 0 0,-1 0 0,1 0 0,-1 0 0,1 0 0,-1 0 0,1-5 0,-1 4 0,5-7 0,-3 2 0,7-3 0,6-3 0,-2-2 0,7 1 0,-10 0 0,10 1 0,-7-2 0,7 1 0,42-33 0,-29 21 0,31-19 0,-43 26 0,40-23 0,-42 23 0,50-32 0,-65 38 0,24-14 0,-24 14 0,11-5 0,-11 7 0,-2 0 0,3-4 0,3-11 0,-5 4 0,10-8 0,-8 9 0,1 1 0,3 0 0,-5-10 0,5 7 0,-3-17 0,43-23 0,-34 13 0,34-12 0,-45 31 0,5 11 0,-8 0 0,12-10 0,-10 7 0,14-17 0,-10 17 0,4-17 0,3 7 0,-2-10 0,7 0 0,20-40 0,-15 30 0,-6 1 0,1 0 0,1 4 0,14-37 0,-16 16 0,8 0 0,-13-16 0,6 37 0,-6-36 0,6 35 0,-6-35 0,-1 36 0,11-37 0,-15 37 0,10-16 0,-7 21 0,-1-21 0,3 16 0,-5-16 0,-1 31 0,-1-7 0,-1 17 0,-1-17 0,-3 17 0,16-36 0,-13 32 0,13-33 0,-14 28 0,8-11 0,-5 0 0,4 10 0,-6-8 0,-3 19 0,3-19 0,-3 19 0,2-9 0,-1 1 0,-1 7 0,2-7 0,-1 0 0,3 7 0,1-17 0,7 7 0,-4 0 0,3-7 0,-3 17 0,-5-7 0,0 10 0,5-11 0,-6 9 0,10-9 0,-12 11 0,4 0 0,0 0 0,-4 4 0,8-3 0,-7 3 0,2-4 0,1 4 0,1-3 0,8-7 0,-7 4 0,5-9 0,-6 11 0,4 0 0,0 0 0,0 0 0,0 0 0,10 2 0,-7-2 0,7 2 0,-10 3 0,-4-4 0,3 7 0,-3-3 0,-1 4 0,4 5 0,-3-3 0,4 2 0,0-3 0,10-3 0,3 6 0,10-6 0,21 10 0,-16-10 0,36 10 0,-15-4 0,21 6 0,0 0 0,-35 6 0,1 0 0,39-3 0,-39 9 0,-2 0 0,14-9 0,-17 14 0,-10-10 0,12 9 0,-5-1 0,37 16 0,-16-10 0,0 7 0,-5-4 0,-32-11 0,9 7 0,-9-2 0,32 11 0,-16 1 0,16 5 0,-21-7 0,-11-4 0,-1-5 0,-11-1 0,0-4 0,0 5 0,0 0 0,4 11 0,1 1 0,21 22 0,-13-8 0,2-4 0,1 0 0,-2 9 0,19 21 0,-17-8 0,-5-16 0,-1-2 0,1 2 0,11 23 0,13 7 0,-12 7 0,-5-17 0,-12-13 0,-1 2 0,-1-9 0,0 0 0,1 9 0,0-2 0,13 14 0,-4 15 0,-6-36 0,6 37 0,4-16 0,-3 20 0,1-20 0,-2 16 0,-4-37 0,14 37 0,-13-37 0,-1 15 0,-3-20 0,-4 0 0,29 30 0,-17-23 0,12 22 0,-20-29 0,13 11 0,0 13 0,25 3 0,-17 17 0,17-17 0,-24-4 0,22-1 0,-38-34 0,15 10 0,-24-30 0,0 4 0,3 0 0,-4-4 0,5 8 0,0-7 0,11 4 0,1-3 0,11 8 0,0-4 0,0 4 0,0 0 0,0-5 0,0 6 0,-11-10 0,9-3 0,-19 0 0,19-1 0,-19-1 0,18 7 0,-7-12 0,10 11 0,0-4 0,0 6 0,0 0 0,-11-2 0,-1-5 0,-11 2 0,0-4 0,0 0 0,0-1 0,0 1 0,0 0 0,0 0 0,0-1 0,0 1 0,0-4 0,0 7 0,0-7 0,0 8 0,0-4 0,0 0 0,0 4 0,0-8 0,8 11 0,-10-10 0,9 11 0,-11-12 0,4 8 0,-4-8 0,3 7 0,-3-7 0,4 3 0,0 1 0,-4-4 0,3 7 0,-8-7 0,4 3 0,-5-4 0,1 5 0,-1-4 0,1 3 0,-1-4 0,1 0 0,-5 0 0,-1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1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3842 24575,'10'0'0,"-1"0"0,1 0 0,-1 0 0,1 0 0,12 0 0,-5 0 0,20-6 0,-15 5 0,17-12 0,-17 12 0,7-6 0,-10 3 0,4 3 0,-7-8 0,6 8 0,-11-3 0,3 4 0,-1-4 0,-2 3 0,3-8 0,-1 8 0,2-7 0,4 2 0,0 1 0,0-4 0,-4 8 0,3-7 0,-8 3 0,8-1 0,-3-2 0,4 2 0,0-3 0,0-1 0,10-1 0,-7 0 0,17-8 0,-7 5 0,18-10 0,-16 6 0,4 1 0,-23 4 0,2 3 0,-2 0 0,4 1 0,-4-5 0,3 3 0,-3-3 0,4 1 0,-4-2 0,3-4 0,-4-1 0,5 6 0,0-4 0,0 3 0,0-4 0,-4-1 0,3 1 0,-3 0 0,4 0 0,0 0 0,0 0 0,-4 0 0,3 0 0,-4-1 0,5 1 0,4-10 0,-3 7 0,7-17 0,-7 17 0,7-17 0,-7 17 0,7-17 0,-3 7 0,28-40 0,-19 23 0,2 7 0,-1 1 0,-2-3 0,14-9 0,-19 11 0,1 0 0,-4 10 0,3-7 0,-3 7 0,4-10 0,0 0 0,0 0 0,-4 10 0,-4-7 0,-1 17 0,-5-18 0,0 19 0,6-19 0,-8 19 0,13-19 0,-13 19 0,8-19 0,-6 18 0,0-17 0,5 17 0,-7-7 0,2 10 0,4-10 0,-5-3 0,14-10 0,-6 0 0,14-21 0,-5 16 0,13-37 0,-20 37 0,18-37 0,-26 47 0,11-13 0,-17 31 0,1 4 0,-1-3 0,1 7 0,-5-7 0,7-5 0,-5 2 0,7-3 0,-5 6 0,1 3 0,-1-4 0,3-10 0,6-1 0,-3-12 0,12 2 0,-13 8 0,11-7 0,-11 7 0,4 0 0,-6 3 0,-3 10 0,1 0 0,-1 0 0,1 4 0,-1-3 0,1 3 0,-1-4 0,1-1 0,-1 1 0,5-8 0,-4 6 0,4-7 0,-4 9 0,-1 0 0,5 4 0,1-12 0,4 10 0,-5-10 0,8-3 0,-10 9 0,10-9 0,-12 11 0,8 0 0,-7 4 0,3-3 0,-1 8 0,-2-8 0,3 7 0,-5-3 0,5 0 0,-4 4 0,8-4 0,-7 0 0,7 3 0,-8-3 0,8 1 0,-3 2 0,4-3 0,0 0 0,0 4 0,0-4 0,10 2 0,-7 2 0,17-3 0,-7 0 0,10 0 0,0-1 0,0 6 0,-11 2 0,-2 6 0,-10 0 0,0 0 0,-4 0 0,3 0 0,-7 0 0,7 0 0,-4 0 0,16 6 0,1 1 0,11 7 0,0 0 0,-10-2 0,7 2 0,-7-3 0,0 1 0,-3-4 0,-14 0 0,3-3 0,-4 5 0,5 4 0,11-2 0,-9 7 0,18 1 0,-7 4 0,10 4 0,0 0 0,0 0 0,0 0 0,0 0 0,-1-1 0,-9-7 0,7 6 0,-17-10 0,7 3 0,0 2 0,-7-5 0,17 11 0,-7-3 0,0 0 0,18 20 0,-26-20 0,37 38 0,-32-28 0,33 30 0,-30-20 0,9-1 0,-7 17 0,-8-23 0,9 26 0,1 0 0,11-5 0,-1 28 0,9-7 0,-18-11 0,5 15 0,5-25 0,-17-5 0,-1-1 0,21 11 0,-22-13 0,-1 2 0,27 25 0,-13-7 0,-11-24 0,-1 0 0,8 22 0,17 11 0,-7 8 0,0-29 0,-16-6 0,-12-23 0,3-1 0,-6-11 0,3 9 0,-1-11 0,-3 4 0,4 0 0,0 0 0,0 0 0,0 0 0,0 0 0,4 10 0,7-3 0,-5 4 0,26 14 0,-6 1 0,1 1 0,15 15 0,-37-37 0,16 16 0,-21-21 0,0 0 0,0-4 0,0-1 0,0 0 0,0 0 0,10 9 0,-7-3 0,17 7 0,-7-3 0,10 4 0,0-6 0,0 4 0,0-4 0,-1-1 0,1 6 0,0-12 0,0 11 0,0-10 0,-10 2 0,28-1 0,-23 2 0,25 0 0,1 5 0,5-5 0,21 3 0,0 0 0,-1 0 0,-20-4 0,-5 0 0,-21-4 0,0-6 0,0 4 0,8-4 0,-6-1 0,6 6 0,-8-12 0,0 12 0,0-12 0,0 12 0,-10-12 0,-3 5 0,-10-6 0,-4 0 0,3 4 0,-8-2 0,8 2 0,-7-4 0,2 0 0,-7 0 0,-2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8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4076 10430,'19'9'0,"-4"-4"5056,3 0-5056,-3-1 2460,4-3-2460,-5 3 1422,4 0-1422,-7-3 5207,3 4-5207,9-5 0,-5 0 0,21 0 0,-7 0 0,10 0 0,0 0 0,-15 0 0,1-5 0,-3-2 0,7-5 0,0 4 0,7-4 0,34-14 0,-31 14 0,29-17 0,0 4 0,-39 15 0,29-14 0,1 0 0,-30 13 0,29-13 0,0-1 0,-29 10 0,49-16 0,-59 21 0,3-2 0,-7 3 0,-8-1 0,4 0 0,0-3 0,-4 2 0,4-7 0,-5 7 0,9-17 0,-2 11 0,3-8 0,26-33 0,-27 33 0,23-30 0,-31 37 0,-1 3 0,29-64 0,-17 45 0,20-56 0,-27 68 0,1-7 0,-4 10 0,35-40 0,-29 30 0,25-30 0,-33 40 0,1 0 0,1-10 0,-1 7 0,2-7 0,-1-1 0,14-22 0,-7 5 0,7-6 0,-13 24 0,-7 10 0,3-1 0,-7 6 0,8-5 0,-4 5 0,1-6 0,2 1 0,-3 0 0,1-10 0,2 7 0,-3-7 0,5 10 0,-5 0 0,3 0 0,0-11 0,2 9 0,1-9 0,1 1 0,-2 8 0,3-19 0,-3 18 0,1-7 0,1 0 0,6-3 0,-4 0 0,5-7 0,-7 7 0,8-10 0,-4 0 0,2 10 0,-5-7 0,-1 7 0,0 0 0,8-7 0,-7 7 0,5 0 0,-4-7 0,-4 17 0,3-17 0,-1 7 0,4 0 0,-1-8 0,1 9 0,-4-1 0,1-8 0,5 9 0,-4-1 0,6-8 0,-9 8 0,10-10 0,-6 0 0,5 0 0,0 1 0,-4-1 0,6 10 0,-7-8 0,7 8 0,-7-10 0,12 0 0,-10 11 0,10-9 0,5-12 0,-3 4 0,7-14 0,-1-1 0,12 5 0,0-29 0,12 10 0,-25 20 0,-3 9 0,-17 29 0,-4 4 0,-1 1 0,1 5 0,-1-1 0,1-4 0,3 4 0,-2-4 0,3 0 0,-1 3 0,2-3 0,0 5 0,-1-1 0,-1 1 0,6-5 0,1 3 0,-1-3 0,-1 4 0,-3 1 0,4-1 0,0 1 0,0 3 0,-4-2 0,-1 7 0,-1-4 0,-2 5 0,3 0 0,-5 0 0,1 0 0,3 0 0,2 0 0,4 0 0,0 5 0,10 2 0,-7 3 0,17 10 0,14-3 0,-6 10 0,37 6 0,4 8-665,-42-18 0,2-1 665,17 5 0,1 0 0,-20-4 0,2-1 0,17-1 0,0-1 0,-18 2 0,0-1-88,9-8 0,-3 0 88,15 22 0,-5-16 0,-21 1 0,0-12 0,-10 2 1317,-3-4-1317,-14 3 189,2 1-189,-2 3 0,4-2 0,10 5 0,-7-2 0,7 2 0,-10-1 0,10 7 0,-7-6 0,11 17 0,-13-11 0,13 11 0,10 8 0,19 27 0,6 3-797,-31-29 0,-1 1 797,1 1 0,-1-3 0,22 13 0,-5 16 0,-2-23 0,-19-2 0,20 1 0,-23-5 0,29 24 0,-7-5 0,-12-9 0,2 2 0,-4-8 0,0 0 0,5 9 0,-2 0 895,17 25-895,-19-27 0,0-3 0,13 12 0,-11-10 0,-1 1 0,12 9 0,-13-12 0,0 3 0,19 27 0,-17-26 0,2 2-820,-1-1 0,-1 1 820,1-1 0,0 0 0,-1 1 0,1-1 0,-3-8 0,-1-2 0,19 30 0,-11-21 641,-11-18-641,-5 6 0,1-16 0,14 25 1698,-15-15-1698,33 29 0,-34-30 0,33 27 0,-36-36 0,15 15 0,-17-11 0,15 1 0,-10 1 0,20 0 0,13 17 0,9-7 0,-18 2 0,3 3 0,0-12 0,1 0 0,0 12 0,0 2 0,4-6 0,0-3 0,-8-6 0,-4-1 0,29 21 0,-14-24 0,-32-11 0,9-4 0,-19-4 0,8-3 0,0-3 0,3-4 0,10 0 0,0 0 0,0 0 0,0 0 0,20 0 0,-14 0 0,14 0 0,-30 5 0,7-4 0,-17 3 0,3-4 0,-11 0 0,-5 0 0,-4 0 0,0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29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4051 24575,'4'6'0,"1"-2"0,5-4 0,-1 0 0,1 0 0,4 0 0,-4 0 0,8-4 0,-7 3 0,7-4 0,-4 1 0,5 3 0,-4-7 0,-1 6 0,-4-2 0,13-2 0,-9 4 0,9-8 0,-13 9 0,-1-3 0,1-1 0,14-2 0,-7-3 0,22-4 0,-17 4 0,42-11 0,-36 13 0,22-10 0,-32 12 0,-7 1 0,7-4 0,-8 8 0,4-7 0,0 2 0,-4 1 0,8-3 0,-3-2 0,4-1 0,0-2 0,0 3 0,0 0 0,0 1 0,19-11 0,-4-1 0,6-5 0,-1-1 0,-7 3 0,10-4 0,20-7 0,-15 5 0,9-5 0,-1-2 0,-1 0 0,26-19 0,-47 24 0,-13 19 0,24-37 0,-23 34 0,12-21 0,0-4 0,-11 11 0,25-30 0,-1-3 0,-24 34 0,24-30 0,-20 9 0,-4 23 0,6-33 0,-14 38 0,6-17 0,11-34 0,-8 30 0,10-28 0,-2 0 0,-13 39 0,16-39 0,-22 42 0,3 8 0,0-9 0,4 1 0,29-44 0,-23 30 0,25-38 0,-30 49 0,-1 1 0,7-9 0,-6 8 0,0 1 0,6-9 0,-15 18 0,15-17 0,-10 17 0,4-17 0,27-35 0,-20 22 0,17-21 0,-18 33 0,-11 18 0,6-17 0,1 7 0,0-10 0,0 0 0,0 10 0,-1-7 0,3 7 0,4-10 0,-1 0 0,1 0 0,0 0 0,-4 10 0,3-7 0,-7 17 0,7-17 0,-7 17 0,3-7 0,0 0 0,7 3 0,-4-4 0,7-3 0,-13 11 0,13-11 0,-12 13 0,8-3 0,12-18 0,-7 13 0,9-13 0,7-3 0,-16 15 0,19-16 0,-11 17 0,-10 4 0,-3 5 0,0-3 0,-7 6 0,36-23 0,-1 4 0,9-7 0,-4 7 0,-20 13 0,21-12 0,-16 11 0,37-10 0,-16-2 0,0 14 0,15-10 0,-36 16 0,16 4 0,-21 4 0,-10 7 0,7 0 0,-7 0 0,9 0 0,1 7 0,0 0 0,21 21 0,5-7 0,21 21 0,-35-23 0,1 0 0,-8 4 0,0 0 0,7 1 0,2 1-513,-1-2 0,-1 2 513,-4 5 0,3 2-134,5-2 0,6 1 0,-5 2 134,3 10 0,-1 1 0,26 9 0,-5-1 0,-35-14 0,-4-1 0,0 0 0,-1-1 0,1 1 0,-1 0 0,30 31 0,-8-16 0,-3 9 0,-37-37 1005,20 27-1005,-24-30 423,7 18-423,14 4 0,-9 2 0,14 8 0,-1-1 0,-13-7 0,30 19 0,-34-30 0,33 27 0,-32-26 0,8 8 0,-15-14 0,-4 0 0,6 3 0,4 10 0,0-1 0,24 31 0,-1-11 0,3 5 0,-8-6 0,2 1 0,-2-13 0,4 1 0,-4-2-2483,-3 8 1,-2-4 2482,3-12 0,-1 0 0,-6 3 0,-1 1-246,30 23 246,1 1 0,-1-1 0,1 1 0,-25-31 0,1 1 0,28 31-262,-18-27 0,-2-2 262,9 12 0,-10-14 0,2 1 0,26 20 0,1-1 0,-31-26 0,-3-3 0,2 2 4718,5 1-4718,-12-4 313,-9-3-313,11 4 0,0 0 0,0 0 0,0 0 704,0 0-704,0 0 0,0 0 0,-1-7 0,1 6 0,-10-14 0,7 7 0,-17-10 0,7 1 0,-10-1 0,0-5 0,0-1 0,10-4 0,-7 0 0,7 0 0,-10 4 0,10-3 0,-7 4 0,17-5 0,-17 0 0,7 0 0,-14 0 0,-2 0 0,-3 0 0,-1 0 0,1 0 0,-1 4 0,1-3 0,-1 3 0,-3-4 0,-2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35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3851 24575,'9'0'0,"1"0"0,-1 0 0,-4-4 0,4 3 0,-4-3 0,5-1 0,-1 4 0,1-7 0,-5 2 0,3 1 0,-2-3 0,3 2 0,1 1 0,-1-4 0,1 0 0,3-6 0,2 0 0,4-3 0,-4 3 0,31-44 0,-25 30 0,13-9 0,0-4 0,2-13 0,28-14 0,-25 3 0,6 13 0,-25 21 0,2 3 0,-3 0 0,-3 7 0,1-3 0,-7 7 0,8-5 0,-11 6 0,14-10 0,-10 12 0,-1 0 0,11-13 0,-13 11 0,9-13 0,5-3 0,-9 10 0,14-41 0,-16 41 0,20-57 0,-18 57 0,12-27 0,-15 31 0,15-31 0,-12 23 0,20-33 0,-6 7 0,-3 6 0,1-6 0,-13 24 0,29-42 0,-21 29 0,23-42 0,1 0 0,-16 32 0,24-32 0,-31 42 0,13-20 0,-11 14 0,7-3 0,-1-2 0,-1 1 0,22-32 0,-34 42 0,6 10 0,-8-7 0,3 7 0,-1 0 0,1-19 0,1 0 0,6 14 0,9-55 0,-13 54 0,-9 15 0,5-15 0,-7 19 0,1 0 0,7-11 0,-5 9 0,6-9 0,-7 1 0,3 7 0,-1-3 0,16-24 0,-16 27 0,12-24 0,-15 28 0,-1 7 0,1-7 0,-1 7 0,1-2 0,-5-1 0,4 3 0,0-3 0,2 0 0,2 4 0,-3-4 0,-1 0 0,1 3 0,-1-2 0,5-1 0,-3 3 0,7-7 0,-4 3 0,5 0 0,-4 1 0,3 1 0,-3 2 0,4-3 0,0 0 0,0 4 0,0-9 0,10 7 0,-7-2 0,17 0 0,-7-4 0,-1 4 0,9-6 0,-19 10 0,19-3 0,-19 3 0,19-4 0,-9 2 0,20-6 0,-7 3 0,-4-1 0,-1 2 0,-7 8 0,10-6 0,0 4 0,0-6 0,-1 6 0,22-8 0,-16 7 0,37-12 0,-37 12 0,14-1 0,1 1 0,-5 0 0,-5 3 0,-2 0 0,-8 0 0,0 6 0,-11 0 0,9 0 0,-19 0 0,9 5 0,-11 0 0,10 6 0,-8-1 0,19 4 0,0 8 0,-6-7 0,13 15 0,-15-11 0,10 9 0,11 17 0,-9-13 0,20 31 0,-8-14 0,-14-13 0,1 1 0,28 31 0,-26-22 0,2 0 0,-3-8 0,-1 2 0,-2 13 0,2-1 0,10-9 0,0-1 0,-11 9 0,0 3 0,13 3 0,1 2 0,-4 6 0,0 3 0,8 7 0,2 2-1485,-1-2 0,0 2 1485,-19-20 0,0 2 0,-1-3 0,12 13 0,-1-1 0,-11-11 0,0 1 0,-2-6 0,1-3 0,0-3 0,9 16 0,-1-1 0,-10-15 0,-1-2 0,0 1 0,1 0 0,-1-2 0,-1-1 0,21 35 0,-16-40 0,0 1 0,-7 11 0,0-1 0,9-9 0,1 0 0,3 7 0,-2 0 0,26 22 0,-20-23 0,2 1 0,-8-1 0,0 0 0,8 9 0,2 1 0,9 2 0,0 0 0,-8-2 0,2 0 0,15 6 0,1-2 0,-17-9 0,-1-2 0,9 4 0,-2-4 2970,16 9-2970,-27-18 0,-3-2 0,0-4 0,-4-3 0,3-1 0,20 8 0,20 8 0,1-11 0,-34-11 0,0 1 0,-8-6 0,0-1 0,8 3 0,-1-1 0,35 13 0,0-10 0,0 0 0,-35-9 0,1-1 0,39 10 0,-30-14 0,2-1 0,-8 4 0,-1 0 0,11-9 0,0-1 0,-11 4 0,1 2 0,7-1 0,0 0 0,-8-5 0,1 1 0,19 4 0,2 0-853,-8-5 0,-1-2 853,8 1 0,0 0 0,-9 0 0,-2 0 0,2 0 0,-3 0 0,28 0 0,-10 0 0,-52 0 0,-3 0 0,-10 0 0,-4 0 0,-6 0 0,-5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3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1190 0 24575,'-29'54'0,"-11"26"0,24-48 0,-11 12 0,-3 5-2070,-5 21 2070,-3-17 0,-1 0 0,-3 17 0,9-28 0,-3-1 0,1-3 0,2-2 665,-8 10-665,-4 4 0,5-3 0,22-22 0,-15 15 0,-1 0 0,13-16 342,-39 37-342,40-36 0,-16 15 0,-3 0 0,15-6 0,-22 19 0,18-11 0,-6-6 0,-19 34 0,21-37 1063,-10 21-1063,33-36 0,-1-3 0,1-4 0,-1 5 0,0-9 0,1 7 0,3-5 0,-2-4 0,7 4 0,-8-4 0,8 5 0,-7-5 0,7 3 0,-8-2 0,8 3 0,-8-4 0,8-9 0,1-2 0,8-23 0,17-19 0,-4-20 0,1 14 0,2-2-615,-6 8 0,0 2 615,15-32-309,-6 17 309,-15 29 0,0 1 0,-5-9 0,2 23 0,-8-11 0,3 17 1209,0 1-1209,-3 2 330,3 2-330,-4 5 0,0 17 0,-13 74-899,9-12 899,-7-12 0,-1-2 0,10-6 0,-18 23 0,17-23 0,-11 0 0,13 2 0,-9-28 0,8-1 0,-8-1 0,8-16 899,-2 4-899,0-7 0,3 3 0,-3-1 0,-1-2 0,4 3 0,-3-5 0,8-4 0,2-5 0,3-1 0,44-27 0,-28 18 0,33-15 0,-39 16 0,61-16 0,-36 8-239,23-8 0,-1 0 239,-23 13 0,27-16 0,-51 27 0,-4-8 0,3 8 0,-7-3 0,2 0 119,-3 2 1,-5-2-1,-1 4 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6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24575,'14'0'0,"-4"0"0,19 6 0,-8 0 0,9 5 0,-6-5 0,46 22 0,-7-12 0,26 16-1553,-6-2 0,1-2 1553,5-1 0,-17-1 0,13 4 0,-10-5 0,-22-11 0,-2-1 0,22 8 0,3 2-354,2 6 1,-5-2 353,11 0 0,-19 1 0,-5-4 0,-18-17 0,0 6 0,8-8 0,-16 7 0,34 3 2979,-41-8-2979,23 7 834,-31-13-834,-4 7 0,3-7 0,1 8 0,-3-8 0,2 3 0,-9-4 0,-3 4 0,2-3 0,-3 3 0,5-4 0,-1 0 0,1 0 0,3 0 0,-2 0 0,7 0 0,-3 0 0,4 0 0,0 0 0,-4 0 0,-2 5 0,-3-4 0,-1 3 0,-8-4 0,-2 0 0,-13-4 0,-11-10 0,-17-23 0,-3 5 0,-19-30-709,2-7 709,15 23 0,-4-22 0,27 41 0,0-5 0,-3-7 0,11 21 0,2-6 709,6 15-709,7-1 0,-4 0 0,10 5 0,0 1 0,9 8 0,30 35 0,-22-21 0,21 25 0,-8-8 0,-15-15 0,24 31 0,-28-30 0,10 18 0,-14-21 0,1 10 0,0-13 0,-7-1 0,16 15 0,-15-16 0,14 15 0,-15-18 0,8 4 0,-4 0 0,-1-8 0,1 7 0,-1-8 0,1 5 0,-5-1 0,3 1 0,-2-5 0,3 3 0,-4-2 0,4-1 0,-8 3 0,7-7 0,-7 8 0,4-4 0,-1 0 0,-3 4 0,-15 4 0,0 3 0,-15 3 0,-21 10 0,-29 4-420,33-15 0,-2 0 420,-8 1 0,3-2 0,-1 0 0,-5 0 0,31-11 0,1 4 0,-2-9 0,23 8 0,-7-8 840,8 3-840,-1 0 0,-2-3 0,7 3 0,-3-4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75AC5-E448-5E04-3A31-7F1BA19493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B61AE6-14F7-89D7-D007-C8CA3EDED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51096-BDDE-2A21-45A5-2187B5394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CB1C1-0FA9-F94E-C793-837B0C8E6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09CDD-C602-947E-9D2A-61F87F0FC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0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DBC31-0F53-CE1B-296E-1EBC5F890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CFC7C-FB4D-13A0-7646-59B7B5EDE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BB9AC-2001-FCB1-7ED4-6D073F8BC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21DD3-9FED-8B09-5C0A-5A959F120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3506A-DC3A-C545-F453-357351CD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51B7-3520-F123-204F-2D746C33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B1364-47FF-7ACB-7950-094F42E92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1CEAA-5787-6A11-856F-ED313038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33F7-E9C1-A6F8-D116-BB8CBFB3A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9BF04-0D76-1C02-4A1A-C33060D3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10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7D516-025F-F14F-E668-C4A64A0B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BD2AB-5D8F-6077-C6DA-C205FB7F5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BFEBD-D5B6-2738-C74A-650E1F53A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F0282-DB7A-B0FF-B0BB-B8A5A9E83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5397F-33DE-F514-007A-0DFA18776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9DE63-1EB6-55D1-7691-1D67849DE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4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48D-2FA6-1BAC-9A7A-5F5EB084D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39D099-0B0F-E02B-B47C-D5BF0B079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8A289C-7CC8-4F1B-647D-5FF642025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EDB5E2-62BB-C325-48F3-E610EA7C5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3739F1-90F8-5743-C2D1-9C0ACE81CA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D33F7-877A-9B7C-6629-885EE69C0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14864-42F3-1F35-3AFE-0F8EE30F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5482F-9F36-1CA8-02B5-74E76F412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25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D86E-2C5E-84C3-E5AA-B78FE28C2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79713E-A3CC-533C-22F9-AE02E6708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ABECE-263A-F720-396B-56A87049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58DEB-B8C4-5E99-C161-1AA9E7E3B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36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0DA27C-9C25-5C8B-EE03-F2DF3C0D6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4065C8-9797-4C38-8946-DB293E7B4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C4974-0B0E-AF1C-467C-628B1D45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41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1C72-61F8-C5DB-A55E-47A98730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8C416-A5D8-17F2-CAA0-0E820C689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6860-176C-B19E-637A-D756C705A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CE6FF-B7FE-F094-533F-051A39589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7C1EF-1E57-DE2C-1506-2A06E8B3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6C384-54EB-D795-D999-F6132B53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91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8BBC9-0C5E-0318-7F81-918FF5AD0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75A17-D479-7ED6-98BC-7D16A73259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2B4E0-FAC9-1BAE-9667-0EB1706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B64F6-7C71-B4FE-F741-5E7B986DA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F4E53-F668-6FE1-276A-ABA5A89D8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1F39F-3E37-2F10-173A-15947DFE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90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12A3B-0202-1BC9-815A-C27C8FC4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9E78A-7E39-D987-A6D7-8F3678B73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B3CB6-0FE7-7BA3-D165-D693C1010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336B2-7162-5A11-49D6-C602CEE8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FAC41-BD3A-04D9-4C69-430E73B8E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6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ECE9FF-2800-22F0-4EF3-506080A14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723B84-EC5B-3F4B-6CDB-0C69EE21F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081B-2C22-032E-E30D-3308C0ADA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0812F-DB16-61C6-4AAB-DCA1E89F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2523B-15FF-CB21-553A-C87F472F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73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91DB5-48C8-4731-518C-D26F4B94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685B-509C-7B1D-2581-16B53D9F2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AF7D-5432-C0C3-CB04-5881AE95E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B3E1E-2B9D-5644-8AD8-A086560F1486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9C9CC-C902-26A1-0688-763B42CDA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D807E-6099-ADE1-445A-2F8646F4CC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8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50" Type="http://schemas.openxmlformats.org/officeDocument/2006/relationships/customXml" Target="../ink/ink25.xml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" Type="http://schemas.openxmlformats.org/officeDocument/2006/relationships/image" Target="../media/image2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13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12" Type="http://schemas.openxmlformats.org/officeDocument/2006/relationships/customXml" Target="../ink/ink33.xml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5" Type="http://schemas.openxmlformats.org/officeDocument/2006/relationships/image" Target="../media/image34.png"/><Relationship Id="rId10" Type="http://schemas.openxmlformats.org/officeDocument/2006/relationships/customXml" Target="../ink/ink32.xml"/><Relationship Id="rId4" Type="http://schemas.openxmlformats.org/officeDocument/2006/relationships/customXml" Target="../ink/ink29.xml"/><Relationship Id="rId9" Type="http://schemas.openxmlformats.org/officeDocument/2006/relationships/image" Target="../media/image31.png"/><Relationship Id="rId14" Type="http://schemas.openxmlformats.org/officeDocument/2006/relationships/customXml" Target="../ink/ink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7ED564C-8BFC-E50F-509D-9996CF6A2FFD}"/>
              </a:ext>
            </a:extLst>
          </p:cNvPr>
          <p:cNvGrpSpPr/>
          <p:nvPr/>
        </p:nvGrpSpPr>
        <p:grpSpPr>
          <a:xfrm>
            <a:off x="3448440" y="2138059"/>
            <a:ext cx="2095200" cy="1875960"/>
            <a:chOff x="3448440" y="2138059"/>
            <a:chExt cx="2095200" cy="187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35ADC9-936E-7C9A-B782-3A36BF1B5917}"/>
                    </a:ext>
                  </a:extLst>
                </p14:cNvPr>
                <p14:cNvContentPartPr/>
                <p14:nvPr/>
              </p14:nvContentPartPr>
              <p14:xfrm>
                <a:off x="3448440" y="2138059"/>
                <a:ext cx="2095200" cy="18759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35ADC9-936E-7C9A-B782-3A36BF1B591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442320" y="2131939"/>
                  <a:ext cx="2107440" cy="18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50C3D35-9B00-1708-720B-41356F3A925D}"/>
                    </a:ext>
                  </a:extLst>
                </p14:cNvPr>
                <p14:cNvContentPartPr/>
                <p14:nvPr/>
              </p14:nvContentPartPr>
              <p14:xfrm>
                <a:off x="3861360" y="2910619"/>
                <a:ext cx="216000" cy="2937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50C3D35-9B00-1708-720B-41356F3A925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55240" y="2904499"/>
                  <a:ext cx="2282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BD5CE4-43C4-A74B-7CD3-F37B1E6D5DAA}"/>
                    </a:ext>
                  </a:extLst>
                </p14:cNvPr>
                <p14:cNvContentPartPr/>
                <p14:nvPr/>
              </p14:nvContentPartPr>
              <p14:xfrm>
                <a:off x="4125960" y="3024019"/>
                <a:ext cx="129240" cy="87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BD5CE4-43C4-A74B-7CD3-F37B1E6D5D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19840" y="3017899"/>
                  <a:ext cx="1414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9A34D9D-DC36-39C9-D204-A64522301A46}"/>
                    </a:ext>
                  </a:extLst>
                </p14:cNvPr>
                <p14:cNvContentPartPr/>
                <p14:nvPr/>
              </p14:nvContentPartPr>
              <p14:xfrm>
                <a:off x="4285440" y="3021139"/>
                <a:ext cx="92880" cy="774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9A34D9D-DC36-39C9-D204-A64522301A4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79320" y="3015019"/>
                  <a:ext cx="105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0F69E5A-4946-6512-FD95-2BB20E0A2D30}"/>
                    </a:ext>
                  </a:extLst>
                </p14:cNvPr>
                <p14:cNvContentPartPr/>
                <p14:nvPr/>
              </p14:nvContentPartPr>
              <p14:xfrm>
                <a:off x="4458240" y="2871379"/>
                <a:ext cx="20160" cy="221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0F69E5A-4946-6512-FD95-2BB20E0A2D3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52120" y="2865259"/>
                  <a:ext cx="324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6EF8C48-E2F1-51B6-9592-4D329875A787}"/>
                    </a:ext>
                  </a:extLst>
                </p14:cNvPr>
                <p14:cNvContentPartPr/>
                <p14:nvPr/>
              </p14:nvContentPartPr>
              <p14:xfrm>
                <a:off x="4420440" y="3008539"/>
                <a:ext cx="85320" cy="5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6EF8C48-E2F1-51B6-9592-4D329875A7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14320" y="3002419"/>
                  <a:ext cx="9756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1DBE353-1A0C-AAC1-8C7C-E943161E16EA}"/>
                    </a:ext>
                  </a:extLst>
                </p14:cNvPr>
                <p14:cNvContentPartPr/>
                <p14:nvPr/>
              </p14:nvContentPartPr>
              <p14:xfrm>
                <a:off x="4505400" y="2851219"/>
                <a:ext cx="141480" cy="306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1DBE353-1A0C-AAC1-8C7C-E943161E16E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99280" y="2845099"/>
                  <a:ext cx="1537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315270D-1BCF-1A9C-C567-CA4AE7F76759}"/>
                    </a:ext>
                  </a:extLst>
                </p14:cNvPr>
                <p14:cNvContentPartPr/>
                <p14:nvPr/>
              </p14:nvContentPartPr>
              <p14:xfrm>
                <a:off x="4671360" y="3015019"/>
                <a:ext cx="141840" cy="146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315270D-1BCF-1A9C-C567-CA4AE7F7675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65240" y="3008899"/>
                  <a:ext cx="1540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3079F95-8EDA-6F83-3657-6CCEACBE9EA5}"/>
                    </a:ext>
                  </a:extLst>
                </p14:cNvPr>
                <p14:cNvContentPartPr/>
                <p14:nvPr/>
              </p14:nvContentPartPr>
              <p14:xfrm>
                <a:off x="4816440" y="2980099"/>
                <a:ext cx="75960" cy="295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3079F95-8EDA-6F83-3657-6CCEACBE9E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10320" y="2973979"/>
                  <a:ext cx="88200" cy="30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74D4C68-3ACB-D978-F91B-909D3E453D70}"/>
                  </a:ext>
                </a:extLst>
              </p14:cNvPr>
              <p14:cNvContentPartPr/>
              <p14:nvPr/>
            </p14:nvContentPartPr>
            <p14:xfrm>
              <a:off x="5461920" y="2858419"/>
              <a:ext cx="907920" cy="1681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74D4C68-3ACB-D978-F91B-909D3E453D7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455800" y="2852299"/>
                <a:ext cx="92016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29ADD06-6E58-E760-029E-6E3FC373AF0B}"/>
                  </a:ext>
                </a:extLst>
              </p14:cNvPr>
              <p14:cNvContentPartPr/>
              <p14:nvPr/>
            </p14:nvContentPartPr>
            <p14:xfrm>
              <a:off x="6438960" y="2275579"/>
              <a:ext cx="1509120" cy="15868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29ADD06-6E58-E760-029E-6E3FC373AF0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432840" y="2269459"/>
                <a:ext cx="1521360" cy="159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2C78F982-E1F5-128C-F9AE-F4F0D70C7D67}"/>
              </a:ext>
            </a:extLst>
          </p:cNvPr>
          <p:cNvGrpSpPr/>
          <p:nvPr/>
        </p:nvGrpSpPr>
        <p:grpSpPr>
          <a:xfrm>
            <a:off x="6905520" y="1841059"/>
            <a:ext cx="359280" cy="333720"/>
            <a:chOff x="6905520" y="1841059"/>
            <a:chExt cx="359280" cy="33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2F5A1F-A2A9-1DCB-B9C5-F7E143EE9B6F}"/>
                    </a:ext>
                  </a:extLst>
                </p14:cNvPr>
                <p14:cNvContentPartPr/>
                <p14:nvPr/>
              </p14:nvContentPartPr>
              <p14:xfrm>
                <a:off x="6905520" y="1877059"/>
                <a:ext cx="113040" cy="232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2F5A1F-A2A9-1DCB-B9C5-F7E143EE9B6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99400" y="1870939"/>
                  <a:ext cx="1252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81C43E3-4151-833B-AC2C-4D6D9275BC58}"/>
                    </a:ext>
                  </a:extLst>
                </p14:cNvPr>
                <p14:cNvContentPartPr/>
                <p14:nvPr/>
              </p14:nvContentPartPr>
              <p14:xfrm>
                <a:off x="7095600" y="1841059"/>
                <a:ext cx="25560" cy="333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81C43E3-4151-833B-AC2C-4D6D9275BC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089480" y="1834939"/>
                  <a:ext cx="378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FCC8466-3961-3CF3-30D6-9E331764CDAF}"/>
                    </a:ext>
                  </a:extLst>
                </p14:cNvPr>
                <p14:cNvContentPartPr/>
                <p14:nvPr/>
              </p14:nvContentPartPr>
              <p14:xfrm>
                <a:off x="7119000" y="1996579"/>
                <a:ext cx="145800" cy="141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FCC8466-3961-3CF3-30D6-9E331764CDA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12880" y="1990459"/>
                  <a:ext cx="15804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01CEDA8-91A4-A2F0-A9C8-D1A51FA2A28D}"/>
              </a:ext>
            </a:extLst>
          </p:cNvPr>
          <p:cNvGrpSpPr/>
          <p:nvPr/>
        </p:nvGrpSpPr>
        <p:grpSpPr>
          <a:xfrm>
            <a:off x="6368760" y="4322179"/>
            <a:ext cx="1479600" cy="1388520"/>
            <a:chOff x="6368760" y="4322179"/>
            <a:chExt cx="1479600" cy="138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AEBB7E1-001B-1487-35EC-85F735C1D786}"/>
                    </a:ext>
                  </a:extLst>
                </p14:cNvPr>
                <p14:cNvContentPartPr/>
                <p14:nvPr/>
              </p14:nvContentPartPr>
              <p14:xfrm>
                <a:off x="6368760" y="4322179"/>
                <a:ext cx="1479600" cy="1388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AEBB7E1-001B-1487-35EC-85F735C1D78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62640" y="4316059"/>
                  <a:ext cx="1491840" cy="14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A66FDF0-41B4-B912-E239-27317A0666A4}"/>
                    </a:ext>
                  </a:extLst>
                </p14:cNvPr>
                <p14:cNvContentPartPr/>
                <p14:nvPr/>
              </p14:nvContentPartPr>
              <p14:xfrm>
                <a:off x="6743160" y="4921579"/>
                <a:ext cx="150120" cy="228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A66FDF0-41B4-B912-E239-27317A0666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37040" y="4915459"/>
                  <a:ext cx="1623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579EAFD-EE83-85FA-6137-CC5D75ACA303}"/>
                    </a:ext>
                  </a:extLst>
                </p14:cNvPr>
                <p14:cNvContentPartPr/>
                <p14:nvPr/>
              </p14:nvContentPartPr>
              <p14:xfrm>
                <a:off x="6906240" y="4872259"/>
                <a:ext cx="131760" cy="317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579EAFD-EE83-85FA-6137-CC5D75ACA30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00120" y="4866139"/>
                  <a:ext cx="1440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0A036F-1EDA-9A46-5960-8FFE9AC4EA40}"/>
                    </a:ext>
                  </a:extLst>
                </p14:cNvPr>
                <p14:cNvContentPartPr/>
                <p14:nvPr/>
              </p14:nvContentPartPr>
              <p14:xfrm>
                <a:off x="7103880" y="4917619"/>
                <a:ext cx="197640" cy="208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0A036F-1EDA-9A46-5960-8FFE9AC4EA4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97760" y="4911499"/>
                  <a:ext cx="20988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75A527-1BF0-875C-436E-2C49E865985E}"/>
              </a:ext>
            </a:extLst>
          </p:cNvPr>
          <p:cNvGrpSpPr/>
          <p:nvPr/>
        </p:nvGrpSpPr>
        <p:grpSpPr>
          <a:xfrm>
            <a:off x="5477400" y="2722339"/>
            <a:ext cx="1940760" cy="1757520"/>
            <a:chOff x="5477400" y="2722339"/>
            <a:chExt cx="1940760" cy="175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2E25860-F614-1B5C-FC66-123DE3149731}"/>
                    </a:ext>
                  </a:extLst>
                </p14:cNvPr>
                <p14:cNvContentPartPr/>
                <p14:nvPr/>
              </p14:nvContentPartPr>
              <p14:xfrm>
                <a:off x="6723720" y="2797939"/>
                <a:ext cx="150120" cy="250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2E25860-F614-1B5C-FC66-123DE314973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717600" y="2791819"/>
                  <a:ext cx="1623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27FA7D-ACBA-AB55-F47E-7E88C24970A9}"/>
                    </a:ext>
                  </a:extLst>
                </p14:cNvPr>
                <p14:cNvContentPartPr/>
                <p14:nvPr/>
              </p14:nvContentPartPr>
              <p14:xfrm>
                <a:off x="6662160" y="2837539"/>
                <a:ext cx="226080" cy="232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27FA7D-ACBA-AB55-F47E-7E88C24970A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56040" y="2831419"/>
                  <a:ext cx="2383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7814805-37C8-9BF0-767E-6E5B8823249B}"/>
                    </a:ext>
                  </a:extLst>
                </p14:cNvPr>
                <p14:cNvContentPartPr/>
                <p14:nvPr/>
              </p14:nvContentPartPr>
              <p14:xfrm>
                <a:off x="6914880" y="2785339"/>
                <a:ext cx="137160" cy="203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7814805-37C8-9BF0-767E-6E5B8823249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08760" y="2779219"/>
                  <a:ext cx="149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492E5C-DD61-0F4F-CD4A-BBDD4F0D845E}"/>
                    </a:ext>
                  </a:extLst>
                </p14:cNvPr>
                <p14:cNvContentPartPr/>
                <p14:nvPr/>
              </p14:nvContentPartPr>
              <p14:xfrm>
                <a:off x="7139880" y="2786779"/>
                <a:ext cx="61560" cy="207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492E5C-DD61-0F4F-CD4A-BBDD4F0D845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33760" y="2780659"/>
                  <a:ext cx="73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0059CB4-D802-F455-1BC1-DF0264C74E69}"/>
                    </a:ext>
                  </a:extLst>
                </p14:cNvPr>
                <p14:cNvContentPartPr/>
                <p14:nvPr/>
              </p14:nvContentPartPr>
              <p14:xfrm>
                <a:off x="7129800" y="2722339"/>
                <a:ext cx="288360" cy="309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0059CB4-D802-F455-1BC1-DF0264C74E6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23680" y="2716219"/>
                  <a:ext cx="3006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DE19F3-9DCD-44B7-0971-E35225B942E3}"/>
                    </a:ext>
                  </a:extLst>
                </p14:cNvPr>
                <p14:cNvContentPartPr/>
                <p14:nvPr/>
              </p14:nvContentPartPr>
              <p14:xfrm>
                <a:off x="5866560" y="2766619"/>
                <a:ext cx="185400" cy="348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DE19F3-9DCD-44B7-0971-E35225B942E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60440" y="2760499"/>
                  <a:ext cx="1976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1464732-2C55-80E3-E71F-25018DD8547D}"/>
                    </a:ext>
                  </a:extLst>
                </p14:cNvPr>
                <p14:cNvContentPartPr/>
                <p14:nvPr/>
              </p14:nvContentPartPr>
              <p14:xfrm>
                <a:off x="5830560" y="2841499"/>
                <a:ext cx="318240" cy="400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1464732-2C55-80E3-E71F-25018DD8547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824440" y="2835379"/>
                  <a:ext cx="33048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F5149D-D748-376D-E2E6-605D69C2025D}"/>
                    </a:ext>
                  </a:extLst>
                </p14:cNvPr>
                <p14:cNvContentPartPr/>
                <p14:nvPr/>
              </p14:nvContentPartPr>
              <p14:xfrm>
                <a:off x="5477400" y="3052099"/>
                <a:ext cx="970560" cy="1427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F5149D-D748-376D-E2E6-605D69C202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71280" y="3045979"/>
                  <a:ext cx="982800" cy="1440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03935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B95FDA-8015-C088-0684-E7CCB1541371}"/>
              </a:ext>
            </a:extLst>
          </p:cNvPr>
          <p:cNvSpPr/>
          <p:nvPr/>
        </p:nvSpPr>
        <p:spPr>
          <a:xfrm>
            <a:off x="442763" y="606392"/>
            <a:ext cx="14135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1400" dirty="0"/>
            </a:br>
            <a:r>
              <a:rPr lang="en-US" sz="1400" dirty="0"/>
              <a:t>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11BD49-970C-6C5E-8406-367B427B8438}"/>
              </a:ext>
            </a:extLst>
          </p:cNvPr>
          <p:cNvSpPr/>
          <p:nvPr/>
        </p:nvSpPr>
        <p:spPr>
          <a:xfrm>
            <a:off x="2597218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535E6B-5471-965F-B1A0-8DBB90BE8146}"/>
              </a:ext>
            </a:extLst>
          </p:cNvPr>
          <p:cNvSpPr/>
          <p:nvPr/>
        </p:nvSpPr>
        <p:spPr>
          <a:xfrm>
            <a:off x="2597218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C0731-C6C0-ACAC-3291-020E78E0AE0C}"/>
              </a:ext>
            </a:extLst>
          </p:cNvPr>
          <p:cNvSpPr/>
          <p:nvPr/>
        </p:nvSpPr>
        <p:spPr>
          <a:xfrm>
            <a:off x="2597218" y="5091763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C11F8D1D-6EAE-8B6F-4D29-1501601E9DD2}"/>
              </a:ext>
            </a:extLst>
          </p:cNvPr>
          <p:cNvSpPr/>
          <p:nvPr/>
        </p:nvSpPr>
        <p:spPr>
          <a:xfrm>
            <a:off x="4456497" y="5197640"/>
            <a:ext cx="5138276" cy="51976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0A9442F-BC4D-96A6-0497-E7E02E1108DF}"/>
              </a:ext>
            </a:extLst>
          </p:cNvPr>
          <p:cNvCxnSpPr/>
          <p:nvPr/>
        </p:nvCxnSpPr>
        <p:spPr>
          <a:xfrm>
            <a:off x="4543124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C2CE51-3338-FFF9-05B9-927A6F855B7A}"/>
              </a:ext>
            </a:extLst>
          </p:cNvPr>
          <p:cNvSpPr txBox="1"/>
          <p:nvPr/>
        </p:nvSpPr>
        <p:spPr>
          <a:xfrm>
            <a:off x="4629752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EDA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449307-5F90-3AF0-0223-A8AA6A4B3F1B}"/>
              </a:ext>
            </a:extLst>
          </p:cNvPr>
          <p:cNvCxnSpPr/>
          <p:nvPr/>
        </p:nvCxnSpPr>
        <p:spPr>
          <a:xfrm>
            <a:off x="7063339" y="339290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1052E4-EF06-CC55-CD57-E2000EB63536}"/>
              </a:ext>
            </a:extLst>
          </p:cNvPr>
          <p:cNvSpPr txBox="1"/>
          <p:nvPr/>
        </p:nvSpPr>
        <p:spPr>
          <a:xfrm>
            <a:off x="7149967" y="239466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Model Building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D14865-C523-0CFA-7F60-692CF5D6AA25}"/>
              </a:ext>
            </a:extLst>
          </p:cNvPr>
          <p:cNvCxnSpPr/>
          <p:nvPr/>
        </p:nvCxnSpPr>
        <p:spPr>
          <a:xfrm>
            <a:off x="9325276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C56834A-8273-977A-D43C-F9803CD1E32D}"/>
              </a:ext>
            </a:extLst>
          </p:cNvPr>
          <p:cNvSpPr txBox="1"/>
          <p:nvPr/>
        </p:nvSpPr>
        <p:spPr>
          <a:xfrm>
            <a:off x="9411904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Evaluation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14:cNvPr>
              <p14:cNvContentPartPr/>
              <p14:nvPr/>
            </p14:nvContentPartPr>
            <p14:xfrm>
              <a:off x="-146880" y="3663739"/>
              <a:ext cx="360" cy="3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3000" y="365761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74FF34CA-0316-360E-253F-223D85403991}"/>
              </a:ext>
            </a:extLst>
          </p:cNvPr>
          <p:cNvSpPr/>
          <p:nvPr/>
        </p:nvSpPr>
        <p:spPr>
          <a:xfrm>
            <a:off x="1886552" y="606392"/>
            <a:ext cx="336884" cy="52168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4258E7-06D7-F87B-CD4D-46E5893D1846}"/>
              </a:ext>
            </a:extLst>
          </p:cNvPr>
          <p:cNvSpPr/>
          <p:nvPr/>
        </p:nvSpPr>
        <p:spPr>
          <a:xfrm>
            <a:off x="4039666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1D49B2-6085-B613-6322-C7C65062B4D1}"/>
              </a:ext>
            </a:extLst>
          </p:cNvPr>
          <p:cNvSpPr/>
          <p:nvPr/>
        </p:nvSpPr>
        <p:spPr>
          <a:xfrm>
            <a:off x="4036722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FD8D39-BE1B-9CA2-58E2-67C591125490}"/>
              </a:ext>
            </a:extLst>
          </p:cNvPr>
          <p:cNvSpPr/>
          <p:nvPr/>
        </p:nvSpPr>
        <p:spPr>
          <a:xfrm>
            <a:off x="4039666" y="5086949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C2C5C-0FA8-7E91-BC19-51DA38370B58}"/>
              </a:ext>
            </a:extLst>
          </p:cNvPr>
          <p:cNvSpPr/>
          <p:nvPr/>
        </p:nvSpPr>
        <p:spPr>
          <a:xfrm>
            <a:off x="4910224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E27D70-9836-EC37-7F72-DBBCF8A0C34E}"/>
              </a:ext>
            </a:extLst>
          </p:cNvPr>
          <p:cNvSpPr/>
          <p:nvPr/>
        </p:nvSpPr>
        <p:spPr>
          <a:xfrm>
            <a:off x="4910224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BFBBC0-02AE-55C5-D510-A2ABB8B9C463}"/>
              </a:ext>
            </a:extLst>
          </p:cNvPr>
          <p:cNvSpPr/>
          <p:nvPr/>
        </p:nvSpPr>
        <p:spPr>
          <a:xfrm>
            <a:off x="6352672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87B4B8-33D0-CDCC-8E3E-54F673EDE17A}"/>
              </a:ext>
            </a:extLst>
          </p:cNvPr>
          <p:cNvSpPr/>
          <p:nvPr/>
        </p:nvSpPr>
        <p:spPr>
          <a:xfrm>
            <a:off x="6349728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7E3CCE-C45B-3D70-5359-1C949BE189EB}"/>
              </a:ext>
            </a:extLst>
          </p:cNvPr>
          <p:cNvSpPr/>
          <p:nvPr/>
        </p:nvSpPr>
        <p:spPr>
          <a:xfrm>
            <a:off x="7304642" y="601581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B07C48-6362-9210-E4AB-F31FA5901DD6}"/>
              </a:ext>
            </a:extLst>
          </p:cNvPr>
          <p:cNvSpPr/>
          <p:nvPr/>
        </p:nvSpPr>
        <p:spPr>
          <a:xfrm>
            <a:off x="7304642" y="4288055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D851D5-1559-FF0B-86BF-937B0643BCEA}"/>
              </a:ext>
            </a:extLst>
          </p:cNvPr>
          <p:cNvSpPr/>
          <p:nvPr/>
        </p:nvSpPr>
        <p:spPr>
          <a:xfrm>
            <a:off x="8747090" y="601581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221B0DA-F756-B393-B5B1-43D3A1404127}"/>
              </a:ext>
            </a:extLst>
          </p:cNvPr>
          <p:cNvSpPr/>
          <p:nvPr/>
        </p:nvSpPr>
        <p:spPr>
          <a:xfrm>
            <a:off x="8744146" y="4288055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152C3-44B2-F3C7-F173-8BE6F2EF29EC}"/>
              </a:ext>
            </a:extLst>
          </p:cNvPr>
          <p:cNvSpPr txBox="1"/>
          <p:nvPr/>
        </p:nvSpPr>
        <p:spPr>
          <a:xfrm>
            <a:off x="2096835" y="231239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Train – test split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09C56C9-F693-AF3E-25C4-08A0A76EE7A7}"/>
              </a:ext>
            </a:extLst>
          </p:cNvPr>
          <p:cNvSpPr/>
          <p:nvPr/>
        </p:nvSpPr>
        <p:spPr>
          <a:xfrm>
            <a:off x="9681400" y="5197640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7F8755-3202-4EC1-1D95-92F8EEF10F9E}"/>
              </a:ext>
            </a:extLst>
          </p:cNvPr>
          <p:cNvSpPr/>
          <p:nvPr/>
        </p:nvSpPr>
        <p:spPr>
          <a:xfrm>
            <a:off x="11123848" y="519282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64337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47FDE-5FEE-CF3B-9BF7-1F9BF03DBFF1}"/>
              </a:ext>
            </a:extLst>
          </p:cNvPr>
          <p:cNvSpPr/>
          <p:nvPr/>
        </p:nvSpPr>
        <p:spPr>
          <a:xfrm>
            <a:off x="442763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5EC64-5956-28E7-E018-CB101D2DA059}"/>
              </a:ext>
            </a:extLst>
          </p:cNvPr>
          <p:cNvSpPr/>
          <p:nvPr/>
        </p:nvSpPr>
        <p:spPr>
          <a:xfrm>
            <a:off x="442763" y="5399773"/>
            <a:ext cx="1790299" cy="4235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037FCA-26E1-B05B-5C0F-AE5CB101D49C}"/>
              </a:ext>
            </a:extLst>
          </p:cNvPr>
          <p:cNvSpPr/>
          <p:nvPr/>
        </p:nvSpPr>
        <p:spPr>
          <a:xfrm>
            <a:off x="221381" y="4803006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BB728-E829-0F65-54C9-7FA472FE3692}"/>
              </a:ext>
            </a:extLst>
          </p:cNvPr>
          <p:cNvSpPr/>
          <p:nvPr/>
        </p:nvSpPr>
        <p:spPr>
          <a:xfrm>
            <a:off x="433137" y="3869357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6888D-CF10-31D8-8F40-918557F38D9B}"/>
              </a:ext>
            </a:extLst>
          </p:cNvPr>
          <p:cNvSpPr/>
          <p:nvPr/>
        </p:nvSpPr>
        <p:spPr>
          <a:xfrm>
            <a:off x="433136" y="2327711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DE4DD0-C3AA-2CFA-90B1-9FA8FE4748AF}"/>
              </a:ext>
            </a:extLst>
          </p:cNvPr>
          <p:cNvSpPr/>
          <p:nvPr/>
        </p:nvSpPr>
        <p:spPr>
          <a:xfrm>
            <a:off x="442763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A90CFD-9903-10C3-BDE5-DE72A8B3CF32}"/>
              </a:ext>
            </a:extLst>
          </p:cNvPr>
          <p:cNvSpPr/>
          <p:nvPr/>
        </p:nvSpPr>
        <p:spPr>
          <a:xfrm>
            <a:off x="221381" y="3590223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DEF792-4CF2-ADEB-587E-F7E5AA32254D}"/>
              </a:ext>
            </a:extLst>
          </p:cNvPr>
          <p:cNvSpPr/>
          <p:nvPr/>
        </p:nvSpPr>
        <p:spPr>
          <a:xfrm>
            <a:off x="221380" y="606392"/>
            <a:ext cx="2387065" cy="30030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347F7-5E36-1795-2DE7-FD67435402A5}"/>
              </a:ext>
            </a:extLst>
          </p:cNvPr>
          <p:cNvSpPr txBox="1"/>
          <p:nvPr/>
        </p:nvSpPr>
        <p:spPr>
          <a:xfrm>
            <a:off x="5053263" y="1305829"/>
            <a:ext cx="4822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90% of patient healthy</a:t>
            </a:r>
          </a:p>
          <a:p>
            <a:r>
              <a:rPr lang="en-US" dirty="0"/>
              <a:t>10% with cancer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EABDB-9C3F-D349-5354-22F68D69E3A6}"/>
              </a:ext>
            </a:extLst>
          </p:cNvPr>
          <p:cNvCxnSpPr>
            <a:endCxn id="11" idx="3"/>
          </p:cNvCxnSpPr>
          <p:nvPr/>
        </p:nvCxnSpPr>
        <p:spPr>
          <a:xfrm flipH="1">
            <a:off x="2608445" y="1597794"/>
            <a:ext cx="2242688" cy="510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E38F5B-1767-D2C9-F40D-D39762EC7DB2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2608446" y="1607420"/>
            <a:ext cx="2242687" cy="2589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8E65FA-1A58-2780-D3E5-50C2AF741A08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2608446" y="1628994"/>
            <a:ext cx="2242687" cy="3780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598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14:cNvPr>
              <p14:cNvContentPartPr/>
              <p14:nvPr/>
            </p14:nvContentPartPr>
            <p14:xfrm>
              <a:off x="2260800" y="2480419"/>
              <a:ext cx="2872440" cy="1456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4680" y="2474299"/>
                <a:ext cx="2884680" cy="146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14:cNvPr>
              <p14:cNvContentPartPr/>
              <p14:nvPr/>
            </p14:nvContentPartPr>
            <p14:xfrm>
              <a:off x="2140200" y="2594539"/>
              <a:ext cx="3036600" cy="1383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34080" y="2588419"/>
                <a:ext cx="3048840" cy="13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14:cNvPr>
              <p14:cNvContentPartPr/>
              <p14:nvPr/>
            </p14:nvContentPartPr>
            <p14:xfrm>
              <a:off x="2016360" y="2535499"/>
              <a:ext cx="3249720" cy="1519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10240" y="2529379"/>
                <a:ext cx="3261960" cy="15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14:cNvPr>
              <p14:cNvContentPartPr/>
              <p14:nvPr/>
            </p14:nvContentPartPr>
            <p14:xfrm>
              <a:off x="6502320" y="1038619"/>
              <a:ext cx="3448080" cy="1462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96200" y="1032499"/>
                <a:ext cx="3460320" cy="147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14:cNvPr>
              <p14:cNvContentPartPr/>
              <p14:nvPr/>
            </p14:nvContentPartPr>
            <p14:xfrm>
              <a:off x="6501240" y="1110979"/>
              <a:ext cx="3777480" cy="16020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95120" y="1104859"/>
                <a:ext cx="3789720" cy="161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14:cNvPr>
              <p14:cNvContentPartPr/>
              <p14:nvPr/>
            </p14:nvContentPartPr>
            <p14:xfrm>
              <a:off x="8847360" y="600139"/>
              <a:ext cx="428760" cy="6206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41240" y="594019"/>
                <a:ext cx="441000" cy="63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14:cNvPr>
              <p14:cNvContentPartPr/>
              <p14:nvPr/>
            </p14:nvContentPartPr>
            <p14:xfrm>
              <a:off x="6238080" y="1034299"/>
              <a:ext cx="755280" cy="3265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31960" y="1028179"/>
                <a:ext cx="767520" cy="33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1793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37A49A-21DB-E82C-F336-A0475941FA0F}"/>
              </a:ext>
            </a:extLst>
          </p:cNvPr>
          <p:cNvSpPr/>
          <p:nvPr/>
        </p:nvSpPr>
        <p:spPr>
          <a:xfrm>
            <a:off x="1097280" y="606392"/>
            <a:ext cx="4044058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r>
              <a:rPr lang="en-US" dirty="0"/>
              <a:t> (120 samples)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D76F8C-F8FA-26B6-6818-D30D9B74B8DE}"/>
              </a:ext>
            </a:extLst>
          </p:cNvPr>
          <p:cNvSpPr/>
          <p:nvPr/>
        </p:nvSpPr>
        <p:spPr>
          <a:xfrm>
            <a:off x="1097280" y="5167936"/>
            <a:ext cx="4035460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X_test</a:t>
            </a:r>
            <a:r>
              <a:rPr lang="en-US" dirty="0"/>
              <a:t> (30 samples here)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83ECA-D302-219A-93C1-B31D45B748EF}"/>
              </a:ext>
            </a:extLst>
          </p:cNvPr>
          <p:cNvSpPr/>
          <p:nvPr/>
        </p:nvSpPr>
        <p:spPr>
          <a:xfrm>
            <a:off x="9240517" y="601580"/>
            <a:ext cx="1183643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dirty="0" err="1"/>
              <a:t>Y_train</a:t>
            </a:r>
            <a:r>
              <a:rPr lang="en-US" dirty="0"/>
              <a:t> (120 answers here)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61990A-03DC-D55F-499F-D8D80D461728}"/>
              </a:ext>
            </a:extLst>
          </p:cNvPr>
          <p:cNvSpPr/>
          <p:nvPr/>
        </p:nvSpPr>
        <p:spPr>
          <a:xfrm>
            <a:off x="9237324" y="4386716"/>
            <a:ext cx="1183643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Y_test</a:t>
            </a:r>
            <a:r>
              <a:rPr lang="en-US" sz="1200" dirty="0"/>
              <a:t> (30 answers here)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48AD436-5BF8-3CA1-E643-3FC1C072D1C3}"/>
              </a:ext>
            </a:extLst>
          </p:cNvPr>
          <p:cNvSpPr/>
          <p:nvPr/>
        </p:nvSpPr>
        <p:spPr>
          <a:xfrm>
            <a:off x="6096000" y="4638546"/>
            <a:ext cx="1828800" cy="1790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LogisticRegression</a:t>
            </a:r>
            <a:endParaRPr lang="en-US" sz="1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6ED6F4-2108-A36B-10FE-A1603506ABBA}"/>
              </a:ext>
            </a:extLst>
          </p:cNvPr>
          <p:cNvCxnSpPr>
            <a:endCxn id="9" idx="2"/>
          </p:cNvCxnSpPr>
          <p:nvPr/>
        </p:nvCxnSpPr>
        <p:spPr>
          <a:xfrm>
            <a:off x="5223641" y="5533695"/>
            <a:ext cx="87235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2AAB838-742D-9F00-D139-036E50B2FBF9}"/>
              </a:ext>
            </a:extLst>
          </p:cNvPr>
          <p:cNvSpPr/>
          <p:nvPr/>
        </p:nvSpPr>
        <p:spPr>
          <a:xfrm>
            <a:off x="9237325" y="5163125"/>
            <a:ext cx="1183643" cy="736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Y_pred</a:t>
            </a:r>
            <a:r>
              <a:rPr lang="en-US" sz="1200" dirty="0"/>
              <a:t> (30 predictions here)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CE1622-06A4-80DB-19E7-9E7614A7200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924800" y="5531291"/>
            <a:ext cx="1312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775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976</TotalTime>
  <Words>128</Words>
  <Application>Microsoft Macintosh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Amir Charkhi</dc:creator>
  <cp:lastModifiedBy>Amir Charkhi</cp:lastModifiedBy>
  <cp:revision>1</cp:revision>
  <dcterms:created xsi:type="dcterms:W3CDTF">2025-10-30T08:35:37Z</dcterms:created>
  <dcterms:modified xsi:type="dcterms:W3CDTF">2025-10-31T00:52:09Z</dcterms:modified>
</cp:coreProperties>
</file>